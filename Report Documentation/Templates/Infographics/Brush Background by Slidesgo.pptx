
<file path=[Content_Types].xml><?xml version="1.0" encoding="utf-8"?>
<Types xmlns="http://schemas.openxmlformats.org/package/2006/content-types">
  <Default Extension="png" ContentType="image/png"/>
  <Default Extension="rels" ContentType="application/vnd.openxmlformats-package.relationships+xml"/>
  <Default Extension="fntdata" ContentType="application/x-fontdata"/>
  <Default Extension="xml" ContentType="application/xml"/>
  <Default Extension="gif" ContentType="image/gif"/>
  <Default Extension="jpg" ContentType="image/jpeg"/>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presProps.xml" ContentType="application/vnd.openxmlformats-officedocument.presentationml.presProps+xml"/>
  <Override PartName="/ppt/tableStyles.xml" ContentType="application/vnd.openxmlformats-officedocument.presentationml.tableStyles+xml"/>
  <Override PartName="/ppt/presentation.xml" ContentType="application/vnd.openxmlformats-officedocument.presentationml.presentation.main+xml"/>
  <Override PartName="/customXml/itemProps2.xml" ContentType="application/vnd.openxmlformats-officedocument.customXmlProperties+xml"/>
  <Override PartName="/customXml/itemProps1.xml" ContentType="application/vnd.openxmlformats-officedocument.customXmlProperties+xml"/>
  <Override PartName="/customXml/itemProps3.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2" Type="http://schemas.openxmlformats.org/officeDocument/2006/relationships/custom-properties" Target="docProps/custom.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4"/>
    <p:sldMasterId id="214748367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Lst>
  <p:sldSz cy="5143500" cx="9144000"/>
  <p:notesSz cx="6858000" cy="9144000"/>
  <p:embeddedFontLst>
    <p:embeddedFont>
      <p:font typeface="Proxima Nova"/>
      <p:regular r:id="rId59"/>
      <p:bold r:id="rId60"/>
      <p:italic r:id="rId61"/>
      <p:boldItalic r:id="rId62"/>
    </p:embeddedFont>
    <p:embeddedFont>
      <p:font typeface="Roboto Medium"/>
      <p:regular r:id="rId63"/>
      <p:bold r:id="rId64"/>
      <p:italic r:id="rId65"/>
      <p:boldItalic r:id="rId66"/>
    </p:embeddedFont>
    <p:embeddedFont>
      <p:font typeface="Amatic SC"/>
      <p:regular r:id="rId67"/>
      <p:bold r:id="rId68"/>
    </p:embeddedFont>
    <p:embeddedFont>
      <p:font typeface="Red Hat Display"/>
      <p:regular r:id="rId69"/>
      <p:bold r:id="rId70"/>
      <p:italic r:id="rId71"/>
      <p:boldItalic r:id="rId72"/>
    </p:embeddedFont>
    <p:embeddedFont>
      <p:font typeface="Proxima Nova Semibold"/>
      <p:regular r:id="rId73"/>
      <p:bold r:id="rId74"/>
      <p:boldItalic r:id="rId75"/>
    </p:embeddedFont>
    <p:embeddedFont>
      <p:font typeface="Barlow"/>
      <p:regular r:id="rId76"/>
      <p:bold r:id="rId77"/>
      <p:italic r:id="rId78"/>
      <p:boldItalic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6B55EB7-3E92-4261-904E-90E8EAC20F63}">
  <a:tblStyle styleId="{E6B55EB7-3E92-4261-904E-90E8EAC20F6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26" Type="http://schemas.openxmlformats.org/officeDocument/2006/relationships/slide" Target="slides/slide20.xml"/><Relationship Id="rId42" Type="http://schemas.openxmlformats.org/officeDocument/2006/relationships/slide" Target="slides/slide36.xml"/><Relationship Id="rId47" Type="http://schemas.openxmlformats.org/officeDocument/2006/relationships/slide" Target="slides/slide41.xml"/><Relationship Id="rId63" Type="http://schemas.openxmlformats.org/officeDocument/2006/relationships/font" Target="fonts/RobotoMedium-regular.fntdata"/><Relationship Id="rId21" Type="http://schemas.openxmlformats.org/officeDocument/2006/relationships/slide" Target="slides/slide15.xml"/><Relationship Id="rId68" Type="http://schemas.openxmlformats.org/officeDocument/2006/relationships/font" Target="fonts/AmaticSC-bold.fntdata"/><Relationship Id="rId16" Type="http://schemas.openxmlformats.org/officeDocument/2006/relationships/slide" Target="slides/slide10.xml"/><Relationship Id="rId74" Type="http://schemas.openxmlformats.org/officeDocument/2006/relationships/font" Target="fonts/ProximaNovaSemibold-bold.fntdata"/><Relationship Id="rId32" Type="http://schemas.openxmlformats.org/officeDocument/2006/relationships/slide" Target="slides/slide26.xml"/><Relationship Id="rId79" Type="http://schemas.openxmlformats.org/officeDocument/2006/relationships/font" Target="fonts/Barlow-boldItalic.fntdata"/><Relationship Id="rId37" Type="http://schemas.openxmlformats.org/officeDocument/2006/relationships/slide" Target="slides/slide31.xml"/><Relationship Id="rId53" Type="http://schemas.openxmlformats.org/officeDocument/2006/relationships/slide" Target="slides/slide47.xml"/><Relationship Id="rId11" Type="http://schemas.openxmlformats.org/officeDocument/2006/relationships/slide" Target="slides/slide5.xml"/><Relationship Id="rId58" Type="http://schemas.openxmlformats.org/officeDocument/2006/relationships/slide" Target="slides/slide52.xml"/><Relationship Id="rId5" Type="http://schemas.openxmlformats.org/officeDocument/2006/relationships/slideMaster" Target="slideMasters/slideMaster2.xml"/><Relationship Id="rId61" Type="http://schemas.openxmlformats.org/officeDocument/2006/relationships/font" Target="fonts/ProximaNova-italic.fntdata"/><Relationship Id="rId82" Type="http://schemas.openxmlformats.org/officeDocument/2006/relationships/customXml" Target="../customXml/item3.xml"/><Relationship Id="rId19" Type="http://schemas.openxmlformats.org/officeDocument/2006/relationships/slide" Target="slides/slide13.xml"/><Relationship Id="rId43" Type="http://schemas.openxmlformats.org/officeDocument/2006/relationships/slide" Target="slides/slide37.xml"/><Relationship Id="rId48" Type="http://schemas.openxmlformats.org/officeDocument/2006/relationships/slide" Target="slides/slide42.xml"/><Relationship Id="rId30" Type="http://schemas.openxmlformats.org/officeDocument/2006/relationships/slide" Target="slides/slide24.xml"/><Relationship Id="rId77" Type="http://schemas.openxmlformats.org/officeDocument/2006/relationships/font" Target="fonts/Barlow-bold.fntdata"/><Relationship Id="rId35" Type="http://schemas.openxmlformats.org/officeDocument/2006/relationships/slide" Target="slides/slide29.xml"/><Relationship Id="rId64" Type="http://schemas.openxmlformats.org/officeDocument/2006/relationships/font" Target="fonts/RobotoMedium-bold.fntdata"/><Relationship Id="rId22" Type="http://schemas.openxmlformats.org/officeDocument/2006/relationships/slide" Target="slides/slide16.xml"/><Relationship Id="rId69" Type="http://schemas.openxmlformats.org/officeDocument/2006/relationships/font" Target="fonts/RedHatDisplay-regular.fntdata"/><Relationship Id="rId27" Type="http://schemas.openxmlformats.org/officeDocument/2006/relationships/slide" Target="slides/slide21.xml"/><Relationship Id="rId56" Type="http://schemas.openxmlformats.org/officeDocument/2006/relationships/slide" Target="slides/slide50.xml"/><Relationship Id="rId14" Type="http://schemas.openxmlformats.org/officeDocument/2006/relationships/slide" Target="slides/slide8.xml"/><Relationship Id="rId8" Type="http://schemas.openxmlformats.org/officeDocument/2006/relationships/slide" Target="slides/slide2.xml"/><Relationship Id="rId72" Type="http://schemas.openxmlformats.org/officeDocument/2006/relationships/font" Target="fonts/RedHatDisplay-boldItalic.fntdata"/><Relationship Id="rId51" Type="http://schemas.openxmlformats.org/officeDocument/2006/relationships/slide" Target="slides/slide45.xml"/><Relationship Id="rId80" Type="http://schemas.openxmlformats.org/officeDocument/2006/relationships/customXml" Target="../customXml/item1.xml"/><Relationship Id="rId3" Type="http://schemas.openxmlformats.org/officeDocument/2006/relationships/tableStyles" Target="tableStyles.xml"/><Relationship Id="rId46" Type="http://schemas.openxmlformats.org/officeDocument/2006/relationships/slide" Target="slides/slide40.xml"/><Relationship Id="rId33" Type="http://schemas.openxmlformats.org/officeDocument/2006/relationships/slide" Target="slides/slide27.xml"/><Relationship Id="rId38" Type="http://schemas.openxmlformats.org/officeDocument/2006/relationships/slide" Target="slides/slide32.xml"/><Relationship Id="rId67" Type="http://schemas.openxmlformats.org/officeDocument/2006/relationships/font" Target="fonts/AmaticSC-regular.fntdata"/><Relationship Id="rId25" Type="http://schemas.openxmlformats.org/officeDocument/2006/relationships/slide" Target="slides/slide19.xml"/><Relationship Id="rId12" Type="http://schemas.openxmlformats.org/officeDocument/2006/relationships/slide" Target="slides/slide6.xml"/><Relationship Id="rId59" Type="http://schemas.openxmlformats.org/officeDocument/2006/relationships/font" Target="fonts/ProximaNova-regular.fntdata"/><Relationship Id="rId17" Type="http://schemas.openxmlformats.org/officeDocument/2006/relationships/slide" Target="slides/slide11.xml"/><Relationship Id="rId41" Type="http://schemas.openxmlformats.org/officeDocument/2006/relationships/slide" Target="slides/slide35.xml"/><Relationship Id="rId75" Type="http://schemas.openxmlformats.org/officeDocument/2006/relationships/font" Target="fonts/ProximaNovaSemibold-boldItalic.fntdata"/><Relationship Id="rId70" Type="http://schemas.openxmlformats.org/officeDocument/2006/relationships/font" Target="fonts/RedHatDisplay-bold.fntdata"/><Relationship Id="rId62" Type="http://schemas.openxmlformats.org/officeDocument/2006/relationships/font" Target="fonts/ProximaNova-boldItalic.fntdata"/><Relationship Id="rId20" Type="http://schemas.openxmlformats.org/officeDocument/2006/relationships/slide" Target="slides/slide14.xml"/><Relationship Id="rId54" Type="http://schemas.openxmlformats.org/officeDocument/2006/relationships/slide" Target="slides/slide48.xml"/><Relationship Id="rId1" Type="http://schemas.openxmlformats.org/officeDocument/2006/relationships/theme" Target="theme/theme3.xml"/><Relationship Id="rId6" Type="http://schemas.openxmlformats.org/officeDocument/2006/relationships/notesMaster" Target="notesMasters/notesMaster1.xml"/><Relationship Id="rId49" Type="http://schemas.openxmlformats.org/officeDocument/2006/relationships/slide" Target="slides/slide43.xml"/><Relationship Id="rId36" Type="http://schemas.openxmlformats.org/officeDocument/2006/relationships/slide" Target="slides/slide30.xml"/><Relationship Id="rId23" Type="http://schemas.openxmlformats.org/officeDocument/2006/relationships/slide" Target="slides/slide17.xml"/><Relationship Id="rId28" Type="http://schemas.openxmlformats.org/officeDocument/2006/relationships/slide" Target="slides/slide22.xml"/><Relationship Id="rId57" Type="http://schemas.openxmlformats.org/officeDocument/2006/relationships/slide" Target="slides/slide51.xml"/><Relationship Id="rId15" Type="http://schemas.openxmlformats.org/officeDocument/2006/relationships/slide" Target="slides/slide9.xml"/><Relationship Id="rId44" Type="http://schemas.openxmlformats.org/officeDocument/2006/relationships/slide" Target="slides/slide38.xml"/><Relationship Id="rId73" Type="http://schemas.openxmlformats.org/officeDocument/2006/relationships/font" Target="fonts/ProximaNovaSemibold-regular.fntdata"/><Relationship Id="rId31" Type="http://schemas.openxmlformats.org/officeDocument/2006/relationships/slide" Target="slides/slide25.xml"/><Relationship Id="rId78" Type="http://schemas.openxmlformats.org/officeDocument/2006/relationships/font" Target="fonts/Barlow-italic.fntdata"/><Relationship Id="rId65" Type="http://schemas.openxmlformats.org/officeDocument/2006/relationships/font" Target="fonts/RobotoMedium-italic.fntdata"/><Relationship Id="rId60" Type="http://schemas.openxmlformats.org/officeDocument/2006/relationships/font" Target="fonts/ProximaNova-bold.fntdata"/><Relationship Id="rId52" Type="http://schemas.openxmlformats.org/officeDocument/2006/relationships/slide" Target="slides/slide46.xml"/><Relationship Id="rId10" Type="http://schemas.openxmlformats.org/officeDocument/2006/relationships/slide" Target="slides/slide4.xml"/><Relationship Id="rId81" Type="http://schemas.openxmlformats.org/officeDocument/2006/relationships/customXml" Target="../customXml/item2.xml"/><Relationship Id="rId4" Type="http://schemas.openxmlformats.org/officeDocument/2006/relationships/slideMaster" Target="slideMasters/slideMaster1.xml"/><Relationship Id="rId9" Type="http://schemas.openxmlformats.org/officeDocument/2006/relationships/slide" Target="slides/slide3.xml"/><Relationship Id="rId39" Type="http://schemas.openxmlformats.org/officeDocument/2006/relationships/slide" Target="slides/slide33.xml"/><Relationship Id="rId13" Type="http://schemas.openxmlformats.org/officeDocument/2006/relationships/slide" Target="slides/slide7.xml"/><Relationship Id="rId18" Type="http://schemas.openxmlformats.org/officeDocument/2006/relationships/slide" Target="slides/slide12.xml"/><Relationship Id="rId76" Type="http://schemas.openxmlformats.org/officeDocument/2006/relationships/font" Target="fonts/Barlow-regular.fntdata"/><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 Type="http://schemas.openxmlformats.org/officeDocument/2006/relationships/slide" Target="slides/slide1.xml"/><Relationship Id="rId71" Type="http://schemas.openxmlformats.org/officeDocument/2006/relationships/font" Target="fonts/RedHatDisplay-italic.fntdata"/><Relationship Id="rId2" Type="http://schemas.openxmlformats.org/officeDocument/2006/relationships/presProps" Target="presProps.xml"/><Relationship Id="rId29" Type="http://schemas.openxmlformats.org/officeDocument/2006/relationships/slide" Target="slides/slide23.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font" Target="fonts/RobotoMedium-boldItalic.fntdata"/><Relationship Id="rId24" Type="http://schemas.openxmlformats.org/officeDocument/2006/relationships/slide" Target="slides/slide1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 name="Shape 151"/>
        <p:cNvGrpSpPr/>
        <p:nvPr/>
      </p:nvGrpSpPr>
      <p:grpSpPr>
        <a:xfrm>
          <a:off x="0" y="0"/>
          <a:ext cx="0" cy="0"/>
          <a:chOff x="0" y="0"/>
          <a:chExt cx="0" cy="0"/>
        </a:xfrm>
      </p:grpSpPr>
      <p:sp>
        <p:nvSpPr>
          <p:cNvPr id="152" name="Google Shape;152;p: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 name="Google Shape;15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 name="Shape 157"/>
        <p:cNvGrpSpPr/>
        <p:nvPr/>
      </p:nvGrpSpPr>
      <p:grpSpPr>
        <a:xfrm>
          <a:off x="0" y="0"/>
          <a:ext cx="0" cy="0"/>
          <a:chOff x="0" y="0"/>
          <a:chExt cx="0" cy="0"/>
        </a:xfrm>
      </p:grpSpPr>
      <p:sp>
        <p:nvSpPr>
          <p:cNvPr id="158" name="Google Shape;158;g8fb8d6ea64_0_5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 name="Google Shape;159;g8fb8d6ea64_0_5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 name="Shape 163"/>
        <p:cNvGrpSpPr/>
        <p:nvPr/>
      </p:nvGrpSpPr>
      <p:grpSpPr>
        <a:xfrm>
          <a:off x="0" y="0"/>
          <a:ext cx="0" cy="0"/>
          <a:chOff x="0" y="0"/>
          <a:chExt cx="0" cy="0"/>
        </a:xfrm>
      </p:grpSpPr>
      <p:sp>
        <p:nvSpPr>
          <p:cNvPr id="164" name="Google Shape;164;g8fb8d6ea64_0_6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 name="Google Shape;165;g8fb8d6ea64_0_6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 name="Shape 184"/>
        <p:cNvGrpSpPr/>
        <p:nvPr/>
      </p:nvGrpSpPr>
      <p:grpSpPr>
        <a:xfrm>
          <a:off x="0" y="0"/>
          <a:ext cx="0" cy="0"/>
          <a:chOff x="0" y="0"/>
          <a:chExt cx="0" cy="0"/>
        </a:xfrm>
      </p:grpSpPr>
      <p:sp>
        <p:nvSpPr>
          <p:cNvPr id="185" name="Google Shape;185;g8fb8d6ea64_0_6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 name="Google Shape;186;g8fb8d6ea64_0_6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 name="Shape 190"/>
        <p:cNvGrpSpPr/>
        <p:nvPr/>
      </p:nvGrpSpPr>
      <p:grpSpPr>
        <a:xfrm>
          <a:off x="0" y="0"/>
          <a:ext cx="0" cy="0"/>
          <a:chOff x="0" y="0"/>
          <a:chExt cx="0" cy="0"/>
        </a:xfrm>
      </p:grpSpPr>
      <p:sp>
        <p:nvSpPr>
          <p:cNvPr id="191" name="Google Shape;191;g8fb8d6ea64_0_6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 name="Google Shape;192;g8fb8d6ea64_0_6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 name="Shape 196"/>
        <p:cNvGrpSpPr/>
        <p:nvPr/>
      </p:nvGrpSpPr>
      <p:grpSpPr>
        <a:xfrm>
          <a:off x="0" y="0"/>
          <a:ext cx="0" cy="0"/>
          <a:chOff x="0" y="0"/>
          <a:chExt cx="0" cy="0"/>
        </a:xfrm>
      </p:grpSpPr>
      <p:sp>
        <p:nvSpPr>
          <p:cNvPr id="197" name="Google Shape;197;g8fb8d6ea64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 name="Google Shape;198;g8fb8d6ea64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 name="Shape 203"/>
        <p:cNvGrpSpPr/>
        <p:nvPr/>
      </p:nvGrpSpPr>
      <p:grpSpPr>
        <a:xfrm>
          <a:off x="0" y="0"/>
          <a:ext cx="0" cy="0"/>
          <a:chOff x="0" y="0"/>
          <a:chExt cx="0" cy="0"/>
        </a:xfrm>
      </p:grpSpPr>
      <p:sp>
        <p:nvSpPr>
          <p:cNvPr id="204" name="Google Shape;204;g8fb8d6ea64_0_7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 name="Google Shape;205;g8fb8d6ea64_0_7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g8fb8d6ea64_0_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g8fb8d6ea64_0_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 name="Shape 222"/>
        <p:cNvGrpSpPr/>
        <p:nvPr/>
      </p:nvGrpSpPr>
      <p:grpSpPr>
        <a:xfrm>
          <a:off x="0" y="0"/>
          <a:ext cx="0" cy="0"/>
          <a:chOff x="0" y="0"/>
          <a:chExt cx="0" cy="0"/>
        </a:xfrm>
      </p:grpSpPr>
      <p:sp>
        <p:nvSpPr>
          <p:cNvPr id="223" name="Google Shape;223;g8fb8d6ea64_0_8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 name="Google Shape;224;g8fb8d6ea64_0_8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 name="Shape 233"/>
        <p:cNvGrpSpPr/>
        <p:nvPr/>
      </p:nvGrpSpPr>
      <p:grpSpPr>
        <a:xfrm>
          <a:off x="0" y="0"/>
          <a:ext cx="0" cy="0"/>
          <a:chOff x="0" y="0"/>
          <a:chExt cx="0" cy="0"/>
        </a:xfrm>
      </p:grpSpPr>
      <p:sp>
        <p:nvSpPr>
          <p:cNvPr id="234" name="Google Shape;234;g8fb8d6ea64_0_8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 name="Google Shape;235;g8fb8d6ea64_0_8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 name="Shape 240"/>
        <p:cNvGrpSpPr/>
        <p:nvPr/>
      </p:nvGrpSpPr>
      <p:grpSpPr>
        <a:xfrm>
          <a:off x="0" y="0"/>
          <a:ext cx="0" cy="0"/>
          <a:chOff x="0" y="0"/>
          <a:chExt cx="0" cy="0"/>
        </a:xfrm>
      </p:grpSpPr>
      <p:sp>
        <p:nvSpPr>
          <p:cNvPr id="241" name="Google Shape;241;g8fb8d6ea64_0_8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 name="Google Shape;242;g8fb8d6ea64_0_8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 name="Shape 246"/>
        <p:cNvGrpSpPr/>
        <p:nvPr/>
      </p:nvGrpSpPr>
      <p:grpSpPr>
        <a:xfrm>
          <a:off x="0" y="0"/>
          <a:ext cx="0" cy="0"/>
          <a:chOff x="0" y="0"/>
          <a:chExt cx="0" cy="0"/>
        </a:xfrm>
      </p:grpSpPr>
      <p:sp>
        <p:nvSpPr>
          <p:cNvPr id="247" name="Google Shape;247;g8fb8d6ea64_0_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 name="Google Shape;248;g8fb8d6ea64_0_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 name="Shape 252"/>
        <p:cNvGrpSpPr/>
        <p:nvPr/>
      </p:nvGrpSpPr>
      <p:grpSpPr>
        <a:xfrm>
          <a:off x="0" y="0"/>
          <a:ext cx="0" cy="0"/>
          <a:chOff x="0" y="0"/>
          <a:chExt cx="0" cy="0"/>
        </a:xfrm>
      </p:grpSpPr>
      <p:sp>
        <p:nvSpPr>
          <p:cNvPr id="253" name="Google Shape;253;g8fb8d6ea64_0_9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 name="Google Shape;254;g8fb8d6ea64_0_9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 name="Shape 265"/>
        <p:cNvGrpSpPr/>
        <p:nvPr/>
      </p:nvGrpSpPr>
      <p:grpSpPr>
        <a:xfrm>
          <a:off x="0" y="0"/>
          <a:ext cx="0" cy="0"/>
          <a:chOff x="0" y="0"/>
          <a:chExt cx="0" cy="0"/>
        </a:xfrm>
      </p:grpSpPr>
      <p:sp>
        <p:nvSpPr>
          <p:cNvPr id="266" name="Google Shape;266;g8fb8d6ea64_0_9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 name="Google Shape;267;g8fb8d6ea64_0_9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 name="Shape 278"/>
        <p:cNvGrpSpPr/>
        <p:nvPr/>
      </p:nvGrpSpPr>
      <p:grpSpPr>
        <a:xfrm>
          <a:off x="0" y="0"/>
          <a:ext cx="0" cy="0"/>
          <a:chOff x="0" y="0"/>
          <a:chExt cx="0" cy="0"/>
        </a:xfrm>
      </p:grpSpPr>
      <p:sp>
        <p:nvSpPr>
          <p:cNvPr id="279" name="Google Shape;279;g8fb8d6ea64_0_9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 name="Google Shape;280;g8fb8d6ea64_0_9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 name="Shape 295"/>
        <p:cNvGrpSpPr/>
        <p:nvPr/>
      </p:nvGrpSpPr>
      <p:grpSpPr>
        <a:xfrm>
          <a:off x="0" y="0"/>
          <a:ext cx="0" cy="0"/>
          <a:chOff x="0" y="0"/>
          <a:chExt cx="0" cy="0"/>
        </a:xfrm>
      </p:grpSpPr>
      <p:sp>
        <p:nvSpPr>
          <p:cNvPr id="296" name="Google Shape;296;g8fb8d6ea64_0_10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 name="Google Shape;297;g8fb8d6ea64_0_10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 name="Shape 312"/>
        <p:cNvGrpSpPr/>
        <p:nvPr/>
      </p:nvGrpSpPr>
      <p:grpSpPr>
        <a:xfrm>
          <a:off x="0" y="0"/>
          <a:ext cx="0" cy="0"/>
          <a:chOff x="0" y="0"/>
          <a:chExt cx="0" cy="0"/>
        </a:xfrm>
      </p:grpSpPr>
      <p:sp>
        <p:nvSpPr>
          <p:cNvPr id="313" name="Google Shape;313;g8fb8d6ea64_1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4" name="Google Shape;314;g8fb8d6ea64_1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 name="Shape 329"/>
        <p:cNvGrpSpPr/>
        <p:nvPr/>
      </p:nvGrpSpPr>
      <p:grpSpPr>
        <a:xfrm>
          <a:off x="0" y="0"/>
          <a:ext cx="0" cy="0"/>
          <a:chOff x="0" y="0"/>
          <a:chExt cx="0" cy="0"/>
        </a:xfrm>
      </p:grpSpPr>
      <p:sp>
        <p:nvSpPr>
          <p:cNvPr id="330" name="Google Shape;330;g8fb8d6ea64_0_10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1" name="Google Shape;331;g8fb8d6ea64_0_10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 name="Shape 353"/>
        <p:cNvGrpSpPr/>
        <p:nvPr/>
      </p:nvGrpSpPr>
      <p:grpSpPr>
        <a:xfrm>
          <a:off x="0" y="0"/>
          <a:ext cx="0" cy="0"/>
          <a:chOff x="0" y="0"/>
          <a:chExt cx="0" cy="0"/>
        </a:xfrm>
      </p:grpSpPr>
      <p:sp>
        <p:nvSpPr>
          <p:cNvPr id="354" name="Google Shape;354;g8fb8d6ea64_0_1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 name="Google Shape;355;g8fb8d6ea64_0_1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 name="Shape 360"/>
        <p:cNvGrpSpPr/>
        <p:nvPr/>
      </p:nvGrpSpPr>
      <p:grpSpPr>
        <a:xfrm>
          <a:off x="0" y="0"/>
          <a:ext cx="0" cy="0"/>
          <a:chOff x="0" y="0"/>
          <a:chExt cx="0" cy="0"/>
        </a:xfrm>
      </p:grpSpPr>
      <p:sp>
        <p:nvSpPr>
          <p:cNvPr id="361" name="Google Shape;361;g8fb8d6ea64_1_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 name="Google Shape;362;g8fb8d6ea64_1_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 name="Shape 373"/>
        <p:cNvGrpSpPr/>
        <p:nvPr/>
      </p:nvGrpSpPr>
      <p:grpSpPr>
        <a:xfrm>
          <a:off x="0" y="0"/>
          <a:ext cx="0" cy="0"/>
          <a:chOff x="0" y="0"/>
          <a:chExt cx="0" cy="0"/>
        </a:xfrm>
      </p:grpSpPr>
      <p:sp>
        <p:nvSpPr>
          <p:cNvPr id="374" name="Google Shape;374;g8fb8d6ea64_0_1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 name="Google Shape;375;g8fb8d6ea64_0_1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 name="Shape 379"/>
        <p:cNvGrpSpPr/>
        <p:nvPr/>
      </p:nvGrpSpPr>
      <p:grpSpPr>
        <a:xfrm>
          <a:off x="0" y="0"/>
          <a:ext cx="0" cy="0"/>
          <a:chOff x="0" y="0"/>
          <a:chExt cx="0" cy="0"/>
        </a:xfrm>
      </p:grpSpPr>
      <p:sp>
        <p:nvSpPr>
          <p:cNvPr id="380" name="Google Shape;380;g8fb8d6ea64_0_1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 name="Google Shape;381;g8fb8d6ea64_0_1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 name="Shape 386"/>
        <p:cNvGrpSpPr/>
        <p:nvPr/>
      </p:nvGrpSpPr>
      <p:grpSpPr>
        <a:xfrm>
          <a:off x="0" y="0"/>
          <a:ext cx="0" cy="0"/>
          <a:chOff x="0" y="0"/>
          <a:chExt cx="0" cy="0"/>
        </a:xfrm>
      </p:grpSpPr>
      <p:sp>
        <p:nvSpPr>
          <p:cNvPr id="387" name="Google Shape;387;g8fb8d6ea64_0_1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8" name="Google Shape;388;g8fb8d6ea64_0_1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 name="Shape 464"/>
        <p:cNvGrpSpPr/>
        <p:nvPr/>
      </p:nvGrpSpPr>
      <p:grpSpPr>
        <a:xfrm>
          <a:off x="0" y="0"/>
          <a:ext cx="0" cy="0"/>
          <a:chOff x="0" y="0"/>
          <a:chExt cx="0" cy="0"/>
        </a:xfrm>
      </p:grpSpPr>
      <p:sp>
        <p:nvSpPr>
          <p:cNvPr id="465" name="Google Shape;465;g8fb8d6ea64_0_1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 name="Google Shape;466;g8fb8d6ea64_0_1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 name="Shape 477"/>
        <p:cNvGrpSpPr/>
        <p:nvPr/>
      </p:nvGrpSpPr>
      <p:grpSpPr>
        <a:xfrm>
          <a:off x="0" y="0"/>
          <a:ext cx="0" cy="0"/>
          <a:chOff x="0" y="0"/>
          <a:chExt cx="0" cy="0"/>
        </a:xfrm>
      </p:grpSpPr>
      <p:sp>
        <p:nvSpPr>
          <p:cNvPr id="478" name="Google Shape;478;g8fb8d6ea64_0_12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9" name="Google Shape;479;g8fb8d6ea64_0_12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 name="Shape 499"/>
        <p:cNvGrpSpPr/>
        <p:nvPr/>
      </p:nvGrpSpPr>
      <p:grpSpPr>
        <a:xfrm>
          <a:off x="0" y="0"/>
          <a:ext cx="0" cy="0"/>
          <a:chOff x="0" y="0"/>
          <a:chExt cx="0" cy="0"/>
        </a:xfrm>
      </p:grpSpPr>
      <p:sp>
        <p:nvSpPr>
          <p:cNvPr id="500" name="Google Shape;500;g8fb8d6ea64_0_1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1" name="Google Shape;501;g8fb8d6ea64_0_1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7" name="Shape 517"/>
        <p:cNvGrpSpPr/>
        <p:nvPr/>
      </p:nvGrpSpPr>
      <p:grpSpPr>
        <a:xfrm>
          <a:off x="0" y="0"/>
          <a:ext cx="0" cy="0"/>
          <a:chOff x="0" y="0"/>
          <a:chExt cx="0" cy="0"/>
        </a:xfrm>
      </p:grpSpPr>
      <p:sp>
        <p:nvSpPr>
          <p:cNvPr id="518" name="Google Shape;518;g8fb8d6ea64_0_12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9" name="Google Shape;519;g8fb8d6ea64_0_12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 name="Shape 524"/>
        <p:cNvGrpSpPr/>
        <p:nvPr/>
      </p:nvGrpSpPr>
      <p:grpSpPr>
        <a:xfrm>
          <a:off x="0" y="0"/>
          <a:ext cx="0" cy="0"/>
          <a:chOff x="0" y="0"/>
          <a:chExt cx="0" cy="0"/>
        </a:xfrm>
      </p:grpSpPr>
      <p:sp>
        <p:nvSpPr>
          <p:cNvPr id="525" name="Google Shape;525;g8fb8d6ea64_0_1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6" name="Google Shape;526;g8fb8d6ea64_0_1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 name="Shape 550"/>
        <p:cNvGrpSpPr/>
        <p:nvPr/>
      </p:nvGrpSpPr>
      <p:grpSpPr>
        <a:xfrm>
          <a:off x="0" y="0"/>
          <a:ext cx="0" cy="0"/>
          <a:chOff x="0" y="0"/>
          <a:chExt cx="0" cy="0"/>
        </a:xfrm>
      </p:grpSpPr>
      <p:sp>
        <p:nvSpPr>
          <p:cNvPr id="551" name="Google Shape;551;g8fb8d6ea64_0_1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 name="Google Shape;552;g8fb8d6ea64_0_1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 name="Shape 563"/>
        <p:cNvGrpSpPr/>
        <p:nvPr/>
      </p:nvGrpSpPr>
      <p:grpSpPr>
        <a:xfrm>
          <a:off x="0" y="0"/>
          <a:ext cx="0" cy="0"/>
          <a:chOff x="0" y="0"/>
          <a:chExt cx="0" cy="0"/>
        </a:xfrm>
      </p:grpSpPr>
      <p:sp>
        <p:nvSpPr>
          <p:cNvPr id="564" name="Google Shape;564;g8fb8d6ea64_0_13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 name="Google Shape;565;g8fb8d6ea64_0_13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 name="Shape 575"/>
        <p:cNvGrpSpPr/>
        <p:nvPr/>
      </p:nvGrpSpPr>
      <p:grpSpPr>
        <a:xfrm>
          <a:off x="0" y="0"/>
          <a:ext cx="0" cy="0"/>
          <a:chOff x="0" y="0"/>
          <a:chExt cx="0" cy="0"/>
        </a:xfrm>
      </p:grpSpPr>
      <p:sp>
        <p:nvSpPr>
          <p:cNvPr id="576" name="Google Shape;576;g8fb8d6ea64_0_13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7" name="Google Shape;577;g8fb8d6ea64_0_13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5" name="Shape 585"/>
        <p:cNvGrpSpPr/>
        <p:nvPr/>
      </p:nvGrpSpPr>
      <p:grpSpPr>
        <a:xfrm>
          <a:off x="0" y="0"/>
          <a:ext cx="0" cy="0"/>
          <a:chOff x="0" y="0"/>
          <a:chExt cx="0" cy="0"/>
        </a:xfrm>
      </p:grpSpPr>
      <p:sp>
        <p:nvSpPr>
          <p:cNvPr id="586" name="Google Shape;586;g8fb8d6ea64_0_14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7" name="Google Shape;587;g8fb8d6ea64_0_14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1" name="Shape 601"/>
        <p:cNvGrpSpPr/>
        <p:nvPr/>
      </p:nvGrpSpPr>
      <p:grpSpPr>
        <a:xfrm>
          <a:off x="0" y="0"/>
          <a:ext cx="0" cy="0"/>
          <a:chOff x="0" y="0"/>
          <a:chExt cx="0" cy="0"/>
        </a:xfrm>
      </p:grpSpPr>
      <p:sp>
        <p:nvSpPr>
          <p:cNvPr id="602" name="Google Shape;602;g8fb8d6ea64_0_14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3" name="Google Shape;603;g8fb8d6ea64_0_14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 name="Shape 618"/>
        <p:cNvGrpSpPr/>
        <p:nvPr/>
      </p:nvGrpSpPr>
      <p:grpSpPr>
        <a:xfrm>
          <a:off x="0" y="0"/>
          <a:ext cx="0" cy="0"/>
          <a:chOff x="0" y="0"/>
          <a:chExt cx="0" cy="0"/>
        </a:xfrm>
      </p:grpSpPr>
      <p:sp>
        <p:nvSpPr>
          <p:cNvPr id="619" name="Google Shape;619;g8fb8d6ea64_0_14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 name="Google Shape;620;g8fb8d6ea64_0_14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 name="Shape 626"/>
        <p:cNvGrpSpPr/>
        <p:nvPr/>
      </p:nvGrpSpPr>
      <p:grpSpPr>
        <a:xfrm>
          <a:off x="0" y="0"/>
          <a:ext cx="0" cy="0"/>
          <a:chOff x="0" y="0"/>
          <a:chExt cx="0" cy="0"/>
        </a:xfrm>
      </p:grpSpPr>
      <p:sp>
        <p:nvSpPr>
          <p:cNvPr id="627" name="Google Shape;627;g8fb8d6ea64_0_1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 name="Google Shape;628;g8fb8d6ea64_0_1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 name="Shape 634"/>
        <p:cNvGrpSpPr/>
        <p:nvPr/>
      </p:nvGrpSpPr>
      <p:grpSpPr>
        <a:xfrm>
          <a:off x="0" y="0"/>
          <a:ext cx="0" cy="0"/>
          <a:chOff x="0" y="0"/>
          <a:chExt cx="0" cy="0"/>
        </a:xfrm>
      </p:grpSpPr>
      <p:sp>
        <p:nvSpPr>
          <p:cNvPr id="635" name="Google Shape;635;g8fb8d6ea64_3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6" name="Google Shape;636;g8fb8d6ea64_3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1" name="Shape 641"/>
        <p:cNvGrpSpPr/>
        <p:nvPr/>
      </p:nvGrpSpPr>
      <p:grpSpPr>
        <a:xfrm>
          <a:off x="0" y="0"/>
          <a:ext cx="0" cy="0"/>
          <a:chOff x="0" y="0"/>
          <a:chExt cx="0" cy="0"/>
        </a:xfrm>
      </p:grpSpPr>
      <p:sp>
        <p:nvSpPr>
          <p:cNvPr id="642" name="Google Shape;642;g8fb8d6ea64_3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 name="Google Shape;643;g8fb8d6ea64_3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 name="Shape 657"/>
        <p:cNvGrpSpPr/>
        <p:nvPr/>
      </p:nvGrpSpPr>
      <p:grpSpPr>
        <a:xfrm>
          <a:off x="0" y="0"/>
          <a:ext cx="0" cy="0"/>
          <a:chOff x="0" y="0"/>
          <a:chExt cx="0" cy="0"/>
        </a:xfrm>
      </p:grpSpPr>
      <p:sp>
        <p:nvSpPr>
          <p:cNvPr id="658" name="Google Shape;658;g8fb8d6ea64_3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 name="Google Shape;659;g8fb8d6ea64_3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 name="Shape 671"/>
        <p:cNvGrpSpPr/>
        <p:nvPr/>
      </p:nvGrpSpPr>
      <p:grpSpPr>
        <a:xfrm>
          <a:off x="0" y="0"/>
          <a:ext cx="0" cy="0"/>
          <a:chOff x="0" y="0"/>
          <a:chExt cx="0" cy="0"/>
        </a:xfrm>
      </p:grpSpPr>
      <p:sp>
        <p:nvSpPr>
          <p:cNvPr id="672" name="Google Shape;672;g8fb8d6ea64_3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 name="Google Shape;673;g8fb8d6ea64_3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g8fb8d6ea64_3_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 name="Google Shape;1010;g8fb8d6ea64_3_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8" name="Shape 7508"/>
        <p:cNvGrpSpPr/>
        <p:nvPr/>
      </p:nvGrpSpPr>
      <p:grpSpPr>
        <a:xfrm>
          <a:off x="0" y="0"/>
          <a:ext cx="0" cy="0"/>
          <a:chOff x="0" y="0"/>
          <a:chExt cx="0" cy="0"/>
        </a:xfrm>
      </p:grpSpPr>
      <p:sp>
        <p:nvSpPr>
          <p:cNvPr id="7509" name="Google Shape;7509;g8fb8d6ea64_3_68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10" name="Google Shape;7510;g8fb8d6ea64_3_68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5" name="Shape 7935"/>
        <p:cNvGrpSpPr/>
        <p:nvPr/>
      </p:nvGrpSpPr>
      <p:grpSpPr>
        <a:xfrm>
          <a:off x="0" y="0"/>
          <a:ext cx="0" cy="0"/>
          <a:chOff x="0" y="0"/>
          <a:chExt cx="0" cy="0"/>
        </a:xfrm>
      </p:grpSpPr>
      <p:sp>
        <p:nvSpPr>
          <p:cNvPr id="7936" name="Google Shape;7936;g8fb8d6ea64_3_7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7" name="Google Shape;7937;g8fb8d6ea64_3_7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8" name="Shape 8098"/>
        <p:cNvGrpSpPr/>
        <p:nvPr/>
      </p:nvGrpSpPr>
      <p:grpSpPr>
        <a:xfrm>
          <a:off x="0" y="0"/>
          <a:ext cx="0" cy="0"/>
          <a:chOff x="0" y="0"/>
          <a:chExt cx="0" cy="0"/>
        </a:xfrm>
      </p:grpSpPr>
      <p:sp>
        <p:nvSpPr>
          <p:cNvPr id="8099" name="Google Shape;8099;g8fb8d6ea64_3_7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00" name="Google Shape;8100;g8fb8d6ea64_3_7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0" name="Shape 8500"/>
        <p:cNvGrpSpPr/>
        <p:nvPr/>
      </p:nvGrpSpPr>
      <p:grpSpPr>
        <a:xfrm>
          <a:off x="0" y="0"/>
          <a:ext cx="0" cy="0"/>
          <a:chOff x="0" y="0"/>
          <a:chExt cx="0" cy="0"/>
        </a:xfrm>
      </p:grpSpPr>
      <p:sp>
        <p:nvSpPr>
          <p:cNvPr id="8501" name="Google Shape;8501;g8fb8d6ea64_3_78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02" name="Google Shape;8502;g8fb8d6ea64_3_78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1" name="Shape 8871"/>
        <p:cNvGrpSpPr/>
        <p:nvPr/>
      </p:nvGrpSpPr>
      <p:grpSpPr>
        <a:xfrm>
          <a:off x="0" y="0"/>
          <a:ext cx="0" cy="0"/>
          <a:chOff x="0" y="0"/>
          <a:chExt cx="0" cy="0"/>
        </a:xfrm>
      </p:grpSpPr>
      <p:sp>
        <p:nvSpPr>
          <p:cNvPr id="8872" name="Google Shape;8872;g8fb8d6ea64_3_8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3" name="Google Shape;8873;g8fb8d6ea64_3_8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3" name="Shape 9173"/>
        <p:cNvGrpSpPr/>
        <p:nvPr/>
      </p:nvGrpSpPr>
      <p:grpSpPr>
        <a:xfrm>
          <a:off x="0" y="0"/>
          <a:ext cx="0" cy="0"/>
          <a:chOff x="0" y="0"/>
          <a:chExt cx="0" cy="0"/>
        </a:xfrm>
      </p:grpSpPr>
      <p:sp>
        <p:nvSpPr>
          <p:cNvPr id="9174" name="Google Shape;9174;g8fb8d6ea64_3_85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75" name="Google Shape;9175;g8fb8d6ea64_3_85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5" name="Shape 9465"/>
        <p:cNvGrpSpPr/>
        <p:nvPr/>
      </p:nvGrpSpPr>
      <p:grpSpPr>
        <a:xfrm>
          <a:off x="0" y="0"/>
          <a:ext cx="0" cy="0"/>
          <a:chOff x="0" y="0"/>
          <a:chExt cx="0" cy="0"/>
        </a:xfrm>
      </p:grpSpPr>
      <p:sp>
        <p:nvSpPr>
          <p:cNvPr id="9466" name="Google Shape;9466;g8fb8d6ea64_3_88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7" name="Google Shape;9467;g8fb8d6ea64_3_88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24" name="Shape 9824"/>
        <p:cNvGrpSpPr/>
        <p:nvPr/>
      </p:nvGrpSpPr>
      <p:grpSpPr>
        <a:xfrm>
          <a:off x="0" y="0"/>
          <a:ext cx="0" cy="0"/>
          <a:chOff x="0" y="0"/>
          <a:chExt cx="0" cy="0"/>
        </a:xfrm>
      </p:grpSpPr>
      <p:sp>
        <p:nvSpPr>
          <p:cNvPr id="9825" name="Google Shape;9825;g8fb8d6ea64_3_9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6" name="Google Shape;9826;g8fb8d6ea64_3_9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41" name="Shape 10241"/>
        <p:cNvGrpSpPr/>
        <p:nvPr/>
      </p:nvGrpSpPr>
      <p:grpSpPr>
        <a:xfrm>
          <a:off x="0" y="0"/>
          <a:ext cx="0" cy="0"/>
          <a:chOff x="0" y="0"/>
          <a:chExt cx="0" cy="0"/>
        </a:xfrm>
      </p:grpSpPr>
      <p:sp>
        <p:nvSpPr>
          <p:cNvPr id="10242" name="Google Shape;10242;g8fb8d6ea64_3_9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43" name="Google Shape;10243;g8fb8d6ea64_3_9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80" name="Shape 10580"/>
        <p:cNvGrpSpPr/>
        <p:nvPr/>
      </p:nvGrpSpPr>
      <p:grpSpPr>
        <a:xfrm>
          <a:off x="0" y="0"/>
          <a:ext cx="0" cy="0"/>
          <a:chOff x="0" y="0"/>
          <a:chExt cx="0" cy="0"/>
        </a:xfrm>
      </p:grpSpPr>
      <p:sp>
        <p:nvSpPr>
          <p:cNvPr id="10581" name="Google Shape;10581;g8fb8d6ea64_3_99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82" name="Google Shape;10582;g8fb8d6ea64_3_99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68" name="Shape 10768"/>
        <p:cNvGrpSpPr/>
        <p:nvPr/>
      </p:nvGrpSpPr>
      <p:grpSpPr>
        <a:xfrm>
          <a:off x="0" y="0"/>
          <a:ext cx="0" cy="0"/>
          <a:chOff x="0" y="0"/>
          <a:chExt cx="0" cy="0"/>
        </a:xfrm>
      </p:grpSpPr>
      <p:sp>
        <p:nvSpPr>
          <p:cNvPr id="10769" name="Google Shape;10769;g8fb8d6ea64_3_10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70" name="Google Shape;10770;g8fb8d6ea64_3_10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1" name="Shape 11011"/>
        <p:cNvGrpSpPr/>
        <p:nvPr/>
      </p:nvGrpSpPr>
      <p:grpSpPr>
        <a:xfrm>
          <a:off x="0" y="0"/>
          <a:ext cx="0" cy="0"/>
          <a:chOff x="0" y="0"/>
          <a:chExt cx="0" cy="0"/>
        </a:xfrm>
      </p:grpSpPr>
      <p:sp>
        <p:nvSpPr>
          <p:cNvPr id="11012" name="Google Shape;11012;g8fb8d6ea64_3_10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3" name="Google Shape;11013;g8fb8d6ea64_3_10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7.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7.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6.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4.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3.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9.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7.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hyperlink" Target="https://stories.freepik.com/"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idx="1" type="subTitle"/>
          </p:nvPr>
        </p:nvSpPr>
        <p:spPr>
          <a:xfrm>
            <a:off x="2249400" y="3417925"/>
            <a:ext cx="4645200" cy="43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600">
                <a:solidFill>
                  <a:schemeClr val="lt1"/>
                </a:solidFill>
              </a:defRPr>
            </a:lvl1pPr>
            <a:lvl2pPr lvl="1" rtl="0">
              <a:lnSpc>
                <a:spcPct val="100000"/>
              </a:lnSpc>
              <a:spcBef>
                <a:spcPts val="0"/>
              </a:spcBef>
              <a:spcAft>
                <a:spcPts val="0"/>
              </a:spcAft>
              <a:buClr>
                <a:schemeClr val="lt1"/>
              </a:buClr>
              <a:buSzPts val="1600"/>
              <a:buNone/>
              <a:defRPr sz="1600">
                <a:solidFill>
                  <a:schemeClr val="lt1"/>
                </a:solidFill>
              </a:defRPr>
            </a:lvl2pPr>
            <a:lvl3pPr lvl="2" rtl="0">
              <a:lnSpc>
                <a:spcPct val="100000"/>
              </a:lnSpc>
              <a:spcBef>
                <a:spcPts val="0"/>
              </a:spcBef>
              <a:spcAft>
                <a:spcPts val="0"/>
              </a:spcAft>
              <a:buClr>
                <a:schemeClr val="lt1"/>
              </a:buClr>
              <a:buSzPts val="1600"/>
              <a:buNone/>
              <a:defRPr sz="1600">
                <a:solidFill>
                  <a:schemeClr val="lt1"/>
                </a:solidFill>
              </a:defRPr>
            </a:lvl3pPr>
            <a:lvl4pPr lvl="3" rtl="0">
              <a:lnSpc>
                <a:spcPct val="100000"/>
              </a:lnSpc>
              <a:spcBef>
                <a:spcPts val="0"/>
              </a:spcBef>
              <a:spcAft>
                <a:spcPts val="0"/>
              </a:spcAft>
              <a:buClr>
                <a:schemeClr val="lt1"/>
              </a:buClr>
              <a:buSzPts val="1600"/>
              <a:buNone/>
              <a:defRPr sz="1600">
                <a:solidFill>
                  <a:schemeClr val="lt1"/>
                </a:solidFill>
              </a:defRPr>
            </a:lvl4pPr>
            <a:lvl5pPr lvl="4" rtl="0">
              <a:lnSpc>
                <a:spcPct val="100000"/>
              </a:lnSpc>
              <a:spcBef>
                <a:spcPts val="0"/>
              </a:spcBef>
              <a:spcAft>
                <a:spcPts val="0"/>
              </a:spcAft>
              <a:buClr>
                <a:schemeClr val="lt1"/>
              </a:buClr>
              <a:buSzPts val="1600"/>
              <a:buNone/>
              <a:defRPr sz="1600">
                <a:solidFill>
                  <a:schemeClr val="lt1"/>
                </a:solidFill>
              </a:defRPr>
            </a:lvl5pPr>
            <a:lvl6pPr lvl="5" rtl="0">
              <a:lnSpc>
                <a:spcPct val="100000"/>
              </a:lnSpc>
              <a:spcBef>
                <a:spcPts val="0"/>
              </a:spcBef>
              <a:spcAft>
                <a:spcPts val="0"/>
              </a:spcAft>
              <a:buClr>
                <a:schemeClr val="lt1"/>
              </a:buClr>
              <a:buSzPts val="1600"/>
              <a:buNone/>
              <a:defRPr sz="1600">
                <a:solidFill>
                  <a:schemeClr val="lt1"/>
                </a:solidFill>
              </a:defRPr>
            </a:lvl6pPr>
            <a:lvl7pPr lvl="6" rtl="0">
              <a:lnSpc>
                <a:spcPct val="100000"/>
              </a:lnSpc>
              <a:spcBef>
                <a:spcPts val="0"/>
              </a:spcBef>
              <a:spcAft>
                <a:spcPts val="0"/>
              </a:spcAft>
              <a:buClr>
                <a:schemeClr val="lt1"/>
              </a:buClr>
              <a:buSzPts val="1600"/>
              <a:buNone/>
              <a:defRPr sz="1600">
                <a:solidFill>
                  <a:schemeClr val="lt1"/>
                </a:solidFill>
              </a:defRPr>
            </a:lvl7pPr>
            <a:lvl8pPr lvl="7" rtl="0">
              <a:lnSpc>
                <a:spcPct val="100000"/>
              </a:lnSpc>
              <a:spcBef>
                <a:spcPts val="0"/>
              </a:spcBef>
              <a:spcAft>
                <a:spcPts val="0"/>
              </a:spcAft>
              <a:buClr>
                <a:schemeClr val="lt1"/>
              </a:buClr>
              <a:buSzPts val="1600"/>
              <a:buNone/>
              <a:defRPr sz="1600">
                <a:solidFill>
                  <a:schemeClr val="lt1"/>
                </a:solidFill>
              </a:defRPr>
            </a:lvl8pPr>
            <a:lvl9pPr lvl="8" rtl="0">
              <a:lnSpc>
                <a:spcPct val="100000"/>
              </a:lnSpc>
              <a:spcBef>
                <a:spcPts val="0"/>
              </a:spcBef>
              <a:spcAft>
                <a:spcPts val="0"/>
              </a:spcAft>
              <a:buClr>
                <a:schemeClr val="lt1"/>
              </a:buClr>
              <a:buSzPts val="1600"/>
              <a:buNone/>
              <a:defRPr sz="1600">
                <a:solidFill>
                  <a:schemeClr val="lt1"/>
                </a:solidFill>
              </a:defRPr>
            </a:lvl9pPr>
          </a:lstStyle>
          <a:p/>
        </p:txBody>
      </p:sp>
      <p:sp>
        <p:nvSpPr>
          <p:cNvPr id="10" name="Google Shape;10;p2"/>
          <p:cNvSpPr txBox="1"/>
          <p:nvPr>
            <p:ph type="ctrTitle"/>
          </p:nvPr>
        </p:nvSpPr>
        <p:spPr>
          <a:xfrm>
            <a:off x="1728150" y="828800"/>
            <a:ext cx="5687700" cy="2167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7200"/>
              <a:buNone/>
              <a:defRPr sz="72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rtl="0" algn="ctr">
              <a:spcBef>
                <a:spcPts val="0"/>
              </a:spcBef>
              <a:spcAft>
                <a:spcPts val="0"/>
              </a:spcAft>
              <a:buClr>
                <a:schemeClr val="lt1"/>
              </a:buClr>
              <a:buSzPts val="7200"/>
              <a:buNone/>
              <a:defRPr sz="7200">
                <a:solidFill>
                  <a:schemeClr val="lt1"/>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blipFill>
          <a:blip r:embed="rId2">
            <a:alphaModFix/>
          </a:blip>
          <a:stretch>
            <a:fillRect/>
          </a:stretch>
        </a:blipFill>
      </p:bgPr>
    </p:bg>
    <p:spTree>
      <p:nvGrpSpPr>
        <p:cNvPr id="11" name="Shape 11"/>
        <p:cNvGrpSpPr/>
        <p:nvPr/>
      </p:nvGrpSpPr>
      <p:grpSpPr>
        <a:xfrm>
          <a:off x="0" y="0"/>
          <a:ext cx="0" cy="0"/>
          <a:chOff x="0" y="0"/>
          <a:chExt cx="0" cy="0"/>
        </a:xfrm>
      </p:grpSpPr>
      <p:sp>
        <p:nvSpPr>
          <p:cNvPr id="12" name="Google Shape;12;p3"/>
          <p:cNvSpPr txBox="1"/>
          <p:nvPr>
            <p:ph hasCustomPrompt="1" type="title"/>
          </p:nvPr>
        </p:nvSpPr>
        <p:spPr>
          <a:xfrm>
            <a:off x="3954750" y="988900"/>
            <a:ext cx="1234500" cy="667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b="1" sz="4800">
                <a:solidFill>
                  <a:schemeClr val="lt1"/>
                </a:solidFill>
              </a:defRPr>
            </a:lvl1pPr>
            <a:lvl2pPr lvl="1" rtl="0" algn="ctr">
              <a:spcBef>
                <a:spcPts val="0"/>
              </a:spcBef>
              <a:spcAft>
                <a:spcPts val="0"/>
              </a:spcAft>
              <a:buClr>
                <a:schemeClr val="lt1"/>
              </a:buClr>
              <a:buSzPts val="4800"/>
              <a:buNone/>
              <a:defRPr b="1" sz="4800">
                <a:solidFill>
                  <a:schemeClr val="lt1"/>
                </a:solidFill>
              </a:defRPr>
            </a:lvl2pPr>
            <a:lvl3pPr lvl="2" rtl="0" algn="ctr">
              <a:spcBef>
                <a:spcPts val="0"/>
              </a:spcBef>
              <a:spcAft>
                <a:spcPts val="0"/>
              </a:spcAft>
              <a:buClr>
                <a:schemeClr val="lt1"/>
              </a:buClr>
              <a:buSzPts val="4800"/>
              <a:buNone/>
              <a:defRPr b="1" sz="4800">
                <a:solidFill>
                  <a:schemeClr val="lt1"/>
                </a:solidFill>
              </a:defRPr>
            </a:lvl3pPr>
            <a:lvl4pPr lvl="3" rtl="0" algn="ctr">
              <a:spcBef>
                <a:spcPts val="0"/>
              </a:spcBef>
              <a:spcAft>
                <a:spcPts val="0"/>
              </a:spcAft>
              <a:buClr>
                <a:schemeClr val="lt1"/>
              </a:buClr>
              <a:buSzPts val="4800"/>
              <a:buNone/>
              <a:defRPr b="1" sz="4800">
                <a:solidFill>
                  <a:schemeClr val="lt1"/>
                </a:solidFill>
              </a:defRPr>
            </a:lvl4pPr>
            <a:lvl5pPr lvl="4" rtl="0" algn="ctr">
              <a:spcBef>
                <a:spcPts val="0"/>
              </a:spcBef>
              <a:spcAft>
                <a:spcPts val="0"/>
              </a:spcAft>
              <a:buClr>
                <a:schemeClr val="lt1"/>
              </a:buClr>
              <a:buSzPts val="4800"/>
              <a:buNone/>
              <a:defRPr b="1" sz="4800">
                <a:solidFill>
                  <a:schemeClr val="lt1"/>
                </a:solidFill>
              </a:defRPr>
            </a:lvl5pPr>
            <a:lvl6pPr lvl="5" rtl="0" algn="ctr">
              <a:spcBef>
                <a:spcPts val="0"/>
              </a:spcBef>
              <a:spcAft>
                <a:spcPts val="0"/>
              </a:spcAft>
              <a:buClr>
                <a:schemeClr val="lt1"/>
              </a:buClr>
              <a:buSzPts val="4800"/>
              <a:buNone/>
              <a:defRPr b="1" sz="4800">
                <a:solidFill>
                  <a:schemeClr val="lt1"/>
                </a:solidFill>
              </a:defRPr>
            </a:lvl6pPr>
            <a:lvl7pPr lvl="6" rtl="0" algn="ctr">
              <a:spcBef>
                <a:spcPts val="0"/>
              </a:spcBef>
              <a:spcAft>
                <a:spcPts val="0"/>
              </a:spcAft>
              <a:buClr>
                <a:schemeClr val="lt1"/>
              </a:buClr>
              <a:buSzPts val="4800"/>
              <a:buNone/>
              <a:defRPr b="1" sz="4800">
                <a:solidFill>
                  <a:schemeClr val="lt1"/>
                </a:solidFill>
              </a:defRPr>
            </a:lvl7pPr>
            <a:lvl8pPr lvl="7" rtl="0" algn="ctr">
              <a:spcBef>
                <a:spcPts val="0"/>
              </a:spcBef>
              <a:spcAft>
                <a:spcPts val="0"/>
              </a:spcAft>
              <a:buClr>
                <a:schemeClr val="lt1"/>
              </a:buClr>
              <a:buSzPts val="4800"/>
              <a:buNone/>
              <a:defRPr b="1" sz="4800">
                <a:solidFill>
                  <a:schemeClr val="lt1"/>
                </a:solidFill>
              </a:defRPr>
            </a:lvl8pPr>
            <a:lvl9pPr lvl="8" rtl="0" algn="ctr">
              <a:spcBef>
                <a:spcPts val="0"/>
              </a:spcBef>
              <a:spcAft>
                <a:spcPts val="0"/>
              </a:spcAft>
              <a:buClr>
                <a:schemeClr val="lt1"/>
              </a:buClr>
              <a:buSzPts val="4800"/>
              <a:buNone/>
              <a:defRPr b="1" sz="4800">
                <a:solidFill>
                  <a:schemeClr val="lt1"/>
                </a:solidFill>
              </a:defRPr>
            </a:lvl9pPr>
          </a:lstStyle>
          <a:p>
            <a:r>
              <a:t>xx%</a:t>
            </a:r>
          </a:p>
        </p:txBody>
      </p:sp>
      <p:sp>
        <p:nvSpPr>
          <p:cNvPr id="13" name="Google Shape;13;p3"/>
          <p:cNvSpPr txBox="1"/>
          <p:nvPr>
            <p:ph idx="1" type="subTitle"/>
          </p:nvPr>
        </p:nvSpPr>
        <p:spPr>
          <a:xfrm>
            <a:off x="3168450" y="3111825"/>
            <a:ext cx="2807100" cy="6675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solidFill>
                  <a:schemeClr val="lt1"/>
                </a:solidFill>
              </a:defRPr>
            </a:lvl1pPr>
            <a:lvl2pPr lvl="1" rtl="0" algn="ctr">
              <a:spcBef>
                <a:spcPts val="0"/>
              </a:spcBef>
              <a:spcAft>
                <a:spcPts val="0"/>
              </a:spcAft>
              <a:buNone/>
              <a:defRPr b="1" sz="1600">
                <a:solidFill>
                  <a:schemeClr val="lt1"/>
                </a:solidFill>
              </a:defRPr>
            </a:lvl2pPr>
            <a:lvl3pPr lvl="2" rtl="0" algn="ctr">
              <a:spcBef>
                <a:spcPts val="0"/>
              </a:spcBef>
              <a:spcAft>
                <a:spcPts val="0"/>
              </a:spcAft>
              <a:buNone/>
              <a:defRPr b="1" sz="1600">
                <a:solidFill>
                  <a:schemeClr val="lt1"/>
                </a:solidFill>
              </a:defRPr>
            </a:lvl3pPr>
            <a:lvl4pPr lvl="3" rtl="0" algn="ctr">
              <a:spcBef>
                <a:spcPts val="0"/>
              </a:spcBef>
              <a:spcAft>
                <a:spcPts val="0"/>
              </a:spcAft>
              <a:buNone/>
              <a:defRPr b="1" sz="1600">
                <a:solidFill>
                  <a:schemeClr val="lt1"/>
                </a:solidFill>
              </a:defRPr>
            </a:lvl4pPr>
            <a:lvl5pPr lvl="4" rtl="0" algn="ctr">
              <a:spcBef>
                <a:spcPts val="0"/>
              </a:spcBef>
              <a:spcAft>
                <a:spcPts val="0"/>
              </a:spcAft>
              <a:buNone/>
              <a:defRPr b="1" sz="1600">
                <a:solidFill>
                  <a:schemeClr val="lt1"/>
                </a:solidFill>
              </a:defRPr>
            </a:lvl5pPr>
            <a:lvl6pPr lvl="5" rtl="0" algn="ctr">
              <a:spcBef>
                <a:spcPts val="0"/>
              </a:spcBef>
              <a:spcAft>
                <a:spcPts val="0"/>
              </a:spcAft>
              <a:buNone/>
              <a:defRPr b="1" sz="1600">
                <a:solidFill>
                  <a:schemeClr val="lt1"/>
                </a:solidFill>
              </a:defRPr>
            </a:lvl6pPr>
            <a:lvl7pPr lvl="6" rtl="0" algn="ctr">
              <a:spcBef>
                <a:spcPts val="0"/>
              </a:spcBef>
              <a:spcAft>
                <a:spcPts val="0"/>
              </a:spcAft>
              <a:buNone/>
              <a:defRPr b="1" sz="1600">
                <a:solidFill>
                  <a:schemeClr val="lt1"/>
                </a:solidFill>
              </a:defRPr>
            </a:lvl7pPr>
            <a:lvl8pPr lvl="7" rtl="0" algn="ctr">
              <a:spcBef>
                <a:spcPts val="0"/>
              </a:spcBef>
              <a:spcAft>
                <a:spcPts val="0"/>
              </a:spcAft>
              <a:buNone/>
              <a:defRPr b="1" sz="1600">
                <a:solidFill>
                  <a:schemeClr val="lt1"/>
                </a:solidFill>
              </a:defRPr>
            </a:lvl8pPr>
            <a:lvl9pPr lvl="8" rtl="0" algn="ctr">
              <a:spcBef>
                <a:spcPts val="0"/>
              </a:spcBef>
              <a:spcAft>
                <a:spcPts val="0"/>
              </a:spcAft>
              <a:buNone/>
              <a:defRPr b="1" sz="1600">
                <a:solidFill>
                  <a:schemeClr val="lt1"/>
                </a:solidFill>
              </a:defRPr>
            </a:lvl9pPr>
          </a:lstStyle>
          <a:p/>
        </p:txBody>
      </p:sp>
      <p:sp>
        <p:nvSpPr>
          <p:cNvPr id="14" name="Google Shape;14;p3"/>
          <p:cNvSpPr txBox="1"/>
          <p:nvPr>
            <p:ph idx="2" type="title"/>
          </p:nvPr>
        </p:nvSpPr>
        <p:spPr>
          <a:xfrm>
            <a:off x="2212800" y="1656400"/>
            <a:ext cx="4718400" cy="1417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3600"/>
              <a:buNone/>
              <a:defRPr b="1" sz="4000">
                <a:solidFill>
                  <a:schemeClr val="lt1"/>
                </a:solidFill>
              </a:defRPr>
            </a:lvl1pPr>
            <a:lvl2pPr lvl="1" rtl="0" algn="ctr">
              <a:spcBef>
                <a:spcPts val="0"/>
              </a:spcBef>
              <a:spcAft>
                <a:spcPts val="0"/>
              </a:spcAft>
              <a:buClr>
                <a:schemeClr val="lt1"/>
              </a:buClr>
              <a:buSzPts val="3600"/>
              <a:buNone/>
              <a:defRPr sz="3600">
                <a:solidFill>
                  <a:schemeClr val="lt1"/>
                </a:solidFill>
              </a:defRPr>
            </a:lvl2pPr>
            <a:lvl3pPr lvl="2" rtl="0" algn="ctr">
              <a:spcBef>
                <a:spcPts val="0"/>
              </a:spcBef>
              <a:spcAft>
                <a:spcPts val="0"/>
              </a:spcAft>
              <a:buClr>
                <a:schemeClr val="lt1"/>
              </a:buClr>
              <a:buSzPts val="3600"/>
              <a:buNone/>
              <a:defRPr sz="3600">
                <a:solidFill>
                  <a:schemeClr val="lt1"/>
                </a:solidFill>
              </a:defRPr>
            </a:lvl3pPr>
            <a:lvl4pPr lvl="3" rtl="0" algn="ctr">
              <a:spcBef>
                <a:spcPts val="0"/>
              </a:spcBef>
              <a:spcAft>
                <a:spcPts val="0"/>
              </a:spcAft>
              <a:buClr>
                <a:schemeClr val="lt1"/>
              </a:buClr>
              <a:buSzPts val="3600"/>
              <a:buNone/>
              <a:defRPr sz="3600">
                <a:solidFill>
                  <a:schemeClr val="lt1"/>
                </a:solidFill>
              </a:defRPr>
            </a:lvl4pPr>
            <a:lvl5pPr lvl="4" rtl="0" algn="ctr">
              <a:spcBef>
                <a:spcPts val="0"/>
              </a:spcBef>
              <a:spcAft>
                <a:spcPts val="0"/>
              </a:spcAft>
              <a:buClr>
                <a:schemeClr val="lt1"/>
              </a:buClr>
              <a:buSzPts val="3600"/>
              <a:buNone/>
              <a:defRPr sz="3600">
                <a:solidFill>
                  <a:schemeClr val="lt1"/>
                </a:solidFill>
              </a:defRPr>
            </a:lvl5pPr>
            <a:lvl6pPr lvl="5" rtl="0" algn="ctr">
              <a:spcBef>
                <a:spcPts val="0"/>
              </a:spcBef>
              <a:spcAft>
                <a:spcPts val="0"/>
              </a:spcAft>
              <a:buClr>
                <a:schemeClr val="lt1"/>
              </a:buClr>
              <a:buSzPts val="3600"/>
              <a:buNone/>
              <a:defRPr sz="3600">
                <a:solidFill>
                  <a:schemeClr val="lt1"/>
                </a:solidFill>
              </a:defRPr>
            </a:lvl6pPr>
            <a:lvl7pPr lvl="6" rtl="0" algn="ctr">
              <a:spcBef>
                <a:spcPts val="0"/>
              </a:spcBef>
              <a:spcAft>
                <a:spcPts val="0"/>
              </a:spcAft>
              <a:buClr>
                <a:schemeClr val="lt1"/>
              </a:buClr>
              <a:buSzPts val="3600"/>
              <a:buNone/>
              <a:defRPr sz="3600">
                <a:solidFill>
                  <a:schemeClr val="lt1"/>
                </a:solidFill>
              </a:defRPr>
            </a:lvl7pPr>
            <a:lvl8pPr lvl="7" rtl="0" algn="ctr">
              <a:spcBef>
                <a:spcPts val="0"/>
              </a:spcBef>
              <a:spcAft>
                <a:spcPts val="0"/>
              </a:spcAft>
              <a:buClr>
                <a:schemeClr val="lt1"/>
              </a:buClr>
              <a:buSzPts val="3600"/>
              <a:buNone/>
              <a:defRPr sz="3600">
                <a:solidFill>
                  <a:schemeClr val="lt1"/>
                </a:solidFill>
              </a:defRPr>
            </a:lvl8pPr>
            <a:lvl9pPr lvl="8" rtl="0" algn="ctr">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blipFill>
          <a:blip r:embed="rId2">
            <a:alphaModFix/>
          </a:blip>
          <a:stretch>
            <a:fillRect/>
          </a:stretch>
        </a:blipFill>
      </p:bgPr>
    </p:bg>
    <p:spTree>
      <p:nvGrpSpPr>
        <p:cNvPr id="15" name="Shape 15"/>
        <p:cNvGrpSpPr/>
        <p:nvPr/>
      </p:nvGrpSpPr>
      <p:grpSpPr>
        <a:xfrm>
          <a:off x="0" y="0"/>
          <a:ext cx="0" cy="0"/>
          <a:chOff x="0" y="0"/>
          <a:chExt cx="0" cy="0"/>
        </a:xfrm>
      </p:grpSpPr>
      <p:sp>
        <p:nvSpPr>
          <p:cNvPr id="16" name="Google Shape;16;p4"/>
          <p:cNvSpPr txBox="1"/>
          <p:nvPr>
            <p:ph type="title"/>
          </p:nvPr>
        </p:nvSpPr>
        <p:spPr>
          <a:xfrm>
            <a:off x="713100" y="445025"/>
            <a:ext cx="3028200" cy="905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b="1">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17" name="Google Shape;17;p4"/>
          <p:cNvSpPr txBox="1"/>
          <p:nvPr>
            <p:ph idx="1" type="body"/>
          </p:nvPr>
        </p:nvSpPr>
        <p:spPr>
          <a:xfrm>
            <a:off x="1275600" y="2445841"/>
            <a:ext cx="6592800" cy="21945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lt1"/>
              </a:buClr>
              <a:buSzPts val="1400"/>
              <a:buFont typeface="Karla"/>
              <a:buChar char="●"/>
              <a:defRPr/>
            </a:lvl1pPr>
            <a:lvl2pPr indent="-317500" lvl="1" marL="914400" rtl="0">
              <a:spcBef>
                <a:spcPts val="1600"/>
              </a:spcBef>
              <a:spcAft>
                <a:spcPts val="0"/>
              </a:spcAft>
              <a:buClr>
                <a:schemeClr val="lt1"/>
              </a:buClr>
              <a:buSzPts val="1400"/>
              <a:buFont typeface="Karla"/>
              <a:buChar char="○"/>
              <a:defRPr/>
            </a:lvl2pPr>
            <a:lvl3pPr indent="-317500" lvl="2" marL="1371600" rtl="0">
              <a:spcBef>
                <a:spcPts val="0"/>
              </a:spcBef>
              <a:spcAft>
                <a:spcPts val="0"/>
              </a:spcAft>
              <a:buClr>
                <a:schemeClr val="lt1"/>
              </a:buClr>
              <a:buSzPts val="1400"/>
              <a:buFont typeface="Karla"/>
              <a:buChar char="■"/>
              <a:defRPr/>
            </a:lvl3pPr>
            <a:lvl4pPr indent="-317500" lvl="3" marL="1828800" rtl="0">
              <a:spcBef>
                <a:spcPts val="0"/>
              </a:spcBef>
              <a:spcAft>
                <a:spcPts val="0"/>
              </a:spcAft>
              <a:buClr>
                <a:schemeClr val="lt1"/>
              </a:buClr>
              <a:buSzPts val="1400"/>
              <a:buFont typeface="Karla"/>
              <a:buChar char="●"/>
              <a:defRPr/>
            </a:lvl4pPr>
            <a:lvl5pPr indent="-317500" lvl="4" marL="2286000" rtl="0">
              <a:spcBef>
                <a:spcPts val="0"/>
              </a:spcBef>
              <a:spcAft>
                <a:spcPts val="0"/>
              </a:spcAft>
              <a:buClr>
                <a:schemeClr val="lt1"/>
              </a:buClr>
              <a:buSzPts val="1400"/>
              <a:buFont typeface="Karla"/>
              <a:buChar char="○"/>
              <a:defRPr/>
            </a:lvl5pPr>
            <a:lvl6pPr indent="-317500" lvl="5" marL="2743200" rtl="0">
              <a:spcBef>
                <a:spcPts val="0"/>
              </a:spcBef>
              <a:spcAft>
                <a:spcPts val="0"/>
              </a:spcAft>
              <a:buClr>
                <a:schemeClr val="lt1"/>
              </a:buClr>
              <a:buSzPts val="1400"/>
              <a:buFont typeface="Karla"/>
              <a:buChar char="■"/>
              <a:defRPr/>
            </a:lvl6pPr>
            <a:lvl7pPr indent="-317500" lvl="6" marL="3200400" rtl="0">
              <a:spcBef>
                <a:spcPts val="0"/>
              </a:spcBef>
              <a:spcAft>
                <a:spcPts val="0"/>
              </a:spcAft>
              <a:buClr>
                <a:schemeClr val="lt1"/>
              </a:buClr>
              <a:buSzPts val="1400"/>
              <a:buFont typeface="Karla"/>
              <a:buChar char="●"/>
              <a:defRPr/>
            </a:lvl7pPr>
            <a:lvl8pPr indent="-317500" lvl="7" marL="3657600" rtl="0">
              <a:spcBef>
                <a:spcPts val="0"/>
              </a:spcBef>
              <a:spcAft>
                <a:spcPts val="0"/>
              </a:spcAft>
              <a:buClr>
                <a:schemeClr val="lt1"/>
              </a:buClr>
              <a:buSzPts val="1400"/>
              <a:buFont typeface="Karla"/>
              <a:buChar char="○"/>
              <a:defRPr/>
            </a:lvl8pPr>
            <a:lvl9pPr indent="-317500" lvl="8" marL="4114800" rtl="0">
              <a:spcBef>
                <a:spcPts val="0"/>
              </a:spcBef>
              <a:spcAft>
                <a:spcPts val="0"/>
              </a:spcAft>
              <a:buClr>
                <a:schemeClr val="lt1"/>
              </a:buClr>
              <a:buSzPts val="1400"/>
              <a:buFont typeface="Karla"/>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blipFill>
          <a:blip r:embed="rId2">
            <a:alphaModFix/>
          </a:blip>
          <a:stretch>
            <a:fillRect/>
          </a:stretch>
        </a:blipFill>
      </p:bgPr>
    </p:bg>
    <p:spTree>
      <p:nvGrpSpPr>
        <p:cNvPr id="18" name="Shape 18"/>
        <p:cNvGrpSpPr/>
        <p:nvPr/>
      </p:nvGrpSpPr>
      <p:grpSpPr>
        <a:xfrm>
          <a:off x="0" y="0"/>
          <a:ext cx="0" cy="0"/>
          <a:chOff x="0" y="0"/>
          <a:chExt cx="0" cy="0"/>
        </a:xfrm>
      </p:grpSpPr>
      <p:sp>
        <p:nvSpPr>
          <p:cNvPr id="19" name="Google Shape;19;p5"/>
          <p:cNvSpPr txBox="1"/>
          <p:nvPr>
            <p:ph idx="1" type="subTitle"/>
          </p:nvPr>
        </p:nvSpPr>
        <p:spPr>
          <a:xfrm>
            <a:off x="1433700" y="2865675"/>
            <a:ext cx="27168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2000">
                <a:latin typeface="Red Hat Display"/>
                <a:ea typeface="Red Hat Display"/>
                <a:cs typeface="Red Hat Display"/>
                <a:sym typeface="Red Hat Display"/>
              </a:defRPr>
            </a:lvl1pPr>
            <a:lvl2pPr lvl="1" rtl="0" algn="ctr">
              <a:spcBef>
                <a:spcPts val="0"/>
              </a:spcBef>
              <a:spcAft>
                <a:spcPts val="0"/>
              </a:spcAft>
              <a:buNone/>
              <a:defRPr sz="2000">
                <a:latin typeface="Red Hat Display"/>
                <a:ea typeface="Red Hat Display"/>
                <a:cs typeface="Red Hat Display"/>
                <a:sym typeface="Red Hat Display"/>
              </a:defRPr>
            </a:lvl2pPr>
            <a:lvl3pPr lvl="2" rtl="0" algn="ctr">
              <a:spcBef>
                <a:spcPts val="0"/>
              </a:spcBef>
              <a:spcAft>
                <a:spcPts val="0"/>
              </a:spcAft>
              <a:buNone/>
              <a:defRPr sz="2000">
                <a:latin typeface="Red Hat Display"/>
                <a:ea typeface="Red Hat Display"/>
                <a:cs typeface="Red Hat Display"/>
                <a:sym typeface="Red Hat Display"/>
              </a:defRPr>
            </a:lvl3pPr>
            <a:lvl4pPr lvl="3" rtl="0" algn="ctr">
              <a:spcBef>
                <a:spcPts val="0"/>
              </a:spcBef>
              <a:spcAft>
                <a:spcPts val="0"/>
              </a:spcAft>
              <a:buNone/>
              <a:defRPr sz="2000">
                <a:latin typeface="Red Hat Display"/>
                <a:ea typeface="Red Hat Display"/>
                <a:cs typeface="Red Hat Display"/>
                <a:sym typeface="Red Hat Display"/>
              </a:defRPr>
            </a:lvl4pPr>
            <a:lvl5pPr lvl="4" rtl="0" algn="ctr">
              <a:spcBef>
                <a:spcPts val="0"/>
              </a:spcBef>
              <a:spcAft>
                <a:spcPts val="0"/>
              </a:spcAft>
              <a:buNone/>
              <a:defRPr sz="2000">
                <a:latin typeface="Red Hat Display"/>
                <a:ea typeface="Red Hat Display"/>
                <a:cs typeface="Red Hat Display"/>
                <a:sym typeface="Red Hat Display"/>
              </a:defRPr>
            </a:lvl5pPr>
            <a:lvl6pPr lvl="5" rtl="0" algn="ctr">
              <a:spcBef>
                <a:spcPts val="0"/>
              </a:spcBef>
              <a:spcAft>
                <a:spcPts val="0"/>
              </a:spcAft>
              <a:buNone/>
              <a:defRPr sz="2000">
                <a:latin typeface="Red Hat Display"/>
                <a:ea typeface="Red Hat Display"/>
                <a:cs typeface="Red Hat Display"/>
                <a:sym typeface="Red Hat Display"/>
              </a:defRPr>
            </a:lvl6pPr>
            <a:lvl7pPr lvl="6" rtl="0" algn="ctr">
              <a:spcBef>
                <a:spcPts val="0"/>
              </a:spcBef>
              <a:spcAft>
                <a:spcPts val="0"/>
              </a:spcAft>
              <a:buNone/>
              <a:defRPr sz="2000">
                <a:latin typeface="Red Hat Display"/>
                <a:ea typeface="Red Hat Display"/>
                <a:cs typeface="Red Hat Display"/>
                <a:sym typeface="Red Hat Display"/>
              </a:defRPr>
            </a:lvl7pPr>
            <a:lvl8pPr lvl="7" rtl="0" algn="ctr">
              <a:spcBef>
                <a:spcPts val="0"/>
              </a:spcBef>
              <a:spcAft>
                <a:spcPts val="0"/>
              </a:spcAft>
              <a:buNone/>
              <a:defRPr sz="2000">
                <a:latin typeface="Red Hat Display"/>
                <a:ea typeface="Red Hat Display"/>
                <a:cs typeface="Red Hat Display"/>
                <a:sym typeface="Red Hat Display"/>
              </a:defRPr>
            </a:lvl8pPr>
            <a:lvl9pPr lvl="8" rtl="0" algn="ctr">
              <a:spcBef>
                <a:spcPts val="0"/>
              </a:spcBef>
              <a:spcAft>
                <a:spcPts val="0"/>
              </a:spcAft>
              <a:buNone/>
              <a:defRPr sz="2000">
                <a:latin typeface="Red Hat Display"/>
                <a:ea typeface="Red Hat Display"/>
                <a:cs typeface="Red Hat Display"/>
                <a:sym typeface="Red Hat Display"/>
              </a:defRPr>
            </a:lvl9pPr>
          </a:lstStyle>
          <a:p/>
        </p:txBody>
      </p:sp>
      <p:sp>
        <p:nvSpPr>
          <p:cNvPr id="20" name="Google Shape;20;p5"/>
          <p:cNvSpPr txBox="1"/>
          <p:nvPr>
            <p:ph idx="2" type="subTitle"/>
          </p:nvPr>
        </p:nvSpPr>
        <p:spPr>
          <a:xfrm>
            <a:off x="1434922" y="3193092"/>
            <a:ext cx="2716800" cy="120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b="1"/>
            </a:lvl2pPr>
            <a:lvl3pPr lvl="2" rtl="0" algn="ctr">
              <a:spcBef>
                <a:spcPts val="0"/>
              </a:spcBef>
              <a:spcAft>
                <a:spcPts val="0"/>
              </a:spcAft>
              <a:buNone/>
              <a:defRPr b="1"/>
            </a:lvl3pPr>
            <a:lvl4pPr lvl="3" rtl="0" algn="ctr">
              <a:spcBef>
                <a:spcPts val="0"/>
              </a:spcBef>
              <a:spcAft>
                <a:spcPts val="0"/>
              </a:spcAft>
              <a:buNone/>
              <a:defRPr b="1"/>
            </a:lvl4pPr>
            <a:lvl5pPr lvl="4" rtl="0" algn="ctr">
              <a:spcBef>
                <a:spcPts val="0"/>
              </a:spcBef>
              <a:spcAft>
                <a:spcPts val="0"/>
              </a:spcAft>
              <a:buNone/>
              <a:defRPr b="1"/>
            </a:lvl5pPr>
            <a:lvl6pPr lvl="5" rtl="0" algn="ctr">
              <a:spcBef>
                <a:spcPts val="0"/>
              </a:spcBef>
              <a:spcAft>
                <a:spcPts val="0"/>
              </a:spcAft>
              <a:buNone/>
              <a:defRPr b="1"/>
            </a:lvl6pPr>
            <a:lvl7pPr lvl="6" rtl="0" algn="ctr">
              <a:spcBef>
                <a:spcPts val="0"/>
              </a:spcBef>
              <a:spcAft>
                <a:spcPts val="0"/>
              </a:spcAft>
              <a:buNone/>
              <a:defRPr b="1"/>
            </a:lvl7pPr>
            <a:lvl8pPr lvl="7" rtl="0" algn="ctr">
              <a:spcBef>
                <a:spcPts val="0"/>
              </a:spcBef>
              <a:spcAft>
                <a:spcPts val="0"/>
              </a:spcAft>
              <a:buNone/>
              <a:defRPr b="1"/>
            </a:lvl8pPr>
            <a:lvl9pPr lvl="8" rtl="0" algn="ctr">
              <a:spcBef>
                <a:spcPts val="0"/>
              </a:spcBef>
              <a:spcAft>
                <a:spcPts val="0"/>
              </a:spcAft>
              <a:buNone/>
              <a:defRPr b="1"/>
            </a:lvl9pPr>
          </a:lstStyle>
          <a:p/>
        </p:txBody>
      </p:sp>
      <p:sp>
        <p:nvSpPr>
          <p:cNvPr id="21" name="Google Shape;21;p5"/>
          <p:cNvSpPr txBox="1"/>
          <p:nvPr>
            <p:ph idx="3" type="subTitle"/>
          </p:nvPr>
        </p:nvSpPr>
        <p:spPr>
          <a:xfrm>
            <a:off x="4992925" y="2865675"/>
            <a:ext cx="27156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2000">
                <a:latin typeface="Red Hat Display"/>
                <a:ea typeface="Red Hat Display"/>
                <a:cs typeface="Red Hat Display"/>
                <a:sym typeface="Red Hat Display"/>
              </a:defRPr>
            </a:lvl1pPr>
            <a:lvl2pPr lvl="1" rtl="0" algn="ctr">
              <a:spcBef>
                <a:spcPts val="0"/>
              </a:spcBef>
              <a:spcAft>
                <a:spcPts val="0"/>
              </a:spcAft>
              <a:buNone/>
              <a:defRPr sz="2000">
                <a:latin typeface="Red Hat Display"/>
                <a:ea typeface="Red Hat Display"/>
                <a:cs typeface="Red Hat Display"/>
                <a:sym typeface="Red Hat Display"/>
              </a:defRPr>
            </a:lvl2pPr>
            <a:lvl3pPr lvl="2" rtl="0" algn="ctr">
              <a:spcBef>
                <a:spcPts val="0"/>
              </a:spcBef>
              <a:spcAft>
                <a:spcPts val="0"/>
              </a:spcAft>
              <a:buNone/>
              <a:defRPr sz="2000">
                <a:latin typeface="Red Hat Display"/>
                <a:ea typeface="Red Hat Display"/>
                <a:cs typeface="Red Hat Display"/>
                <a:sym typeface="Red Hat Display"/>
              </a:defRPr>
            </a:lvl3pPr>
            <a:lvl4pPr lvl="3" rtl="0" algn="ctr">
              <a:spcBef>
                <a:spcPts val="0"/>
              </a:spcBef>
              <a:spcAft>
                <a:spcPts val="0"/>
              </a:spcAft>
              <a:buNone/>
              <a:defRPr sz="2000">
                <a:latin typeface="Red Hat Display"/>
                <a:ea typeface="Red Hat Display"/>
                <a:cs typeface="Red Hat Display"/>
                <a:sym typeface="Red Hat Display"/>
              </a:defRPr>
            </a:lvl4pPr>
            <a:lvl5pPr lvl="4" rtl="0" algn="ctr">
              <a:spcBef>
                <a:spcPts val="0"/>
              </a:spcBef>
              <a:spcAft>
                <a:spcPts val="0"/>
              </a:spcAft>
              <a:buNone/>
              <a:defRPr sz="2000">
                <a:latin typeface="Red Hat Display"/>
                <a:ea typeface="Red Hat Display"/>
                <a:cs typeface="Red Hat Display"/>
                <a:sym typeface="Red Hat Display"/>
              </a:defRPr>
            </a:lvl5pPr>
            <a:lvl6pPr lvl="5" rtl="0" algn="ctr">
              <a:spcBef>
                <a:spcPts val="0"/>
              </a:spcBef>
              <a:spcAft>
                <a:spcPts val="0"/>
              </a:spcAft>
              <a:buNone/>
              <a:defRPr sz="2000">
                <a:latin typeface="Red Hat Display"/>
                <a:ea typeface="Red Hat Display"/>
                <a:cs typeface="Red Hat Display"/>
                <a:sym typeface="Red Hat Display"/>
              </a:defRPr>
            </a:lvl6pPr>
            <a:lvl7pPr lvl="6" rtl="0" algn="ctr">
              <a:spcBef>
                <a:spcPts val="0"/>
              </a:spcBef>
              <a:spcAft>
                <a:spcPts val="0"/>
              </a:spcAft>
              <a:buNone/>
              <a:defRPr sz="2000">
                <a:latin typeface="Red Hat Display"/>
                <a:ea typeface="Red Hat Display"/>
                <a:cs typeface="Red Hat Display"/>
                <a:sym typeface="Red Hat Display"/>
              </a:defRPr>
            </a:lvl7pPr>
            <a:lvl8pPr lvl="7" rtl="0" algn="ctr">
              <a:spcBef>
                <a:spcPts val="0"/>
              </a:spcBef>
              <a:spcAft>
                <a:spcPts val="0"/>
              </a:spcAft>
              <a:buNone/>
              <a:defRPr sz="2000">
                <a:latin typeface="Red Hat Display"/>
                <a:ea typeface="Red Hat Display"/>
                <a:cs typeface="Red Hat Display"/>
                <a:sym typeface="Red Hat Display"/>
              </a:defRPr>
            </a:lvl8pPr>
            <a:lvl9pPr lvl="8" rtl="0" algn="ctr">
              <a:spcBef>
                <a:spcPts val="0"/>
              </a:spcBef>
              <a:spcAft>
                <a:spcPts val="0"/>
              </a:spcAft>
              <a:buNone/>
              <a:defRPr sz="2000">
                <a:latin typeface="Red Hat Display"/>
                <a:ea typeface="Red Hat Display"/>
                <a:cs typeface="Red Hat Display"/>
                <a:sym typeface="Red Hat Display"/>
              </a:defRPr>
            </a:lvl9pPr>
          </a:lstStyle>
          <a:p/>
        </p:txBody>
      </p:sp>
      <p:sp>
        <p:nvSpPr>
          <p:cNvPr id="22" name="Google Shape;22;p5"/>
          <p:cNvSpPr txBox="1"/>
          <p:nvPr>
            <p:ph idx="4" type="subTitle"/>
          </p:nvPr>
        </p:nvSpPr>
        <p:spPr>
          <a:xfrm>
            <a:off x="4994147" y="3193092"/>
            <a:ext cx="2715600" cy="120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b="1"/>
            </a:lvl2pPr>
            <a:lvl3pPr lvl="2" rtl="0" algn="ctr">
              <a:spcBef>
                <a:spcPts val="0"/>
              </a:spcBef>
              <a:spcAft>
                <a:spcPts val="0"/>
              </a:spcAft>
              <a:buNone/>
              <a:defRPr b="1"/>
            </a:lvl3pPr>
            <a:lvl4pPr lvl="3" rtl="0" algn="ctr">
              <a:spcBef>
                <a:spcPts val="0"/>
              </a:spcBef>
              <a:spcAft>
                <a:spcPts val="0"/>
              </a:spcAft>
              <a:buNone/>
              <a:defRPr b="1"/>
            </a:lvl4pPr>
            <a:lvl5pPr lvl="4" rtl="0" algn="ctr">
              <a:spcBef>
                <a:spcPts val="0"/>
              </a:spcBef>
              <a:spcAft>
                <a:spcPts val="0"/>
              </a:spcAft>
              <a:buNone/>
              <a:defRPr b="1"/>
            </a:lvl5pPr>
            <a:lvl6pPr lvl="5" rtl="0" algn="ctr">
              <a:spcBef>
                <a:spcPts val="0"/>
              </a:spcBef>
              <a:spcAft>
                <a:spcPts val="0"/>
              </a:spcAft>
              <a:buNone/>
              <a:defRPr b="1"/>
            </a:lvl6pPr>
            <a:lvl7pPr lvl="6" rtl="0" algn="ctr">
              <a:spcBef>
                <a:spcPts val="0"/>
              </a:spcBef>
              <a:spcAft>
                <a:spcPts val="0"/>
              </a:spcAft>
              <a:buNone/>
              <a:defRPr b="1"/>
            </a:lvl7pPr>
            <a:lvl8pPr lvl="7" rtl="0" algn="ctr">
              <a:spcBef>
                <a:spcPts val="0"/>
              </a:spcBef>
              <a:spcAft>
                <a:spcPts val="0"/>
              </a:spcAft>
              <a:buNone/>
              <a:defRPr b="1"/>
            </a:lvl8pPr>
            <a:lvl9pPr lvl="8" rtl="0" algn="ctr">
              <a:spcBef>
                <a:spcPts val="0"/>
              </a:spcBef>
              <a:spcAft>
                <a:spcPts val="0"/>
              </a:spcAft>
              <a:buNone/>
              <a:defRPr b="1"/>
            </a:lvl9pPr>
          </a:lstStyle>
          <a:p/>
        </p:txBody>
      </p:sp>
      <p:sp>
        <p:nvSpPr>
          <p:cNvPr id="23" name="Google Shape;23;p5"/>
          <p:cNvSpPr txBox="1"/>
          <p:nvPr>
            <p:ph hasCustomPrompt="1" type="title"/>
          </p:nvPr>
        </p:nvSpPr>
        <p:spPr>
          <a:xfrm>
            <a:off x="2491550" y="2002858"/>
            <a:ext cx="603600" cy="42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2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24" name="Google Shape;24;p5"/>
          <p:cNvSpPr txBox="1"/>
          <p:nvPr>
            <p:ph hasCustomPrompt="1" idx="5" type="title"/>
          </p:nvPr>
        </p:nvSpPr>
        <p:spPr>
          <a:xfrm>
            <a:off x="6048850" y="2002858"/>
            <a:ext cx="603600" cy="42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2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25" name="Google Shape;25;p5"/>
          <p:cNvSpPr txBox="1"/>
          <p:nvPr>
            <p:ph idx="6" type="title"/>
          </p:nvPr>
        </p:nvSpPr>
        <p:spPr>
          <a:xfrm>
            <a:off x="713100" y="628525"/>
            <a:ext cx="7717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26" name="Shape 26"/>
        <p:cNvGrpSpPr/>
        <p:nvPr/>
      </p:nvGrpSpPr>
      <p:grpSpPr>
        <a:xfrm>
          <a:off x="0" y="0"/>
          <a:ext cx="0" cy="0"/>
          <a:chOff x="0" y="0"/>
          <a:chExt cx="0" cy="0"/>
        </a:xfrm>
      </p:grpSpPr>
      <p:sp>
        <p:nvSpPr>
          <p:cNvPr id="27" name="Google Shape;27;p6"/>
          <p:cNvSpPr txBox="1"/>
          <p:nvPr>
            <p:ph type="title"/>
          </p:nvPr>
        </p:nvSpPr>
        <p:spPr>
          <a:xfrm>
            <a:off x="720300" y="628525"/>
            <a:ext cx="77034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blipFill>
          <a:blip r:embed="rId2">
            <a:alphaModFix/>
          </a:blip>
          <a:stretch>
            <a:fillRect/>
          </a:stretch>
        </a:blipFill>
      </p:bgPr>
    </p:bg>
    <p:spTree>
      <p:nvGrpSpPr>
        <p:cNvPr id="28" name="Shape 28"/>
        <p:cNvGrpSpPr/>
        <p:nvPr/>
      </p:nvGrpSpPr>
      <p:grpSpPr>
        <a:xfrm>
          <a:off x="0" y="0"/>
          <a:ext cx="0" cy="0"/>
          <a:chOff x="0" y="0"/>
          <a:chExt cx="0" cy="0"/>
        </a:xfrm>
      </p:grpSpPr>
      <p:sp>
        <p:nvSpPr>
          <p:cNvPr id="29" name="Google Shape;29;p7"/>
          <p:cNvSpPr txBox="1"/>
          <p:nvPr>
            <p:ph type="title"/>
          </p:nvPr>
        </p:nvSpPr>
        <p:spPr>
          <a:xfrm>
            <a:off x="713100" y="1283025"/>
            <a:ext cx="2999100" cy="1536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0" name="Google Shape;30;p7"/>
          <p:cNvSpPr txBox="1"/>
          <p:nvPr>
            <p:ph idx="1" type="subTitle"/>
          </p:nvPr>
        </p:nvSpPr>
        <p:spPr>
          <a:xfrm>
            <a:off x="713100" y="2871375"/>
            <a:ext cx="2999100" cy="9876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blipFill>
          <a:blip r:embed="rId2">
            <a:alphaModFix/>
          </a:blip>
          <a:stretch>
            <a:fillRect/>
          </a:stretch>
        </a:blipFill>
      </p:bgPr>
    </p:bg>
    <p:spTree>
      <p:nvGrpSpPr>
        <p:cNvPr id="31" name="Shape 31"/>
        <p:cNvGrpSpPr/>
        <p:nvPr/>
      </p:nvGrpSpPr>
      <p:grpSpPr>
        <a:xfrm>
          <a:off x="0" y="0"/>
          <a:ext cx="0" cy="0"/>
          <a:chOff x="0" y="0"/>
          <a:chExt cx="0" cy="0"/>
        </a:xfrm>
      </p:grpSpPr>
      <p:sp>
        <p:nvSpPr>
          <p:cNvPr id="32" name="Google Shape;32;p8"/>
          <p:cNvSpPr txBox="1"/>
          <p:nvPr>
            <p:ph type="title"/>
          </p:nvPr>
        </p:nvSpPr>
        <p:spPr>
          <a:xfrm>
            <a:off x="1245900" y="1621350"/>
            <a:ext cx="2623200" cy="8505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b="1" sz="6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p:txBody>
      </p:sp>
      <p:sp>
        <p:nvSpPr>
          <p:cNvPr id="33" name="Google Shape;33;p8"/>
          <p:cNvSpPr txBox="1"/>
          <p:nvPr>
            <p:ph idx="1" type="subTitle"/>
          </p:nvPr>
        </p:nvSpPr>
        <p:spPr>
          <a:xfrm>
            <a:off x="1245900" y="2342550"/>
            <a:ext cx="2623200" cy="1179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blipFill>
          <a:blip r:embed="rId2">
            <a:alphaModFix/>
          </a:blip>
          <a:stretch>
            <a:fillRect/>
          </a:stretch>
        </a:blipFill>
      </p:bgPr>
    </p:bg>
    <p:spTree>
      <p:nvGrpSpPr>
        <p:cNvPr id="34" name="Shape 34"/>
        <p:cNvGrpSpPr/>
        <p:nvPr/>
      </p:nvGrpSpPr>
      <p:grpSpPr>
        <a:xfrm>
          <a:off x="0" y="0"/>
          <a:ext cx="0" cy="0"/>
          <a:chOff x="0" y="0"/>
          <a:chExt cx="0" cy="0"/>
        </a:xfrm>
      </p:grpSpPr>
      <p:sp>
        <p:nvSpPr>
          <p:cNvPr id="35" name="Google Shape;35;p9"/>
          <p:cNvSpPr txBox="1"/>
          <p:nvPr>
            <p:ph type="title"/>
          </p:nvPr>
        </p:nvSpPr>
        <p:spPr>
          <a:xfrm>
            <a:off x="4657100" y="1199100"/>
            <a:ext cx="4014300" cy="19842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b="1" sz="6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p:txBody>
      </p:sp>
      <p:sp>
        <p:nvSpPr>
          <p:cNvPr id="36" name="Google Shape;36;p9"/>
          <p:cNvSpPr txBox="1"/>
          <p:nvPr>
            <p:ph idx="1" type="subTitle"/>
          </p:nvPr>
        </p:nvSpPr>
        <p:spPr>
          <a:xfrm>
            <a:off x="4657050" y="3180025"/>
            <a:ext cx="3429000" cy="72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7" name="Shape 37"/>
        <p:cNvGrpSpPr/>
        <p:nvPr/>
      </p:nvGrpSpPr>
      <p:grpSpPr>
        <a:xfrm>
          <a:off x="0" y="0"/>
          <a:ext cx="0" cy="0"/>
          <a:chOff x="0" y="0"/>
          <a:chExt cx="0" cy="0"/>
        </a:xfrm>
      </p:grpSpPr>
      <p:sp>
        <p:nvSpPr>
          <p:cNvPr id="38" name="Google Shape;38;p10"/>
          <p:cNvSpPr txBox="1"/>
          <p:nvPr>
            <p:ph type="title"/>
          </p:nvPr>
        </p:nvSpPr>
        <p:spPr>
          <a:xfrm>
            <a:off x="696850" y="445025"/>
            <a:ext cx="2176200" cy="1902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blipFill>
          <a:blip r:embed="rId2">
            <a:alphaModFix/>
          </a:blip>
          <a:stretch>
            <a:fillRect/>
          </a:stretch>
        </a:blipFill>
      </p:bgPr>
    </p:bg>
    <p:spTree>
      <p:nvGrpSpPr>
        <p:cNvPr id="39" name="Shape 39"/>
        <p:cNvGrpSpPr/>
        <p:nvPr/>
      </p:nvGrpSpPr>
      <p:grpSpPr>
        <a:xfrm>
          <a:off x="0" y="0"/>
          <a:ext cx="0" cy="0"/>
          <a:chOff x="0" y="0"/>
          <a:chExt cx="0" cy="0"/>
        </a:xfrm>
      </p:grpSpPr>
      <p:sp>
        <p:nvSpPr>
          <p:cNvPr id="40" name="Google Shape;40;p11"/>
          <p:cNvSpPr txBox="1"/>
          <p:nvPr>
            <p:ph hasCustomPrompt="1" type="title"/>
          </p:nvPr>
        </p:nvSpPr>
        <p:spPr>
          <a:xfrm>
            <a:off x="1741175" y="1606125"/>
            <a:ext cx="5660100" cy="138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200"/>
              <a:buNone/>
              <a:defRPr sz="8200"/>
            </a:lvl1pPr>
            <a:lvl2pPr lvl="1" rtl="0" algn="ctr">
              <a:spcBef>
                <a:spcPts val="0"/>
              </a:spcBef>
              <a:spcAft>
                <a:spcPts val="0"/>
              </a:spcAft>
              <a:buSzPts val="8200"/>
              <a:buNone/>
              <a:defRPr sz="8200"/>
            </a:lvl2pPr>
            <a:lvl3pPr lvl="2" rtl="0" algn="ctr">
              <a:spcBef>
                <a:spcPts val="0"/>
              </a:spcBef>
              <a:spcAft>
                <a:spcPts val="0"/>
              </a:spcAft>
              <a:buSzPts val="8200"/>
              <a:buNone/>
              <a:defRPr sz="8200"/>
            </a:lvl3pPr>
            <a:lvl4pPr lvl="3" rtl="0" algn="ctr">
              <a:spcBef>
                <a:spcPts val="0"/>
              </a:spcBef>
              <a:spcAft>
                <a:spcPts val="0"/>
              </a:spcAft>
              <a:buSzPts val="8200"/>
              <a:buNone/>
              <a:defRPr sz="8200"/>
            </a:lvl4pPr>
            <a:lvl5pPr lvl="4" rtl="0" algn="ctr">
              <a:spcBef>
                <a:spcPts val="0"/>
              </a:spcBef>
              <a:spcAft>
                <a:spcPts val="0"/>
              </a:spcAft>
              <a:buSzPts val="8200"/>
              <a:buNone/>
              <a:defRPr sz="8200"/>
            </a:lvl5pPr>
            <a:lvl6pPr lvl="5" rtl="0" algn="ctr">
              <a:spcBef>
                <a:spcPts val="0"/>
              </a:spcBef>
              <a:spcAft>
                <a:spcPts val="0"/>
              </a:spcAft>
              <a:buSzPts val="8200"/>
              <a:buNone/>
              <a:defRPr sz="8200"/>
            </a:lvl6pPr>
            <a:lvl7pPr lvl="6" rtl="0" algn="ctr">
              <a:spcBef>
                <a:spcPts val="0"/>
              </a:spcBef>
              <a:spcAft>
                <a:spcPts val="0"/>
              </a:spcAft>
              <a:buSzPts val="8200"/>
              <a:buNone/>
              <a:defRPr sz="8200"/>
            </a:lvl7pPr>
            <a:lvl8pPr lvl="7" rtl="0" algn="ctr">
              <a:spcBef>
                <a:spcPts val="0"/>
              </a:spcBef>
              <a:spcAft>
                <a:spcPts val="0"/>
              </a:spcAft>
              <a:buSzPts val="8200"/>
              <a:buNone/>
              <a:defRPr sz="8200"/>
            </a:lvl8pPr>
            <a:lvl9pPr lvl="8" rtl="0" algn="ctr">
              <a:spcBef>
                <a:spcPts val="0"/>
              </a:spcBef>
              <a:spcAft>
                <a:spcPts val="0"/>
              </a:spcAft>
              <a:buSzPts val="8200"/>
              <a:buNone/>
              <a:defRPr sz="8200"/>
            </a:lvl9pPr>
          </a:lstStyle>
          <a:p>
            <a:r>
              <a:t>xx%</a:t>
            </a:r>
          </a:p>
        </p:txBody>
      </p:sp>
      <p:sp>
        <p:nvSpPr>
          <p:cNvPr id="41" name="Google Shape;41;p11"/>
          <p:cNvSpPr txBox="1"/>
          <p:nvPr>
            <p:ph idx="1" type="subTitle"/>
          </p:nvPr>
        </p:nvSpPr>
        <p:spPr>
          <a:xfrm>
            <a:off x="1741225" y="3108650"/>
            <a:ext cx="5660100" cy="420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2" name="Shape 4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
  <p:cSld name="CUSTOM_1">
    <p:bg>
      <p:bgPr>
        <a:blipFill>
          <a:blip r:embed="rId2">
            <a:alphaModFix/>
          </a:blip>
          <a:stretch>
            <a:fillRect/>
          </a:stretch>
        </a:blipFill>
      </p:bgPr>
    </p:bg>
    <p:spTree>
      <p:nvGrpSpPr>
        <p:cNvPr id="43" name="Shape 43"/>
        <p:cNvGrpSpPr/>
        <p:nvPr/>
      </p:nvGrpSpPr>
      <p:grpSpPr>
        <a:xfrm>
          <a:off x="0" y="0"/>
          <a:ext cx="0" cy="0"/>
          <a:chOff x="0" y="0"/>
          <a:chExt cx="0" cy="0"/>
        </a:xfrm>
      </p:grpSpPr>
      <p:sp>
        <p:nvSpPr>
          <p:cNvPr id="44" name="Google Shape;44;p13"/>
          <p:cNvSpPr txBox="1"/>
          <p:nvPr>
            <p:ph idx="1" type="subTitle"/>
          </p:nvPr>
        </p:nvSpPr>
        <p:spPr>
          <a:xfrm>
            <a:off x="5809650" y="533323"/>
            <a:ext cx="1874400" cy="4206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45" name="Google Shape;45;p13"/>
          <p:cNvSpPr txBox="1"/>
          <p:nvPr>
            <p:ph type="title"/>
          </p:nvPr>
        </p:nvSpPr>
        <p:spPr>
          <a:xfrm>
            <a:off x="713100" y="2053950"/>
            <a:ext cx="2578500" cy="1033200"/>
          </a:xfrm>
          <a:prstGeom prst="rect">
            <a:avLst/>
          </a:prstGeom>
        </p:spPr>
        <p:txBody>
          <a:bodyPr anchorCtr="0" anchor="ctr" bIns="91425" lIns="91425" spcFirstLastPara="1" rIns="91425" wrap="square" tIns="91425">
            <a:noAutofit/>
          </a:bodyPr>
          <a:lstStyle>
            <a:lvl1pPr lvl="0" rtl="0">
              <a:spcBef>
                <a:spcPts val="0"/>
              </a:spcBef>
              <a:spcAft>
                <a:spcPts val="0"/>
              </a:spcAft>
              <a:buNone/>
              <a:defRPr>
                <a:solidFill>
                  <a:schemeClr val="lt1"/>
                </a:solidFill>
              </a:defRPr>
            </a:lvl1pPr>
            <a:lvl2pPr lvl="1" rtl="0">
              <a:spcBef>
                <a:spcPts val="0"/>
              </a:spcBef>
              <a:spcAft>
                <a:spcPts val="0"/>
              </a:spcAft>
              <a:buNone/>
              <a:defRPr>
                <a:solidFill>
                  <a:schemeClr val="lt1"/>
                </a:solidFill>
              </a:defRPr>
            </a:lvl2pPr>
            <a:lvl3pPr lvl="2" rtl="0">
              <a:spcBef>
                <a:spcPts val="0"/>
              </a:spcBef>
              <a:spcAft>
                <a:spcPts val="0"/>
              </a:spcAft>
              <a:buNone/>
              <a:defRPr>
                <a:solidFill>
                  <a:schemeClr val="lt1"/>
                </a:solidFill>
              </a:defRPr>
            </a:lvl3pPr>
            <a:lvl4pPr lvl="3" rtl="0">
              <a:spcBef>
                <a:spcPts val="0"/>
              </a:spcBef>
              <a:spcAft>
                <a:spcPts val="0"/>
              </a:spcAft>
              <a:buNone/>
              <a:defRPr>
                <a:solidFill>
                  <a:schemeClr val="lt1"/>
                </a:solidFill>
              </a:defRPr>
            </a:lvl4pPr>
            <a:lvl5pPr lvl="4" rtl="0">
              <a:spcBef>
                <a:spcPts val="0"/>
              </a:spcBef>
              <a:spcAft>
                <a:spcPts val="0"/>
              </a:spcAft>
              <a:buNone/>
              <a:defRPr>
                <a:solidFill>
                  <a:schemeClr val="lt1"/>
                </a:solidFill>
              </a:defRPr>
            </a:lvl5pPr>
            <a:lvl6pPr lvl="5" rtl="0">
              <a:spcBef>
                <a:spcPts val="0"/>
              </a:spcBef>
              <a:spcAft>
                <a:spcPts val="0"/>
              </a:spcAft>
              <a:buNone/>
              <a:defRPr>
                <a:solidFill>
                  <a:schemeClr val="lt1"/>
                </a:solidFill>
              </a:defRPr>
            </a:lvl6pPr>
            <a:lvl7pPr lvl="6" rtl="0">
              <a:spcBef>
                <a:spcPts val="0"/>
              </a:spcBef>
              <a:spcAft>
                <a:spcPts val="0"/>
              </a:spcAft>
              <a:buNone/>
              <a:defRPr>
                <a:solidFill>
                  <a:schemeClr val="lt1"/>
                </a:solidFill>
              </a:defRPr>
            </a:lvl7pPr>
            <a:lvl8pPr lvl="7" rtl="0">
              <a:spcBef>
                <a:spcPts val="0"/>
              </a:spcBef>
              <a:spcAft>
                <a:spcPts val="0"/>
              </a:spcAft>
              <a:buNone/>
              <a:defRPr>
                <a:solidFill>
                  <a:schemeClr val="lt1"/>
                </a:solidFill>
              </a:defRPr>
            </a:lvl8pPr>
            <a:lvl9pPr lvl="8" rtl="0">
              <a:spcBef>
                <a:spcPts val="0"/>
              </a:spcBef>
              <a:spcAft>
                <a:spcPts val="0"/>
              </a:spcAft>
              <a:buNone/>
              <a:defRPr>
                <a:solidFill>
                  <a:schemeClr val="lt1"/>
                </a:solidFill>
              </a:defRPr>
            </a:lvl9pPr>
          </a:lstStyle>
          <a:p/>
        </p:txBody>
      </p:sp>
      <p:sp>
        <p:nvSpPr>
          <p:cNvPr id="46" name="Google Shape;46;p13"/>
          <p:cNvSpPr txBox="1"/>
          <p:nvPr>
            <p:ph hasCustomPrompt="1" idx="2" type="title"/>
          </p:nvPr>
        </p:nvSpPr>
        <p:spPr>
          <a:xfrm>
            <a:off x="4811028" y="817025"/>
            <a:ext cx="603600" cy="42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47" name="Google Shape;47;p13"/>
          <p:cNvSpPr txBox="1"/>
          <p:nvPr>
            <p:ph idx="3" type="subTitle"/>
          </p:nvPr>
        </p:nvSpPr>
        <p:spPr>
          <a:xfrm>
            <a:off x="5809650" y="854858"/>
            <a:ext cx="2541900" cy="6585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48" name="Google Shape;48;p13"/>
          <p:cNvSpPr txBox="1"/>
          <p:nvPr>
            <p:ph hasCustomPrompt="1" idx="4" type="title"/>
          </p:nvPr>
        </p:nvSpPr>
        <p:spPr>
          <a:xfrm>
            <a:off x="4811028" y="1849575"/>
            <a:ext cx="603600" cy="42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49" name="Google Shape;49;p13"/>
          <p:cNvSpPr txBox="1"/>
          <p:nvPr>
            <p:ph hasCustomPrompt="1" idx="5" type="title"/>
          </p:nvPr>
        </p:nvSpPr>
        <p:spPr>
          <a:xfrm>
            <a:off x="4811028" y="2891725"/>
            <a:ext cx="603600" cy="42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50" name="Google Shape;50;p13"/>
          <p:cNvSpPr txBox="1"/>
          <p:nvPr>
            <p:ph hasCustomPrompt="1" idx="6" type="title"/>
          </p:nvPr>
        </p:nvSpPr>
        <p:spPr>
          <a:xfrm>
            <a:off x="4811028" y="3938075"/>
            <a:ext cx="603600" cy="42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51" name="Google Shape;51;p13"/>
          <p:cNvSpPr txBox="1"/>
          <p:nvPr>
            <p:ph idx="7" type="subTitle"/>
          </p:nvPr>
        </p:nvSpPr>
        <p:spPr>
          <a:xfrm>
            <a:off x="5809650" y="1573814"/>
            <a:ext cx="1874400" cy="4206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52" name="Google Shape;52;p13"/>
          <p:cNvSpPr txBox="1"/>
          <p:nvPr>
            <p:ph idx="8" type="subTitle"/>
          </p:nvPr>
        </p:nvSpPr>
        <p:spPr>
          <a:xfrm>
            <a:off x="5809650" y="1897449"/>
            <a:ext cx="2541900" cy="6585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53" name="Google Shape;53;p13"/>
          <p:cNvSpPr txBox="1"/>
          <p:nvPr>
            <p:ph idx="9" type="subTitle"/>
          </p:nvPr>
        </p:nvSpPr>
        <p:spPr>
          <a:xfrm>
            <a:off x="5809650" y="2615506"/>
            <a:ext cx="1874400" cy="4206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54" name="Google Shape;54;p13"/>
          <p:cNvSpPr txBox="1"/>
          <p:nvPr>
            <p:ph idx="13" type="subTitle"/>
          </p:nvPr>
        </p:nvSpPr>
        <p:spPr>
          <a:xfrm>
            <a:off x="5809650" y="2939141"/>
            <a:ext cx="2541900" cy="6585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55" name="Google Shape;55;p13"/>
          <p:cNvSpPr txBox="1"/>
          <p:nvPr>
            <p:ph idx="14" type="subTitle"/>
          </p:nvPr>
        </p:nvSpPr>
        <p:spPr>
          <a:xfrm>
            <a:off x="5809650" y="3657198"/>
            <a:ext cx="1874400" cy="4206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56" name="Google Shape;56;p13"/>
          <p:cNvSpPr txBox="1"/>
          <p:nvPr>
            <p:ph idx="15" type="subTitle"/>
          </p:nvPr>
        </p:nvSpPr>
        <p:spPr>
          <a:xfrm>
            <a:off x="5809650" y="3980833"/>
            <a:ext cx="2541900" cy="6585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_1">
    <p:bg>
      <p:bgPr>
        <a:blipFill>
          <a:blip r:embed="rId2">
            <a:alphaModFix/>
          </a:blip>
          <a:stretch>
            <a:fillRect/>
          </a:stretch>
        </a:blipFill>
      </p:bgPr>
    </p:bg>
    <p:spTree>
      <p:nvGrpSpPr>
        <p:cNvPr id="57" name="Shape 57"/>
        <p:cNvGrpSpPr/>
        <p:nvPr/>
      </p:nvGrpSpPr>
      <p:grpSpPr>
        <a:xfrm>
          <a:off x="0" y="0"/>
          <a:ext cx="0" cy="0"/>
          <a:chOff x="0" y="0"/>
          <a:chExt cx="0" cy="0"/>
        </a:xfrm>
      </p:grpSpPr>
      <p:sp>
        <p:nvSpPr>
          <p:cNvPr id="58" name="Google Shape;58;p14"/>
          <p:cNvSpPr txBox="1"/>
          <p:nvPr>
            <p:ph type="title"/>
          </p:nvPr>
        </p:nvSpPr>
        <p:spPr>
          <a:xfrm>
            <a:off x="3233300" y="3174900"/>
            <a:ext cx="2679300" cy="4206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b="1" sz="2000"/>
            </a:lvl1pPr>
            <a:lvl2pPr lvl="1" rtl="0" algn="ctr">
              <a:spcBef>
                <a:spcPts val="0"/>
              </a:spcBef>
              <a:spcAft>
                <a:spcPts val="0"/>
              </a:spcAft>
              <a:buNone/>
              <a:defRPr b="1" sz="2000"/>
            </a:lvl2pPr>
            <a:lvl3pPr lvl="2" rtl="0" algn="ctr">
              <a:spcBef>
                <a:spcPts val="0"/>
              </a:spcBef>
              <a:spcAft>
                <a:spcPts val="0"/>
              </a:spcAft>
              <a:buNone/>
              <a:defRPr b="1" sz="2000"/>
            </a:lvl3pPr>
            <a:lvl4pPr lvl="3" rtl="0" algn="ctr">
              <a:spcBef>
                <a:spcPts val="0"/>
              </a:spcBef>
              <a:spcAft>
                <a:spcPts val="0"/>
              </a:spcAft>
              <a:buNone/>
              <a:defRPr b="1" sz="2000"/>
            </a:lvl4pPr>
            <a:lvl5pPr lvl="4" rtl="0" algn="ctr">
              <a:spcBef>
                <a:spcPts val="0"/>
              </a:spcBef>
              <a:spcAft>
                <a:spcPts val="0"/>
              </a:spcAft>
              <a:buNone/>
              <a:defRPr b="1" sz="2000"/>
            </a:lvl5pPr>
            <a:lvl6pPr lvl="5" rtl="0" algn="ctr">
              <a:spcBef>
                <a:spcPts val="0"/>
              </a:spcBef>
              <a:spcAft>
                <a:spcPts val="0"/>
              </a:spcAft>
              <a:buNone/>
              <a:defRPr b="1" sz="2000"/>
            </a:lvl6pPr>
            <a:lvl7pPr lvl="6" rtl="0" algn="ctr">
              <a:spcBef>
                <a:spcPts val="0"/>
              </a:spcBef>
              <a:spcAft>
                <a:spcPts val="0"/>
              </a:spcAft>
              <a:buNone/>
              <a:defRPr b="1" sz="2000"/>
            </a:lvl7pPr>
            <a:lvl8pPr lvl="7" rtl="0" algn="ctr">
              <a:spcBef>
                <a:spcPts val="0"/>
              </a:spcBef>
              <a:spcAft>
                <a:spcPts val="0"/>
              </a:spcAft>
              <a:buNone/>
              <a:defRPr b="1" sz="2000"/>
            </a:lvl8pPr>
            <a:lvl9pPr lvl="8" rtl="0" algn="ctr">
              <a:spcBef>
                <a:spcPts val="0"/>
              </a:spcBef>
              <a:spcAft>
                <a:spcPts val="0"/>
              </a:spcAft>
              <a:buNone/>
              <a:defRPr b="1" sz="2000"/>
            </a:lvl9pPr>
          </a:lstStyle>
          <a:p/>
        </p:txBody>
      </p:sp>
      <p:sp>
        <p:nvSpPr>
          <p:cNvPr id="59" name="Google Shape;59;p14"/>
          <p:cNvSpPr txBox="1"/>
          <p:nvPr>
            <p:ph idx="1" type="subTitle"/>
          </p:nvPr>
        </p:nvSpPr>
        <p:spPr>
          <a:xfrm>
            <a:off x="1570325" y="1547975"/>
            <a:ext cx="6007500" cy="1518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2800"/>
            </a:lvl1pPr>
            <a:lvl2pPr lvl="1" rtl="0" algn="ctr">
              <a:spcBef>
                <a:spcPts val="0"/>
              </a:spcBef>
              <a:spcAft>
                <a:spcPts val="0"/>
              </a:spcAft>
              <a:buNone/>
              <a:defRPr b="1" sz="2800"/>
            </a:lvl2pPr>
            <a:lvl3pPr lvl="2" rtl="0" algn="ctr">
              <a:spcBef>
                <a:spcPts val="0"/>
              </a:spcBef>
              <a:spcAft>
                <a:spcPts val="0"/>
              </a:spcAft>
              <a:buNone/>
              <a:defRPr b="1" sz="2800"/>
            </a:lvl3pPr>
            <a:lvl4pPr lvl="3" rtl="0" algn="ctr">
              <a:spcBef>
                <a:spcPts val="0"/>
              </a:spcBef>
              <a:spcAft>
                <a:spcPts val="0"/>
              </a:spcAft>
              <a:buNone/>
              <a:defRPr b="1" sz="2800"/>
            </a:lvl4pPr>
            <a:lvl5pPr lvl="4" rtl="0" algn="ctr">
              <a:spcBef>
                <a:spcPts val="0"/>
              </a:spcBef>
              <a:spcAft>
                <a:spcPts val="0"/>
              </a:spcAft>
              <a:buNone/>
              <a:defRPr b="1" sz="2800"/>
            </a:lvl5pPr>
            <a:lvl6pPr lvl="5" rtl="0" algn="ctr">
              <a:spcBef>
                <a:spcPts val="0"/>
              </a:spcBef>
              <a:spcAft>
                <a:spcPts val="0"/>
              </a:spcAft>
              <a:buNone/>
              <a:defRPr b="1" sz="2800"/>
            </a:lvl6pPr>
            <a:lvl7pPr lvl="6" rtl="0" algn="ctr">
              <a:spcBef>
                <a:spcPts val="0"/>
              </a:spcBef>
              <a:spcAft>
                <a:spcPts val="0"/>
              </a:spcAft>
              <a:buNone/>
              <a:defRPr b="1" sz="2800"/>
            </a:lvl7pPr>
            <a:lvl8pPr lvl="7" rtl="0" algn="ctr">
              <a:spcBef>
                <a:spcPts val="0"/>
              </a:spcBef>
              <a:spcAft>
                <a:spcPts val="0"/>
              </a:spcAft>
              <a:buNone/>
              <a:defRPr b="1" sz="2800"/>
            </a:lvl8pPr>
            <a:lvl9pPr lvl="8" rtl="0" algn="ctr">
              <a:spcBef>
                <a:spcPts val="0"/>
              </a:spcBef>
              <a:spcAft>
                <a:spcPts val="0"/>
              </a:spcAft>
              <a:buNone/>
              <a:defRPr b="1" sz="28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AND_BODY_1">
    <p:bg>
      <p:bgPr>
        <a:blipFill>
          <a:blip r:embed="rId2">
            <a:alphaModFix/>
          </a:blip>
          <a:stretch>
            <a:fillRect/>
          </a:stretch>
        </a:blipFill>
      </p:bgPr>
    </p:bg>
    <p:spTree>
      <p:nvGrpSpPr>
        <p:cNvPr id="60" name="Shape 60"/>
        <p:cNvGrpSpPr/>
        <p:nvPr/>
      </p:nvGrpSpPr>
      <p:grpSpPr>
        <a:xfrm>
          <a:off x="0" y="0"/>
          <a:ext cx="0" cy="0"/>
          <a:chOff x="0" y="0"/>
          <a:chExt cx="0" cy="0"/>
        </a:xfrm>
      </p:grpSpPr>
      <p:sp>
        <p:nvSpPr>
          <p:cNvPr id="61" name="Google Shape;61;p15"/>
          <p:cNvSpPr txBox="1"/>
          <p:nvPr>
            <p:ph type="title"/>
          </p:nvPr>
        </p:nvSpPr>
        <p:spPr>
          <a:xfrm>
            <a:off x="713100" y="445025"/>
            <a:ext cx="3028200" cy="905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b="1">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62" name="Google Shape;62;p15"/>
          <p:cNvSpPr txBox="1"/>
          <p:nvPr>
            <p:ph idx="1" type="body"/>
          </p:nvPr>
        </p:nvSpPr>
        <p:spPr>
          <a:xfrm>
            <a:off x="1275600" y="2445841"/>
            <a:ext cx="6592800" cy="21945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lt1"/>
              </a:buClr>
              <a:buSzPts val="1400"/>
              <a:buFont typeface="Karla"/>
              <a:buChar char="●"/>
              <a:defRPr/>
            </a:lvl1pPr>
            <a:lvl2pPr indent="-317500" lvl="1" marL="914400" rtl="0">
              <a:spcBef>
                <a:spcPts val="1600"/>
              </a:spcBef>
              <a:spcAft>
                <a:spcPts val="0"/>
              </a:spcAft>
              <a:buClr>
                <a:schemeClr val="lt1"/>
              </a:buClr>
              <a:buSzPts val="1400"/>
              <a:buFont typeface="Karla"/>
              <a:buChar char="○"/>
              <a:defRPr/>
            </a:lvl2pPr>
            <a:lvl3pPr indent="-317500" lvl="2" marL="1371600" rtl="0">
              <a:spcBef>
                <a:spcPts val="0"/>
              </a:spcBef>
              <a:spcAft>
                <a:spcPts val="0"/>
              </a:spcAft>
              <a:buClr>
                <a:schemeClr val="lt1"/>
              </a:buClr>
              <a:buSzPts val="1400"/>
              <a:buFont typeface="Karla"/>
              <a:buChar char="■"/>
              <a:defRPr/>
            </a:lvl3pPr>
            <a:lvl4pPr indent="-317500" lvl="3" marL="1828800" rtl="0">
              <a:spcBef>
                <a:spcPts val="0"/>
              </a:spcBef>
              <a:spcAft>
                <a:spcPts val="0"/>
              </a:spcAft>
              <a:buClr>
                <a:schemeClr val="lt1"/>
              </a:buClr>
              <a:buSzPts val="1400"/>
              <a:buFont typeface="Karla"/>
              <a:buChar char="●"/>
              <a:defRPr/>
            </a:lvl4pPr>
            <a:lvl5pPr indent="-317500" lvl="4" marL="2286000" rtl="0">
              <a:spcBef>
                <a:spcPts val="0"/>
              </a:spcBef>
              <a:spcAft>
                <a:spcPts val="0"/>
              </a:spcAft>
              <a:buClr>
                <a:schemeClr val="lt1"/>
              </a:buClr>
              <a:buSzPts val="1400"/>
              <a:buFont typeface="Karla"/>
              <a:buChar char="○"/>
              <a:defRPr/>
            </a:lvl5pPr>
            <a:lvl6pPr indent="-317500" lvl="5" marL="2743200" rtl="0">
              <a:spcBef>
                <a:spcPts val="0"/>
              </a:spcBef>
              <a:spcAft>
                <a:spcPts val="0"/>
              </a:spcAft>
              <a:buClr>
                <a:schemeClr val="lt1"/>
              </a:buClr>
              <a:buSzPts val="1400"/>
              <a:buFont typeface="Karla"/>
              <a:buChar char="■"/>
              <a:defRPr/>
            </a:lvl6pPr>
            <a:lvl7pPr indent="-317500" lvl="6" marL="3200400" rtl="0">
              <a:spcBef>
                <a:spcPts val="0"/>
              </a:spcBef>
              <a:spcAft>
                <a:spcPts val="0"/>
              </a:spcAft>
              <a:buClr>
                <a:schemeClr val="lt1"/>
              </a:buClr>
              <a:buSzPts val="1400"/>
              <a:buFont typeface="Karla"/>
              <a:buChar char="●"/>
              <a:defRPr/>
            </a:lvl7pPr>
            <a:lvl8pPr indent="-317500" lvl="7" marL="3657600" rtl="0">
              <a:spcBef>
                <a:spcPts val="0"/>
              </a:spcBef>
              <a:spcAft>
                <a:spcPts val="0"/>
              </a:spcAft>
              <a:buClr>
                <a:schemeClr val="lt1"/>
              </a:buClr>
              <a:buSzPts val="1400"/>
              <a:buFont typeface="Karla"/>
              <a:buChar char="○"/>
              <a:defRPr/>
            </a:lvl8pPr>
            <a:lvl9pPr indent="-317500" lvl="8" marL="4114800" rtl="0">
              <a:spcBef>
                <a:spcPts val="0"/>
              </a:spcBef>
              <a:spcAft>
                <a:spcPts val="0"/>
              </a:spcAft>
              <a:buClr>
                <a:schemeClr val="lt1"/>
              </a:buClr>
              <a:buSzPts val="1400"/>
              <a:buFont typeface="Karla"/>
              <a:buChar char="■"/>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TITLE_AND_TWO_COLUMNS_1_1">
    <p:bg>
      <p:bgPr>
        <a:blipFill>
          <a:blip r:embed="rId2">
            <a:alphaModFix/>
          </a:blip>
          <a:stretch>
            <a:fillRect/>
          </a:stretch>
        </a:blipFill>
      </p:bgPr>
    </p:bg>
    <p:spTree>
      <p:nvGrpSpPr>
        <p:cNvPr id="63" name="Shape 63"/>
        <p:cNvGrpSpPr/>
        <p:nvPr/>
      </p:nvGrpSpPr>
      <p:grpSpPr>
        <a:xfrm>
          <a:off x="0" y="0"/>
          <a:ext cx="0" cy="0"/>
          <a:chOff x="0" y="0"/>
          <a:chExt cx="0" cy="0"/>
        </a:xfrm>
      </p:grpSpPr>
      <p:sp>
        <p:nvSpPr>
          <p:cNvPr id="64" name="Google Shape;64;p16"/>
          <p:cNvSpPr txBox="1"/>
          <p:nvPr>
            <p:ph type="title"/>
          </p:nvPr>
        </p:nvSpPr>
        <p:spPr>
          <a:xfrm>
            <a:off x="713100" y="1134425"/>
            <a:ext cx="3208500" cy="12555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2800"/>
              <a:buNone/>
              <a:defRPr b="1">
                <a:solidFill>
                  <a:schemeClr val="lt1"/>
                </a:solidFill>
              </a:defRPr>
            </a:lvl1pPr>
            <a:lvl2pPr lvl="1" rtl="0" algn="ctr">
              <a:spcBef>
                <a:spcPts val="0"/>
              </a:spcBef>
              <a:spcAft>
                <a:spcPts val="0"/>
              </a:spcAft>
              <a:buClr>
                <a:schemeClr val="lt1"/>
              </a:buClr>
              <a:buSzPts val="2800"/>
              <a:buNone/>
              <a:defRPr>
                <a:solidFill>
                  <a:schemeClr val="lt1"/>
                </a:solidFill>
              </a:defRPr>
            </a:lvl2pPr>
            <a:lvl3pPr lvl="2" rtl="0" algn="ctr">
              <a:spcBef>
                <a:spcPts val="0"/>
              </a:spcBef>
              <a:spcAft>
                <a:spcPts val="0"/>
              </a:spcAft>
              <a:buClr>
                <a:schemeClr val="lt1"/>
              </a:buClr>
              <a:buSzPts val="2800"/>
              <a:buNone/>
              <a:defRPr>
                <a:solidFill>
                  <a:schemeClr val="lt1"/>
                </a:solidFill>
              </a:defRPr>
            </a:lvl3pPr>
            <a:lvl4pPr lvl="3" rtl="0" algn="ctr">
              <a:spcBef>
                <a:spcPts val="0"/>
              </a:spcBef>
              <a:spcAft>
                <a:spcPts val="0"/>
              </a:spcAft>
              <a:buClr>
                <a:schemeClr val="lt1"/>
              </a:buClr>
              <a:buSzPts val="2800"/>
              <a:buNone/>
              <a:defRPr>
                <a:solidFill>
                  <a:schemeClr val="lt1"/>
                </a:solidFill>
              </a:defRPr>
            </a:lvl4pPr>
            <a:lvl5pPr lvl="4" rtl="0" algn="ctr">
              <a:spcBef>
                <a:spcPts val="0"/>
              </a:spcBef>
              <a:spcAft>
                <a:spcPts val="0"/>
              </a:spcAft>
              <a:buClr>
                <a:schemeClr val="lt1"/>
              </a:buClr>
              <a:buSzPts val="2800"/>
              <a:buNone/>
              <a:defRPr>
                <a:solidFill>
                  <a:schemeClr val="lt1"/>
                </a:solidFill>
              </a:defRPr>
            </a:lvl5pPr>
            <a:lvl6pPr lvl="5" rtl="0" algn="ctr">
              <a:spcBef>
                <a:spcPts val="0"/>
              </a:spcBef>
              <a:spcAft>
                <a:spcPts val="0"/>
              </a:spcAft>
              <a:buClr>
                <a:schemeClr val="lt1"/>
              </a:buClr>
              <a:buSzPts val="2800"/>
              <a:buNone/>
              <a:defRPr>
                <a:solidFill>
                  <a:schemeClr val="lt1"/>
                </a:solidFill>
              </a:defRPr>
            </a:lvl6pPr>
            <a:lvl7pPr lvl="6" rtl="0" algn="ctr">
              <a:spcBef>
                <a:spcPts val="0"/>
              </a:spcBef>
              <a:spcAft>
                <a:spcPts val="0"/>
              </a:spcAft>
              <a:buClr>
                <a:schemeClr val="lt1"/>
              </a:buClr>
              <a:buSzPts val="2800"/>
              <a:buNone/>
              <a:defRPr>
                <a:solidFill>
                  <a:schemeClr val="lt1"/>
                </a:solidFill>
              </a:defRPr>
            </a:lvl7pPr>
            <a:lvl8pPr lvl="7" rtl="0" algn="ctr">
              <a:spcBef>
                <a:spcPts val="0"/>
              </a:spcBef>
              <a:spcAft>
                <a:spcPts val="0"/>
              </a:spcAft>
              <a:buClr>
                <a:schemeClr val="lt1"/>
              </a:buClr>
              <a:buSzPts val="2800"/>
              <a:buNone/>
              <a:defRPr>
                <a:solidFill>
                  <a:schemeClr val="lt1"/>
                </a:solidFill>
              </a:defRPr>
            </a:lvl8pPr>
            <a:lvl9pPr lvl="8" rtl="0" algn="ctr">
              <a:spcBef>
                <a:spcPts val="0"/>
              </a:spcBef>
              <a:spcAft>
                <a:spcPts val="0"/>
              </a:spcAft>
              <a:buClr>
                <a:schemeClr val="lt1"/>
              </a:buClr>
              <a:buSzPts val="2800"/>
              <a:buNone/>
              <a:defRPr>
                <a:solidFill>
                  <a:schemeClr val="lt1"/>
                </a:solidFill>
              </a:defRPr>
            </a:lvl9pPr>
          </a:lstStyle>
          <a:p/>
        </p:txBody>
      </p:sp>
      <p:sp>
        <p:nvSpPr>
          <p:cNvPr id="65" name="Google Shape;65;p16"/>
          <p:cNvSpPr txBox="1"/>
          <p:nvPr>
            <p:ph idx="1" type="subTitle"/>
          </p:nvPr>
        </p:nvSpPr>
        <p:spPr>
          <a:xfrm>
            <a:off x="5009525" y="686277"/>
            <a:ext cx="30633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66" name="Google Shape;66;p16"/>
          <p:cNvSpPr txBox="1"/>
          <p:nvPr>
            <p:ph idx="2" type="subTitle"/>
          </p:nvPr>
        </p:nvSpPr>
        <p:spPr>
          <a:xfrm>
            <a:off x="5009525" y="988246"/>
            <a:ext cx="3063300" cy="7404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67" name="Google Shape;67;p16"/>
          <p:cNvSpPr txBox="1"/>
          <p:nvPr>
            <p:ph idx="3" type="subTitle"/>
          </p:nvPr>
        </p:nvSpPr>
        <p:spPr>
          <a:xfrm>
            <a:off x="5009525" y="2130320"/>
            <a:ext cx="30633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68" name="Google Shape;68;p16"/>
          <p:cNvSpPr txBox="1"/>
          <p:nvPr>
            <p:ph idx="4" type="subTitle"/>
          </p:nvPr>
        </p:nvSpPr>
        <p:spPr>
          <a:xfrm>
            <a:off x="5009525" y="2436345"/>
            <a:ext cx="3063300" cy="6585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69" name="Google Shape;69;p16"/>
          <p:cNvSpPr txBox="1"/>
          <p:nvPr>
            <p:ph idx="5" type="subTitle"/>
          </p:nvPr>
        </p:nvSpPr>
        <p:spPr>
          <a:xfrm>
            <a:off x="5009525" y="3558582"/>
            <a:ext cx="30633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70" name="Google Shape;70;p16"/>
          <p:cNvSpPr txBox="1"/>
          <p:nvPr>
            <p:ph idx="6" type="subTitle"/>
          </p:nvPr>
        </p:nvSpPr>
        <p:spPr>
          <a:xfrm>
            <a:off x="5009525" y="3871620"/>
            <a:ext cx="3063300" cy="6585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TITLE_AND_TWO_COLUMNS_1_1_1">
    <p:bg>
      <p:bgPr>
        <a:blipFill>
          <a:blip r:embed="rId2">
            <a:alphaModFix/>
          </a:blip>
          <a:stretch>
            <a:fillRect/>
          </a:stretch>
        </a:blipFill>
      </p:bgPr>
    </p:bg>
    <p:spTree>
      <p:nvGrpSpPr>
        <p:cNvPr id="71" name="Shape 71"/>
        <p:cNvGrpSpPr/>
        <p:nvPr/>
      </p:nvGrpSpPr>
      <p:grpSpPr>
        <a:xfrm>
          <a:off x="0" y="0"/>
          <a:ext cx="0" cy="0"/>
          <a:chOff x="0" y="0"/>
          <a:chExt cx="0" cy="0"/>
        </a:xfrm>
      </p:grpSpPr>
      <p:sp>
        <p:nvSpPr>
          <p:cNvPr id="72" name="Google Shape;72;p17"/>
          <p:cNvSpPr txBox="1"/>
          <p:nvPr>
            <p:ph idx="1" type="subTitle"/>
          </p:nvPr>
        </p:nvSpPr>
        <p:spPr>
          <a:xfrm>
            <a:off x="713100" y="3057538"/>
            <a:ext cx="2404800" cy="4023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2000">
                <a:latin typeface="Red Hat Display"/>
                <a:ea typeface="Red Hat Display"/>
                <a:cs typeface="Red Hat Display"/>
                <a:sym typeface="Red Hat Display"/>
              </a:defRPr>
            </a:lvl1pPr>
            <a:lvl2pPr lvl="1" rtl="0" algn="ctr">
              <a:spcBef>
                <a:spcPts val="0"/>
              </a:spcBef>
              <a:spcAft>
                <a:spcPts val="0"/>
              </a:spcAft>
              <a:buNone/>
              <a:defRPr sz="2000">
                <a:latin typeface="Red Hat Display"/>
                <a:ea typeface="Red Hat Display"/>
                <a:cs typeface="Red Hat Display"/>
                <a:sym typeface="Red Hat Display"/>
              </a:defRPr>
            </a:lvl2pPr>
            <a:lvl3pPr lvl="2" rtl="0" algn="ctr">
              <a:spcBef>
                <a:spcPts val="0"/>
              </a:spcBef>
              <a:spcAft>
                <a:spcPts val="0"/>
              </a:spcAft>
              <a:buNone/>
              <a:defRPr sz="2000">
                <a:latin typeface="Red Hat Display"/>
                <a:ea typeface="Red Hat Display"/>
                <a:cs typeface="Red Hat Display"/>
                <a:sym typeface="Red Hat Display"/>
              </a:defRPr>
            </a:lvl3pPr>
            <a:lvl4pPr lvl="3" rtl="0" algn="ctr">
              <a:spcBef>
                <a:spcPts val="0"/>
              </a:spcBef>
              <a:spcAft>
                <a:spcPts val="0"/>
              </a:spcAft>
              <a:buNone/>
              <a:defRPr sz="2000">
                <a:latin typeface="Red Hat Display"/>
                <a:ea typeface="Red Hat Display"/>
                <a:cs typeface="Red Hat Display"/>
                <a:sym typeface="Red Hat Display"/>
              </a:defRPr>
            </a:lvl4pPr>
            <a:lvl5pPr lvl="4" rtl="0" algn="ctr">
              <a:spcBef>
                <a:spcPts val="0"/>
              </a:spcBef>
              <a:spcAft>
                <a:spcPts val="0"/>
              </a:spcAft>
              <a:buNone/>
              <a:defRPr sz="2000">
                <a:latin typeface="Red Hat Display"/>
                <a:ea typeface="Red Hat Display"/>
                <a:cs typeface="Red Hat Display"/>
                <a:sym typeface="Red Hat Display"/>
              </a:defRPr>
            </a:lvl5pPr>
            <a:lvl6pPr lvl="5" rtl="0" algn="ctr">
              <a:spcBef>
                <a:spcPts val="0"/>
              </a:spcBef>
              <a:spcAft>
                <a:spcPts val="0"/>
              </a:spcAft>
              <a:buNone/>
              <a:defRPr sz="2000">
                <a:latin typeface="Red Hat Display"/>
                <a:ea typeface="Red Hat Display"/>
                <a:cs typeface="Red Hat Display"/>
                <a:sym typeface="Red Hat Display"/>
              </a:defRPr>
            </a:lvl6pPr>
            <a:lvl7pPr lvl="6" rtl="0" algn="ctr">
              <a:spcBef>
                <a:spcPts val="0"/>
              </a:spcBef>
              <a:spcAft>
                <a:spcPts val="0"/>
              </a:spcAft>
              <a:buNone/>
              <a:defRPr sz="2000">
                <a:latin typeface="Red Hat Display"/>
                <a:ea typeface="Red Hat Display"/>
                <a:cs typeface="Red Hat Display"/>
                <a:sym typeface="Red Hat Display"/>
              </a:defRPr>
            </a:lvl7pPr>
            <a:lvl8pPr lvl="7" rtl="0" algn="ctr">
              <a:spcBef>
                <a:spcPts val="0"/>
              </a:spcBef>
              <a:spcAft>
                <a:spcPts val="0"/>
              </a:spcAft>
              <a:buNone/>
              <a:defRPr sz="2000">
                <a:latin typeface="Red Hat Display"/>
                <a:ea typeface="Red Hat Display"/>
                <a:cs typeface="Red Hat Display"/>
                <a:sym typeface="Red Hat Display"/>
              </a:defRPr>
            </a:lvl8pPr>
            <a:lvl9pPr lvl="8" rtl="0" algn="ctr">
              <a:spcBef>
                <a:spcPts val="0"/>
              </a:spcBef>
              <a:spcAft>
                <a:spcPts val="0"/>
              </a:spcAft>
              <a:buNone/>
              <a:defRPr sz="2000">
                <a:latin typeface="Red Hat Display"/>
                <a:ea typeface="Red Hat Display"/>
                <a:cs typeface="Red Hat Display"/>
                <a:sym typeface="Red Hat Display"/>
              </a:defRPr>
            </a:lvl9pPr>
          </a:lstStyle>
          <a:p/>
        </p:txBody>
      </p:sp>
      <p:sp>
        <p:nvSpPr>
          <p:cNvPr id="73" name="Google Shape;73;p17"/>
          <p:cNvSpPr txBox="1"/>
          <p:nvPr>
            <p:ph idx="2" type="subTitle"/>
          </p:nvPr>
        </p:nvSpPr>
        <p:spPr>
          <a:xfrm>
            <a:off x="713100" y="3351747"/>
            <a:ext cx="2404800" cy="8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b="1"/>
            </a:lvl2pPr>
            <a:lvl3pPr lvl="2" rtl="0" algn="ctr">
              <a:spcBef>
                <a:spcPts val="0"/>
              </a:spcBef>
              <a:spcAft>
                <a:spcPts val="0"/>
              </a:spcAft>
              <a:buNone/>
              <a:defRPr b="1"/>
            </a:lvl3pPr>
            <a:lvl4pPr lvl="3" rtl="0" algn="ctr">
              <a:spcBef>
                <a:spcPts val="0"/>
              </a:spcBef>
              <a:spcAft>
                <a:spcPts val="0"/>
              </a:spcAft>
              <a:buNone/>
              <a:defRPr b="1"/>
            </a:lvl4pPr>
            <a:lvl5pPr lvl="4" rtl="0" algn="ctr">
              <a:spcBef>
                <a:spcPts val="0"/>
              </a:spcBef>
              <a:spcAft>
                <a:spcPts val="0"/>
              </a:spcAft>
              <a:buNone/>
              <a:defRPr b="1"/>
            </a:lvl5pPr>
            <a:lvl6pPr lvl="5" rtl="0" algn="ctr">
              <a:spcBef>
                <a:spcPts val="0"/>
              </a:spcBef>
              <a:spcAft>
                <a:spcPts val="0"/>
              </a:spcAft>
              <a:buNone/>
              <a:defRPr b="1"/>
            </a:lvl6pPr>
            <a:lvl7pPr lvl="6" rtl="0" algn="ctr">
              <a:spcBef>
                <a:spcPts val="0"/>
              </a:spcBef>
              <a:spcAft>
                <a:spcPts val="0"/>
              </a:spcAft>
              <a:buNone/>
              <a:defRPr b="1"/>
            </a:lvl7pPr>
            <a:lvl8pPr lvl="7" rtl="0" algn="ctr">
              <a:spcBef>
                <a:spcPts val="0"/>
              </a:spcBef>
              <a:spcAft>
                <a:spcPts val="0"/>
              </a:spcAft>
              <a:buNone/>
              <a:defRPr b="1"/>
            </a:lvl8pPr>
            <a:lvl9pPr lvl="8" rtl="0" algn="ctr">
              <a:spcBef>
                <a:spcPts val="0"/>
              </a:spcBef>
              <a:spcAft>
                <a:spcPts val="0"/>
              </a:spcAft>
              <a:buNone/>
              <a:defRPr b="1"/>
            </a:lvl9pPr>
          </a:lstStyle>
          <a:p/>
        </p:txBody>
      </p:sp>
      <p:sp>
        <p:nvSpPr>
          <p:cNvPr id="74" name="Google Shape;74;p17"/>
          <p:cNvSpPr txBox="1"/>
          <p:nvPr>
            <p:ph idx="3" type="subTitle"/>
          </p:nvPr>
        </p:nvSpPr>
        <p:spPr>
          <a:xfrm>
            <a:off x="3369600" y="3057538"/>
            <a:ext cx="2404800" cy="4023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2000">
                <a:latin typeface="Red Hat Display"/>
                <a:ea typeface="Red Hat Display"/>
                <a:cs typeface="Red Hat Display"/>
                <a:sym typeface="Red Hat Display"/>
              </a:defRPr>
            </a:lvl1pPr>
            <a:lvl2pPr lvl="1" rtl="0" algn="ctr">
              <a:spcBef>
                <a:spcPts val="0"/>
              </a:spcBef>
              <a:spcAft>
                <a:spcPts val="0"/>
              </a:spcAft>
              <a:buNone/>
              <a:defRPr sz="2000">
                <a:latin typeface="Red Hat Display"/>
                <a:ea typeface="Red Hat Display"/>
                <a:cs typeface="Red Hat Display"/>
                <a:sym typeface="Red Hat Display"/>
              </a:defRPr>
            </a:lvl2pPr>
            <a:lvl3pPr lvl="2" rtl="0" algn="ctr">
              <a:spcBef>
                <a:spcPts val="0"/>
              </a:spcBef>
              <a:spcAft>
                <a:spcPts val="0"/>
              </a:spcAft>
              <a:buNone/>
              <a:defRPr sz="2000">
                <a:latin typeface="Red Hat Display"/>
                <a:ea typeface="Red Hat Display"/>
                <a:cs typeface="Red Hat Display"/>
                <a:sym typeface="Red Hat Display"/>
              </a:defRPr>
            </a:lvl3pPr>
            <a:lvl4pPr lvl="3" rtl="0" algn="ctr">
              <a:spcBef>
                <a:spcPts val="0"/>
              </a:spcBef>
              <a:spcAft>
                <a:spcPts val="0"/>
              </a:spcAft>
              <a:buNone/>
              <a:defRPr sz="2000">
                <a:latin typeface="Red Hat Display"/>
                <a:ea typeface="Red Hat Display"/>
                <a:cs typeface="Red Hat Display"/>
                <a:sym typeface="Red Hat Display"/>
              </a:defRPr>
            </a:lvl4pPr>
            <a:lvl5pPr lvl="4" rtl="0" algn="ctr">
              <a:spcBef>
                <a:spcPts val="0"/>
              </a:spcBef>
              <a:spcAft>
                <a:spcPts val="0"/>
              </a:spcAft>
              <a:buNone/>
              <a:defRPr sz="2000">
                <a:latin typeface="Red Hat Display"/>
                <a:ea typeface="Red Hat Display"/>
                <a:cs typeface="Red Hat Display"/>
                <a:sym typeface="Red Hat Display"/>
              </a:defRPr>
            </a:lvl5pPr>
            <a:lvl6pPr lvl="5" rtl="0" algn="ctr">
              <a:spcBef>
                <a:spcPts val="0"/>
              </a:spcBef>
              <a:spcAft>
                <a:spcPts val="0"/>
              </a:spcAft>
              <a:buNone/>
              <a:defRPr sz="2000">
                <a:latin typeface="Red Hat Display"/>
                <a:ea typeface="Red Hat Display"/>
                <a:cs typeface="Red Hat Display"/>
                <a:sym typeface="Red Hat Display"/>
              </a:defRPr>
            </a:lvl6pPr>
            <a:lvl7pPr lvl="6" rtl="0" algn="ctr">
              <a:spcBef>
                <a:spcPts val="0"/>
              </a:spcBef>
              <a:spcAft>
                <a:spcPts val="0"/>
              </a:spcAft>
              <a:buNone/>
              <a:defRPr sz="2000">
                <a:latin typeface="Red Hat Display"/>
                <a:ea typeface="Red Hat Display"/>
                <a:cs typeface="Red Hat Display"/>
                <a:sym typeface="Red Hat Display"/>
              </a:defRPr>
            </a:lvl7pPr>
            <a:lvl8pPr lvl="7" rtl="0" algn="ctr">
              <a:spcBef>
                <a:spcPts val="0"/>
              </a:spcBef>
              <a:spcAft>
                <a:spcPts val="0"/>
              </a:spcAft>
              <a:buNone/>
              <a:defRPr sz="2000">
                <a:latin typeface="Red Hat Display"/>
                <a:ea typeface="Red Hat Display"/>
                <a:cs typeface="Red Hat Display"/>
                <a:sym typeface="Red Hat Display"/>
              </a:defRPr>
            </a:lvl8pPr>
            <a:lvl9pPr lvl="8" rtl="0" algn="ctr">
              <a:spcBef>
                <a:spcPts val="0"/>
              </a:spcBef>
              <a:spcAft>
                <a:spcPts val="0"/>
              </a:spcAft>
              <a:buNone/>
              <a:defRPr sz="2000">
                <a:latin typeface="Red Hat Display"/>
                <a:ea typeface="Red Hat Display"/>
                <a:cs typeface="Red Hat Display"/>
                <a:sym typeface="Red Hat Display"/>
              </a:defRPr>
            </a:lvl9pPr>
          </a:lstStyle>
          <a:p/>
        </p:txBody>
      </p:sp>
      <p:sp>
        <p:nvSpPr>
          <p:cNvPr id="75" name="Google Shape;75;p17"/>
          <p:cNvSpPr txBox="1"/>
          <p:nvPr>
            <p:ph idx="4" type="subTitle"/>
          </p:nvPr>
        </p:nvSpPr>
        <p:spPr>
          <a:xfrm>
            <a:off x="3369600" y="3351747"/>
            <a:ext cx="2404800" cy="8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b="1"/>
            </a:lvl2pPr>
            <a:lvl3pPr lvl="2" rtl="0" algn="ctr">
              <a:spcBef>
                <a:spcPts val="0"/>
              </a:spcBef>
              <a:spcAft>
                <a:spcPts val="0"/>
              </a:spcAft>
              <a:buNone/>
              <a:defRPr b="1"/>
            </a:lvl3pPr>
            <a:lvl4pPr lvl="3" rtl="0" algn="ctr">
              <a:spcBef>
                <a:spcPts val="0"/>
              </a:spcBef>
              <a:spcAft>
                <a:spcPts val="0"/>
              </a:spcAft>
              <a:buNone/>
              <a:defRPr b="1"/>
            </a:lvl4pPr>
            <a:lvl5pPr lvl="4" rtl="0" algn="ctr">
              <a:spcBef>
                <a:spcPts val="0"/>
              </a:spcBef>
              <a:spcAft>
                <a:spcPts val="0"/>
              </a:spcAft>
              <a:buNone/>
              <a:defRPr b="1"/>
            </a:lvl5pPr>
            <a:lvl6pPr lvl="5" rtl="0" algn="ctr">
              <a:spcBef>
                <a:spcPts val="0"/>
              </a:spcBef>
              <a:spcAft>
                <a:spcPts val="0"/>
              </a:spcAft>
              <a:buNone/>
              <a:defRPr b="1"/>
            </a:lvl6pPr>
            <a:lvl7pPr lvl="6" rtl="0" algn="ctr">
              <a:spcBef>
                <a:spcPts val="0"/>
              </a:spcBef>
              <a:spcAft>
                <a:spcPts val="0"/>
              </a:spcAft>
              <a:buNone/>
              <a:defRPr b="1"/>
            </a:lvl7pPr>
            <a:lvl8pPr lvl="7" rtl="0" algn="ctr">
              <a:spcBef>
                <a:spcPts val="0"/>
              </a:spcBef>
              <a:spcAft>
                <a:spcPts val="0"/>
              </a:spcAft>
              <a:buNone/>
              <a:defRPr b="1"/>
            </a:lvl8pPr>
            <a:lvl9pPr lvl="8" rtl="0" algn="ctr">
              <a:spcBef>
                <a:spcPts val="0"/>
              </a:spcBef>
              <a:spcAft>
                <a:spcPts val="0"/>
              </a:spcAft>
              <a:buNone/>
              <a:defRPr b="1"/>
            </a:lvl9pPr>
          </a:lstStyle>
          <a:p/>
        </p:txBody>
      </p:sp>
      <p:sp>
        <p:nvSpPr>
          <p:cNvPr id="76" name="Google Shape;76;p17"/>
          <p:cNvSpPr txBox="1"/>
          <p:nvPr>
            <p:ph idx="5" type="subTitle"/>
          </p:nvPr>
        </p:nvSpPr>
        <p:spPr>
          <a:xfrm>
            <a:off x="6026100" y="3057538"/>
            <a:ext cx="2404800" cy="4023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2000">
                <a:latin typeface="Red Hat Display"/>
                <a:ea typeface="Red Hat Display"/>
                <a:cs typeface="Red Hat Display"/>
                <a:sym typeface="Red Hat Display"/>
              </a:defRPr>
            </a:lvl1pPr>
            <a:lvl2pPr lvl="1" rtl="0" algn="ctr">
              <a:spcBef>
                <a:spcPts val="0"/>
              </a:spcBef>
              <a:spcAft>
                <a:spcPts val="0"/>
              </a:spcAft>
              <a:buNone/>
              <a:defRPr sz="2000">
                <a:latin typeface="Red Hat Display"/>
                <a:ea typeface="Red Hat Display"/>
                <a:cs typeface="Red Hat Display"/>
                <a:sym typeface="Red Hat Display"/>
              </a:defRPr>
            </a:lvl2pPr>
            <a:lvl3pPr lvl="2" rtl="0" algn="ctr">
              <a:spcBef>
                <a:spcPts val="0"/>
              </a:spcBef>
              <a:spcAft>
                <a:spcPts val="0"/>
              </a:spcAft>
              <a:buNone/>
              <a:defRPr sz="2000">
                <a:latin typeface="Red Hat Display"/>
                <a:ea typeface="Red Hat Display"/>
                <a:cs typeface="Red Hat Display"/>
                <a:sym typeface="Red Hat Display"/>
              </a:defRPr>
            </a:lvl3pPr>
            <a:lvl4pPr lvl="3" rtl="0" algn="ctr">
              <a:spcBef>
                <a:spcPts val="0"/>
              </a:spcBef>
              <a:spcAft>
                <a:spcPts val="0"/>
              </a:spcAft>
              <a:buNone/>
              <a:defRPr sz="2000">
                <a:latin typeface="Red Hat Display"/>
                <a:ea typeface="Red Hat Display"/>
                <a:cs typeface="Red Hat Display"/>
                <a:sym typeface="Red Hat Display"/>
              </a:defRPr>
            </a:lvl4pPr>
            <a:lvl5pPr lvl="4" rtl="0" algn="ctr">
              <a:spcBef>
                <a:spcPts val="0"/>
              </a:spcBef>
              <a:spcAft>
                <a:spcPts val="0"/>
              </a:spcAft>
              <a:buNone/>
              <a:defRPr sz="2000">
                <a:latin typeface="Red Hat Display"/>
                <a:ea typeface="Red Hat Display"/>
                <a:cs typeface="Red Hat Display"/>
                <a:sym typeface="Red Hat Display"/>
              </a:defRPr>
            </a:lvl5pPr>
            <a:lvl6pPr lvl="5" rtl="0" algn="ctr">
              <a:spcBef>
                <a:spcPts val="0"/>
              </a:spcBef>
              <a:spcAft>
                <a:spcPts val="0"/>
              </a:spcAft>
              <a:buNone/>
              <a:defRPr sz="2000">
                <a:latin typeface="Red Hat Display"/>
                <a:ea typeface="Red Hat Display"/>
                <a:cs typeface="Red Hat Display"/>
                <a:sym typeface="Red Hat Display"/>
              </a:defRPr>
            </a:lvl6pPr>
            <a:lvl7pPr lvl="6" rtl="0" algn="ctr">
              <a:spcBef>
                <a:spcPts val="0"/>
              </a:spcBef>
              <a:spcAft>
                <a:spcPts val="0"/>
              </a:spcAft>
              <a:buNone/>
              <a:defRPr sz="2000">
                <a:latin typeface="Red Hat Display"/>
                <a:ea typeface="Red Hat Display"/>
                <a:cs typeface="Red Hat Display"/>
                <a:sym typeface="Red Hat Display"/>
              </a:defRPr>
            </a:lvl7pPr>
            <a:lvl8pPr lvl="7" rtl="0" algn="ctr">
              <a:spcBef>
                <a:spcPts val="0"/>
              </a:spcBef>
              <a:spcAft>
                <a:spcPts val="0"/>
              </a:spcAft>
              <a:buNone/>
              <a:defRPr sz="2000">
                <a:latin typeface="Red Hat Display"/>
                <a:ea typeface="Red Hat Display"/>
                <a:cs typeface="Red Hat Display"/>
                <a:sym typeface="Red Hat Display"/>
              </a:defRPr>
            </a:lvl8pPr>
            <a:lvl9pPr lvl="8" rtl="0" algn="ctr">
              <a:spcBef>
                <a:spcPts val="0"/>
              </a:spcBef>
              <a:spcAft>
                <a:spcPts val="0"/>
              </a:spcAft>
              <a:buNone/>
              <a:defRPr sz="2000">
                <a:latin typeface="Red Hat Display"/>
                <a:ea typeface="Red Hat Display"/>
                <a:cs typeface="Red Hat Display"/>
                <a:sym typeface="Red Hat Display"/>
              </a:defRPr>
            </a:lvl9pPr>
          </a:lstStyle>
          <a:p/>
        </p:txBody>
      </p:sp>
      <p:sp>
        <p:nvSpPr>
          <p:cNvPr id="77" name="Google Shape;77;p17"/>
          <p:cNvSpPr txBox="1"/>
          <p:nvPr>
            <p:ph idx="6" type="subTitle"/>
          </p:nvPr>
        </p:nvSpPr>
        <p:spPr>
          <a:xfrm>
            <a:off x="6026100" y="3351747"/>
            <a:ext cx="2404800" cy="8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b="1"/>
            </a:lvl2pPr>
            <a:lvl3pPr lvl="2" rtl="0" algn="ctr">
              <a:spcBef>
                <a:spcPts val="0"/>
              </a:spcBef>
              <a:spcAft>
                <a:spcPts val="0"/>
              </a:spcAft>
              <a:buNone/>
              <a:defRPr b="1"/>
            </a:lvl3pPr>
            <a:lvl4pPr lvl="3" rtl="0" algn="ctr">
              <a:spcBef>
                <a:spcPts val="0"/>
              </a:spcBef>
              <a:spcAft>
                <a:spcPts val="0"/>
              </a:spcAft>
              <a:buNone/>
              <a:defRPr b="1"/>
            </a:lvl4pPr>
            <a:lvl5pPr lvl="4" rtl="0" algn="ctr">
              <a:spcBef>
                <a:spcPts val="0"/>
              </a:spcBef>
              <a:spcAft>
                <a:spcPts val="0"/>
              </a:spcAft>
              <a:buNone/>
              <a:defRPr b="1"/>
            </a:lvl5pPr>
            <a:lvl6pPr lvl="5" rtl="0" algn="ctr">
              <a:spcBef>
                <a:spcPts val="0"/>
              </a:spcBef>
              <a:spcAft>
                <a:spcPts val="0"/>
              </a:spcAft>
              <a:buNone/>
              <a:defRPr b="1"/>
            </a:lvl6pPr>
            <a:lvl7pPr lvl="6" rtl="0" algn="ctr">
              <a:spcBef>
                <a:spcPts val="0"/>
              </a:spcBef>
              <a:spcAft>
                <a:spcPts val="0"/>
              </a:spcAft>
              <a:buNone/>
              <a:defRPr b="1"/>
            </a:lvl7pPr>
            <a:lvl8pPr lvl="7" rtl="0" algn="ctr">
              <a:spcBef>
                <a:spcPts val="0"/>
              </a:spcBef>
              <a:spcAft>
                <a:spcPts val="0"/>
              </a:spcAft>
              <a:buNone/>
              <a:defRPr b="1"/>
            </a:lvl8pPr>
            <a:lvl9pPr lvl="8" rtl="0" algn="ctr">
              <a:spcBef>
                <a:spcPts val="0"/>
              </a:spcBef>
              <a:spcAft>
                <a:spcPts val="0"/>
              </a:spcAft>
              <a:buNone/>
              <a:defRPr b="1"/>
            </a:lvl9pPr>
          </a:lstStyle>
          <a:p/>
        </p:txBody>
      </p:sp>
      <p:sp>
        <p:nvSpPr>
          <p:cNvPr id="78" name="Google Shape;78;p17"/>
          <p:cNvSpPr txBox="1"/>
          <p:nvPr>
            <p:ph hasCustomPrompt="1" type="title"/>
          </p:nvPr>
        </p:nvSpPr>
        <p:spPr>
          <a:xfrm>
            <a:off x="1613700" y="2088583"/>
            <a:ext cx="603600" cy="42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2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79" name="Google Shape;79;p17"/>
          <p:cNvSpPr txBox="1"/>
          <p:nvPr>
            <p:ph hasCustomPrompt="1" idx="7" type="title"/>
          </p:nvPr>
        </p:nvSpPr>
        <p:spPr>
          <a:xfrm>
            <a:off x="4270200" y="2088583"/>
            <a:ext cx="603600" cy="42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2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80" name="Google Shape;80;p17"/>
          <p:cNvSpPr txBox="1"/>
          <p:nvPr>
            <p:ph hasCustomPrompt="1" idx="8" type="title"/>
          </p:nvPr>
        </p:nvSpPr>
        <p:spPr>
          <a:xfrm>
            <a:off x="6926700" y="2088583"/>
            <a:ext cx="603600" cy="42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2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81" name="Google Shape;81;p17"/>
          <p:cNvSpPr txBox="1"/>
          <p:nvPr>
            <p:ph idx="9" type="title"/>
          </p:nvPr>
        </p:nvSpPr>
        <p:spPr>
          <a:xfrm>
            <a:off x="713100" y="628525"/>
            <a:ext cx="7717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2">
    <p:bg>
      <p:bgPr>
        <a:blipFill>
          <a:blip r:embed="rId2">
            <a:alphaModFix/>
          </a:blip>
          <a:stretch>
            <a:fillRect/>
          </a:stretch>
        </a:blipFill>
      </p:bgPr>
    </p:bg>
    <p:spTree>
      <p:nvGrpSpPr>
        <p:cNvPr id="82" name="Shape 82"/>
        <p:cNvGrpSpPr/>
        <p:nvPr/>
      </p:nvGrpSpPr>
      <p:grpSpPr>
        <a:xfrm>
          <a:off x="0" y="0"/>
          <a:ext cx="0" cy="0"/>
          <a:chOff x="0" y="0"/>
          <a:chExt cx="0" cy="0"/>
        </a:xfrm>
      </p:grpSpPr>
      <p:sp>
        <p:nvSpPr>
          <p:cNvPr id="83" name="Google Shape;83;p18"/>
          <p:cNvSpPr txBox="1"/>
          <p:nvPr>
            <p:ph type="title"/>
          </p:nvPr>
        </p:nvSpPr>
        <p:spPr>
          <a:xfrm>
            <a:off x="713100" y="628525"/>
            <a:ext cx="7717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2">
    <p:bg>
      <p:bgPr>
        <a:blipFill>
          <a:blip r:embed="rId2">
            <a:alphaModFix/>
          </a:blip>
          <a:stretch>
            <a:fillRect/>
          </a:stretch>
        </a:blipFill>
      </p:bgPr>
    </p:bg>
    <p:spTree>
      <p:nvGrpSpPr>
        <p:cNvPr id="84" name="Shape 84"/>
        <p:cNvGrpSpPr/>
        <p:nvPr/>
      </p:nvGrpSpPr>
      <p:grpSpPr>
        <a:xfrm>
          <a:off x="0" y="0"/>
          <a:ext cx="0" cy="0"/>
          <a:chOff x="0" y="0"/>
          <a:chExt cx="0" cy="0"/>
        </a:xfrm>
      </p:grpSpPr>
      <p:sp>
        <p:nvSpPr>
          <p:cNvPr id="85" name="Google Shape;85;p19"/>
          <p:cNvSpPr txBox="1"/>
          <p:nvPr>
            <p:ph type="title"/>
          </p:nvPr>
        </p:nvSpPr>
        <p:spPr>
          <a:xfrm>
            <a:off x="713100" y="629781"/>
            <a:ext cx="4926300" cy="9324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a:solidFill>
                  <a:schemeClr val="lt1"/>
                </a:solidFill>
              </a:defRPr>
            </a:lvl1pPr>
            <a:lvl2pPr lvl="1" rtl="0">
              <a:spcBef>
                <a:spcPts val="0"/>
              </a:spcBef>
              <a:spcAft>
                <a:spcPts val="0"/>
              </a:spcAft>
              <a:buNone/>
              <a:defRPr b="1">
                <a:solidFill>
                  <a:schemeClr val="lt1"/>
                </a:solidFill>
              </a:defRPr>
            </a:lvl2pPr>
            <a:lvl3pPr lvl="2" rtl="0">
              <a:spcBef>
                <a:spcPts val="0"/>
              </a:spcBef>
              <a:spcAft>
                <a:spcPts val="0"/>
              </a:spcAft>
              <a:buNone/>
              <a:defRPr b="1">
                <a:solidFill>
                  <a:schemeClr val="lt1"/>
                </a:solidFill>
              </a:defRPr>
            </a:lvl3pPr>
            <a:lvl4pPr lvl="3" rtl="0">
              <a:spcBef>
                <a:spcPts val="0"/>
              </a:spcBef>
              <a:spcAft>
                <a:spcPts val="0"/>
              </a:spcAft>
              <a:buNone/>
              <a:defRPr b="1">
                <a:solidFill>
                  <a:schemeClr val="lt1"/>
                </a:solidFill>
              </a:defRPr>
            </a:lvl4pPr>
            <a:lvl5pPr lvl="4" rtl="0">
              <a:spcBef>
                <a:spcPts val="0"/>
              </a:spcBef>
              <a:spcAft>
                <a:spcPts val="0"/>
              </a:spcAft>
              <a:buNone/>
              <a:defRPr b="1">
                <a:solidFill>
                  <a:schemeClr val="lt1"/>
                </a:solidFill>
              </a:defRPr>
            </a:lvl5pPr>
            <a:lvl6pPr lvl="5" rtl="0">
              <a:spcBef>
                <a:spcPts val="0"/>
              </a:spcBef>
              <a:spcAft>
                <a:spcPts val="0"/>
              </a:spcAft>
              <a:buNone/>
              <a:defRPr b="1">
                <a:solidFill>
                  <a:schemeClr val="lt1"/>
                </a:solidFill>
              </a:defRPr>
            </a:lvl6pPr>
            <a:lvl7pPr lvl="6" rtl="0">
              <a:spcBef>
                <a:spcPts val="0"/>
              </a:spcBef>
              <a:spcAft>
                <a:spcPts val="0"/>
              </a:spcAft>
              <a:buNone/>
              <a:defRPr b="1">
                <a:solidFill>
                  <a:schemeClr val="lt1"/>
                </a:solidFill>
              </a:defRPr>
            </a:lvl7pPr>
            <a:lvl8pPr lvl="7" rtl="0">
              <a:spcBef>
                <a:spcPts val="0"/>
              </a:spcBef>
              <a:spcAft>
                <a:spcPts val="0"/>
              </a:spcAft>
              <a:buNone/>
              <a:defRPr b="1">
                <a:solidFill>
                  <a:schemeClr val="lt1"/>
                </a:solidFill>
              </a:defRPr>
            </a:lvl8pPr>
            <a:lvl9pPr lvl="8" rtl="0">
              <a:spcBef>
                <a:spcPts val="0"/>
              </a:spcBef>
              <a:spcAft>
                <a:spcPts val="0"/>
              </a:spcAft>
              <a:buNone/>
              <a:defRPr b="1">
                <a:solidFill>
                  <a:schemeClr val="lt1"/>
                </a:solidFill>
              </a:defRPr>
            </a:lvl9pPr>
          </a:lstStyle>
          <a:p/>
        </p:txBody>
      </p:sp>
      <p:sp>
        <p:nvSpPr>
          <p:cNvPr id="86" name="Google Shape;86;p19"/>
          <p:cNvSpPr txBox="1"/>
          <p:nvPr>
            <p:ph idx="1" type="subTitle"/>
          </p:nvPr>
        </p:nvSpPr>
        <p:spPr>
          <a:xfrm>
            <a:off x="713100" y="2518363"/>
            <a:ext cx="24048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87" name="Google Shape;87;p19"/>
          <p:cNvSpPr txBox="1"/>
          <p:nvPr>
            <p:ph idx="2" type="subTitle"/>
          </p:nvPr>
        </p:nvSpPr>
        <p:spPr>
          <a:xfrm>
            <a:off x="713100" y="2821203"/>
            <a:ext cx="2404800" cy="6309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88" name="Google Shape;88;p19"/>
          <p:cNvSpPr txBox="1"/>
          <p:nvPr>
            <p:ph idx="3" type="subTitle"/>
          </p:nvPr>
        </p:nvSpPr>
        <p:spPr>
          <a:xfrm>
            <a:off x="3369600" y="2518363"/>
            <a:ext cx="24048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89" name="Google Shape;89;p19"/>
          <p:cNvSpPr txBox="1"/>
          <p:nvPr>
            <p:ph idx="4" type="subTitle"/>
          </p:nvPr>
        </p:nvSpPr>
        <p:spPr>
          <a:xfrm>
            <a:off x="3369600" y="2821203"/>
            <a:ext cx="2404800" cy="6309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90" name="Google Shape;90;p19"/>
          <p:cNvSpPr txBox="1"/>
          <p:nvPr>
            <p:ph idx="5" type="subTitle"/>
          </p:nvPr>
        </p:nvSpPr>
        <p:spPr>
          <a:xfrm>
            <a:off x="6026100" y="2518363"/>
            <a:ext cx="24048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91" name="Google Shape;91;p19"/>
          <p:cNvSpPr txBox="1"/>
          <p:nvPr>
            <p:ph idx="6" type="subTitle"/>
          </p:nvPr>
        </p:nvSpPr>
        <p:spPr>
          <a:xfrm>
            <a:off x="6026100" y="2821203"/>
            <a:ext cx="2404800" cy="6309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92" name="Google Shape;92;p19"/>
          <p:cNvSpPr txBox="1"/>
          <p:nvPr>
            <p:ph idx="7" type="subTitle"/>
          </p:nvPr>
        </p:nvSpPr>
        <p:spPr>
          <a:xfrm>
            <a:off x="713100" y="3686188"/>
            <a:ext cx="24048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93" name="Google Shape;93;p19"/>
          <p:cNvSpPr txBox="1"/>
          <p:nvPr>
            <p:ph idx="8" type="subTitle"/>
          </p:nvPr>
        </p:nvSpPr>
        <p:spPr>
          <a:xfrm>
            <a:off x="713100" y="3987830"/>
            <a:ext cx="2404800" cy="6309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94" name="Google Shape;94;p19"/>
          <p:cNvSpPr txBox="1"/>
          <p:nvPr>
            <p:ph idx="9" type="subTitle"/>
          </p:nvPr>
        </p:nvSpPr>
        <p:spPr>
          <a:xfrm>
            <a:off x="3369600" y="3686188"/>
            <a:ext cx="24048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95" name="Google Shape;95;p19"/>
          <p:cNvSpPr txBox="1"/>
          <p:nvPr>
            <p:ph idx="13" type="subTitle"/>
          </p:nvPr>
        </p:nvSpPr>
        <p:spPr>
          <a:xfrm>
            <a:off x="3369600" y="3987830"/>
            <a:ext cx="2404800" cy="6309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96" name="Google Shape;96;p19"/>
          <p:cNvSpPr txBox="1"/>
          <p:nvPr>
            <p:ph idx="14" type="subTitle"/>
          </p:nvPr>
        </p:nvSpPr>
        <p:spPr>
          <a:xfrm>
            <a:off x="6026100" y="3686188"/>
            <a:ext cx="24048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97" name="Google Shape;97;p19"/>
          <p:cNvSpPr txBox="1"/>
          <p:nvPr>
            <p:ph idx="15" type="subTitle"/>
          </p:nvPr>
        </p:nvSpPr>
        <p:spPr>
          <a:xfrm>
            <a:off x="6026100" y="3987830"/>
            <a:ext cx="2404800" cy="6309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_1">
    <p:bg>
      <p:bgPr>
        <a:blipFill>
          <a:blip r:embed="rId2">
            <a:alphaModFix/>
          </a:blip>
          <a:stretch>
            <a:fillRect/>
          </a:stretch>
        </a:blipFill>
      </p:bgPr>
    </p:bg>
    <p:spTree>
      <p:nvGrpSpPr>
        <p:cNvPr id="98" name="Shape 98"/>
        <p:cNvGrpSpPr/>
        <p:nvPr/>
      </p:nvGrpSpPr>
      <p:grpSpPr>
        <a:xfrm>
          <a:off x="0" y="0"/>
          <a:ext cx="0" cy="0"/>
          <a:chOff x="0" y="0"/>
          <a:chExt cx="0" cy="0"/>
        </a:xfrm>
      </p:grpSpPr>
      <p:sp>
        <p:nvSpPr>
          <p:cNvPr id="99" name="Google Shape;99;p20"/>
          <p:cNvSpPr txBox="1"/>
          <p:nvPr>
            <p:ph type="title"/>
          </p:nvPr>
        </p:nvSpPr>
        <p:spPr>
          <a:xfrm>
            <a:off x="713100" y="2032200"/>
            <a:ext cx="2761500" cy="10791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100" name="Google Shape;100;p20"/>
          <p:cNvSpPr txBox="1"/>
          <p:nvPr>
            <p:ph idx="1" type="subTitle"/>
          </p:nvPr>
        </p:nvSpPr>
        <p:spPr>
          <a:xfrm>
            <a:off x="4011863" y="948400"/>
            <a:ext cx="18198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101" name="Google Shape;101;p20"/>
          <p:cNvSpPr txBox="1"/>
          <p:nvPr>
            <p:ph idx="2" type="subTitle"/>
          </p:nvPr>
        </p:nvSpPr>
        <p:spPr>
          <a:xfrm>
            <a:off x="4011863" y="1320241"/>
            <a:ext cx="1819800" cy="1079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0"/>
              </a:spcBef>
              <a:spcAft>
                <a:spcPts val="0"/>
              </a:spcAft>
              <a:buNone/>
              <a:defRPr b="1" sz="1400"/>
            </a:lvl2pPr>
            <a:lvl3pPr lvl="2" rtl="0">
              <a:spcBef>
                <a:spcPts val="0"/>
              </a:spcBef>
              <a:spcAft>
                <a:spcPts val="0"/>
              </a:spcAft>
              <a:buNone/>
              <a:defRPr b="1" sz="1400"/>
            </a:lvl3pPr>
            <a:lvl4pPr lvl="3" rtl="0">
              <a:spcBef>
                <a:spcPts val="0"/>
              </a:spcBef>
              <a:spcAft>
                <a:spcPts val="0"/>
              </a:spcAft>
              <a:buNone/>
              <a:defRPr b="1" sz="1400"/>
            </a:lvl4pPr>
            <a:lvl5pPr lvl="4" rtl="0">
              <a:spcBef>
                <a:spcPts val="0"/>
              </a:spcBef>
              <a:spcAft>
                <a:spcPts val="0"/>
              </a:spcAft>
              <a:buNone/>
              <a:defRPr b="1" sz="1400"/>
            </a:lvl5pPr>
            <a:lvl6pPr lvl="5" rtl="0">
              <a:spcBef>
                <a:spcPts val="0"/>
              </a:spcBef>
              <a:spcAft>
                <a:spcPts val="0"/>
              </a:spcAft>
              <a:buNone/>
              <a:defRPr b="1" sz="1400"/>
            </a:lvl6pPr>
            <a:lvl7pPr lvl="6" rtl="0">
              <a:spcBef>
                <a:spcPts val="0"/>
              </a:spcBef>
              <a:spcAft>
                <a:spcPts val="0"/>
              </a:spcAft>
              <a:buNone/>
              <a:defRPr b="1" sz="1400"/>
            </a:lvl7pPr>
            <a:lvl8pPr lvl="7" rtl="0">
              <a:spcBef>
                <a:spcPts val="0"/>
              </a:spcBef>
              <a:spcAft>
                <a:spcPts val="0"/>
              </a:spcAft>
              <a:buNone/>
              <a:defRPr b="1" sz="1400"/>
            </a:lvl8pPr>
            <a:lvl9pPr lvl="8" rtl="0">
              <a:spcBef>
                <a:spcPts val="0"/>
              </a:spcBef>
              <a:spcAft>
                <a:spcPts val="0"/>
              </a:spcAft>
              <a:buNone/>
              <a:defRPr b="1" sz="1400"/>
            </a:lvl9pPr>
          </a:lstStyle>
          <a:p/>
        </p:txBody>
      </p:sp>
      <p:sp>
        <p:nvSpPr>
          <p:cNvPr id="102" name="Google Shape;102;p20"/>
          <p:cNvSpPr txBox="1"/>
          <p:nvPr>
            <p:ph idx="3" type="subTitle"/>
          </p:nvPr>
        </p:nvSpPr>
        <p:spPr>
          <a:xfrm>
            <a:off x="6531900" y="948400"/>
            <a:ext cx="18198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103" name="Google Shape;103;p20"/>
          <p:cNvSpPr txBox="1"/>
          <p:nvPr>
            <p:ph idx="4" type="subTitle"/>
          </p:nvPr>
        </p:nvSpPr>
        <p:spPr>
          <a:xfrm>
            <a:off x="6531900" y="1320241"/>
            <a:ext cx="1819800" cy="1079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0"/>
              </a:spcBef>
              <a:spcAft>
                <a:spcPts val="0"/>
              </a:spcAft>
              <a:buNone/>
              <a:defRPr b="1" sz="1400"/>
            </a:lvl2pPr>
            <a:lvl3pPr lvl="2" rtl="0">
              <a:spcBef>
                <a:spcPts val="0"/>
              </a:spcBef>
              <a:spcAft>
                <a:spcPts val="0"/>
              </a:spcAft>
              <a:buNone/>
              <a:defRPr b="1" sz="1400"/>
            </a:lvl3pPr>
            <a:lvl4pPr lvl="3" rtl="0">
              <a:spcBef>
                <a:spcPts val="0"/>
              </a:spcBef>
              <a:spcAft>
                <a:spcPts val="0"/>
              </a:spcAft>
              <a:buNone/>
              <a:defRPr b="1" sz="1400"/>
            </a:lvl4pPr>
            <a:lvl5pPr lvl="4" rtl="0">
              <a:spcBef>
                <a:spcPts val="0"/>
              </a:spcBef>
              <a:spcAft>
                <a:spcPts val="0"/>
              </a:spcAft>
              <a:buNone/>
              <a:defRPr b="1" sz="1400"/>
            </a:lvl5pPr>
            <a:lvl6pPr lvl="5" rtl="0">
              <a:spcBef>
                <a:spcPts val="0"/>
              </a:spcBef>
              <a:spcAft>
                <a:spcPts val="0"/>
              </a:spcAft>
              <a:buNone/>
              <a:defRPr b="1" sz="1400"/>
            </a:lvl6pPr>
            <a:lvl7pPr lvl="6" rtl="0">
              <a:spcBef>
                <a:spcPts val="0"/>
              </a:spcBef>
              <a:spcAft>
                <a:spcPts val="0"/>
              </a:spcAft>
              <a:buNone/>
              <a:defRPr b="1" sz="1400"/>
            </a:lvl7pPr>
            <a:lvl8pPr lvl="7" rtl="0">
              <a:spcBef>
                <a:spcPts val="0"/>
              </a:spcBef>
              <a:spcAft>
                <a:spcPts val="0"/>
              </a:spcAft>
              <a:buNone/>
              <a:defRPr b="1" sz="1400"/>
            </a:lvl8pPr>
            <a:lvl9pPr lvl="8" rtl="0">
              <a:spcBef>
                <a:spcPts val="0"/>
              </a:spcBef>
              <a:spcAft>
                <a:spcPts val="0"/>
              </a:spcAft>
              <a:buNone/>
              <a:defRPr b="1" sz="1400"/>
            </a:lvl9pPr>
          </a:lstStyle>
          <a:p/>
        </p:txBody>
      </p:sp>
      <p:sp>
        <p:nvSpPr>
          <p:cNvPr id="104" name="Google Shape;104;p20"/>
          <p:cNvSpPr txBox="1"/>
          <p:nvPr>
            <p:ph idx="5" type="subTitle"/>
          </p:nvPr>
        </p:nvSpPr>
        <p:spPr>
          <a:xfrm>
            <a:off x="4011863" y="2831625"/>
            <a:ext cx="18198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105" name="Google Shape;105;p20"/>
          <p:cNvSpPr txBox="1"/>
          <p:nvPr>
            <p:ph idx="6" type="subTitle"/>
          </p:nvPr>
        </p:nvSpPr>
        <p:spPr>
          <a:xfrm>
            <a:off x="4011863" y="3203462"/>
            <a:ext cx="1819800" cy="1079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0"/>
              </a:spcBef>
              <a:spcAft>
                <a:spcPts val="0"/>
              </a:spcAft>
              <a:buNone/>
              <a:defRPr b="1" sz="1400"/>
            </a:lvl2pPr>
            <a:lvl3pPr lvl="2" rtl="0">
              <a:spcBef>
                <a:spcPts val="0"/>
              </a:spcBef>
              <a:spcAft>
                <a:spcPts val="0"/>
              </a:spcAft>
              <a:buNone/>
              <a:defRPr b="1" sz="1400"/>
            </a:lvl3pPr>
            <a:lvl4pPr lvl="3" rtl="0">
              <a:spcBef>
                <a:spcPts val="0"/>
              </a:spcBef>
              <a:spcAft>
                <a:spcPts val="0"/>
              </a:spcAft>
              <a:buNone/>
              <a:defRPr b="1" sz="1400"/>
            </a:lvl4pPr>
            <a:lvl5pPr lvl="4" rtl="0">
              <a:spcBef>
                <a:spcPts val="0"/>
              </a:spcBef>
              <a:spcAft>
                <a:spcPts val="0"/>
              </a:spcAft>
              <a:buNone/>
              <a:defRPr b="1" sz="1400"/>
            </a:lvl5pPr>
            <a:lvl6pPr lvl="5" rtl="0">
              <a:spcBef>
                <a:spcPts val="0"/>
              </a:spcBef>
              <a:spcAft>
                <a:spcPts val="0"/>
              </a:spcAft>
              <a:buNone/>
              <a:defRPr b="1" sz="1400"/>
            </a:lvl6pPr>
            <a:lvl7pPr lvl="6" rtl="0">
              <a:spcBef>
                <a:spcPts val="0"/>
              </a:spcBef>
              <a:spcAft>
                <a:spcPts val="0"/>
              </a:spcAft>
              <a:buNone/>
              <a:defRPr b="1" sz="1400"/>
            </a:lvl7pPr>
            <a:lvl8pPr lvl="7" rtl="0">
              <a:spcBef>
                <a:spcPts val="0"/>
              </a:spcBef>
              <a:spcAft>
                <a:spcPts val="0"/>
              </a:spcAft>
              <a:buNone/>
              <a:defRPr b="1" sz="1400"/>
            </a:lvl8pPr>
            <a:lvl9pPr lvl="8" rtl="0">
              <a:spcBef>
                <a:spcPts val="0"/>
              </a:spcBef>
              <a:spcAft>
                <a:spcPts val="0"/>
              </a:spcAft>
              <a:buNone/>
              <a:defRPr b="1" sz="1400"/>
            </a:lvl9pPr>
          </a:lstStyle>
          <a:p/>
        </p:txBody>
      </p:sp>
      <p:sp>
        <p:nvSpPr>
          <p:cNvPr id="106" name="Google Shape;106;p20"/>
          <p:cNvSpPr txBox="1"/>
          <p:nvPr>
            <p:ph idx="7" type="subTitle"/>
          </p:nvPr>
        </p:nvSpPr>
        <p:spPr>
          <a:xfrm>
            <a:off x="6531900" y="2831625"/>
            <a:ext cx="18198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latin typeface="Red Hat Display"/>
                <a:ea typeface="Red Hat Display"/>
                <a:cs typeface="Red Hat Display"/>
                <a:sym typeface="Red Hat Display"/>
              </a:defRPr>
            </a:lvl1pPr>
            <a:lvl2pPr lvl="1" rtl="0">
              <a:spcBef>
                <a:spcPts val="0"/>
              </a:spcBef>
              <a:spcAft>
                <a:spcPts val="0"/>
              </a:spcAft>
              <a:buNone/>
              <a:defRPr sz="2000">
                <a:latin typeface="Red Hat Display"/>
                <a:ea typeface="Red Hat Display"/>
                <a:cs typeface="Red Hat Display"/>
                <a:sym typeface="Red Hat Display"/>
              </a:defRPr>
            </a:lvl2pPr>
            <a:lvl3pPr lvl="2" rtl="0">
              <a:spcBef>
                <a:spcPts val="0"/>
              </a:spcBef>
              <a:spcAft>
                <a:spcPts val="0"/>
              </a:spcAft>
              <a:buNone/>
              <a:defRPr sz="2000">
                <a:latin typeface="Red Hat Display"/>
                <a:ea typeface="Red Hat Display"/>
                <a:cs typeface="Red Hat Display"/>
                <a:sym typeface="Red Hat Display"/>
              </a:defRPr>
            </a:lvl3pPr>
            <a:lvl4pPr lvl="3" rtl="0">
              <a:spcBef>
                <a:spcPts val="0"/>
              </a:spcBef>
              <a:spcAft>
                <a:spcPts val="0"/>
              </a:spcAft>
              <a:buNone/>
              <a:defRPr sz="2000">
                <a:latin typeface="Red Hat Display"/>
                <a:ea typeface="Red Hat Display"/>
                <a:cs typeface="Red Hat Display"/>
                <a:sym typeface="Red Hat Display"/>
              </a:defRPr>
            </a:lvl4pPr>
            <a:lvl5pPr lvl="4" rtl="0">
              <a:spcBef>
                <a:spcPts val="0"/>
              </a:spcBef>
              <a:spcAft>
                <a:spcPts val="0"/>
              </a:spcAft>
              <a:buNone/>
              <a:defRPr sz="2000">
                <a:latin typeface="Red Hat Display"/>
                <a:ea typeface="Red Hat Display"/>
                <a:cs typeface="Red Hat Display"/>
                <a:sym typeface="Red Hat Display"/>
              </a:defRPr>
            </a:lvl5pPr>
            <a:lvl6pPr lvl="5" rtl="0">
              <a:spcBef>
                <a:spcPts val="0"/>
              </a:spcBef>
              <a:spcAft>
                <a:spcPts val="0"/>
              </a:spcAft>
              <a:buNone/>
              <a:defRPr sz="2000">
                <a:latin typeface="Red Hat Display"/>
                <a:ea typeface="Red Hat Display"/>
                <a:cs typeface="Red Hat Display"/>
                <a:sym typeface="Red Hat Display"/>
              </a:defRPr>
            </a:lvl6pPr>
            <a:lvl7pPr lvl="6" rtl="0">
              <a:spcBef>
                <a:spcPts val="0"/>
              </a:spcBef>
              <a:spcAft>
                <a:spcPts val="0"/>
              </a:spcAft>
              <a:buNone/>
              <a:defRPr sz="2000">
                <a:latin typeface="Red Hat Display"/>
                <a:ea typeface="Red Hat Display"/>
                <a:cs typeface="Red Hat Display"/>
                <a:sym typeface="Red Hat Display"/>
              </a:defRPr>
            </a:lvl7pPr>
            <a:lvl8pPr lvl="7" rtl="0">
              <a:spcBef>
                <a:spcPts val="0"/>
              </a:spcBef>
              <a:spcAft>
                <a:spcPts val="0"/>
              </a:spcAft>
              <a:buNone/>
              <a:defRPr sz="2000">
                <a:latin typeface="Red Hat Display"/>
                <a:ea typeface="Red Hat Display"/>
                <a:cs typeface="Red Hat Display"/>
                <a:sym typeface="Red Hat Display"/>
              </a:defRPr>
            </a:lvl8pPr>
            <a:lvl9pPr lvl="8" rtl="0">
              <a:spcBef>
                <a:spcPts val="0"/>
              </a:spcBef>
              <a:spcAft>
                <a:spcPts val="0"/>
              </a:spcAft>
              <a:buNone/>
              <a:defRPr sz="2000">
                <a:latin typeface="Red Hat Display"/>
                <a:ea typeface="Red Hat Display"/>
                <a:cs typeface="Red Hat Display"/>
                <a:sym typeface="Red Hat Display"/>
              </a:defRPr>
            </a:lvl9pPr>
          </a:lstStyle>
          <a:p/>
        </p:txBody>
      </p:sp>
      <p:sp>
        <p:nvSpPr>
          <p:cNvPr id="107" name="Google Shape;107;p20"/>
          <p:cNvSpPr txBox="1"/>
          <p:nvPr>
            <p:ph idx="8" type="subTitle"/>
          </p:nvPr>
        </p:nvSpPr>
        <p:spPr>
          <a:xfrm>
            <a:off x="6531900" y="3203462"/>
            <a:ext cx="1819800" cy="1079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0"/>
              </a:spcBef>
              <a:spcAft>
                <a:spcPts val="0"/>
              </a:spcAft>
              <a:buNone/>
              <a:defRPr b="1" sz="1400"/>
            </a:lvl2pPr>
            <a:lvl3pPr lvl="2" rtl="0">
              <a:spcBef>
                <a:spcPts val="0"/>
              </a:spcBef>
              <a:spcAft>
                <a:spcPts val="0"/>
              </a:spcAft>
              <a:buNone/>
              <a:defRPr b="1" sz="1400"/>
            </a:lvl3pPr>
            <a:lvl4pPr lvl="3" rtl="0">
              <a:spcBef>
                <a:spcPts val="0"/>
              </a:spcBef>
              <a:spcAft>
                <a:spcPts val="0"/>
              </a:spcAft>
              <a:buNone/>
              <a:defRPr b="1" sz="1400"/>
            </a:lvl4pPr>
            <a:lvl5pPr lvl="4" rtl="0">
              <a:spcBef>
                <a:spcPts val="0"/>
              </a:spcBef>
              <a:spcAft>
                <a:spcPts val="0"/>
              </a:spcAft>
              <a:buNone/>
              <a:defRPr b="1" sz="1400"/>
            </a:lvl5pPr>
            <a:lvl6pPr lvl="5" rtl="0">
              <a:spcBef>
                <a:spcPts val="0"/>
              </a:spcBef>
              <a:spcAft>
                <a:spcPts val="0"/>
              </a:spcAft>
              <a:buNone/>
              <a:defRPr b="1" sz="1400"/>
            </a:lvl6pPr>
            <a:lvl7pPr lvl="6" rtl="0">
              <a:spcBef>
                <a:spcPts val="0"/>
              </a:spcBef>
              <a:spcAft>
                <a:spcPts val="0"/>
              </a:spcAft>
              <a:buNone/>
              <a:defRPr b="1" sz="1400"/>
            </a:lvl7pPr>
            <a:lvl8pPr lvl="7" rtl="0">
              <a:spcBef>
                <a:spcPts val="0"/>
              </a:spcBef>
              <a:spcAft>
                <a:spcPts val="0"/>
              </a:spcAft>
              <a:buNone/>
              <a:defRPr b="1" sz="1400"/>
            </a:lvl8pPr>
            <a:lvl9pPr lvl="8" rtl="0">
              <a:spcBef>
                <a:spcPts val="0"/>
              </a:spcBef>
              <a:spcAft>
                <a:spcPts val="0"/>
              </a:spcAft>
              <a:buNone/>
              <a:defRPr b="1" sz="14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2_1_2">
    <p:bg>
      <p:bgPr>
        <a:blipFill>
          <a:blip r:embed="rId2">
            <a:alphaModFix/>
          </a:blip>
          <a:stretch>
            <a:fillRect/>
          </a:stretch>
        </a:blipFill>
      </p:bgPr>
    </p:bg>
    <p:spTree>
      <p:nvGrpSpPr>
        <p:cNvPr id="108" name="Shape 108"/>
        <p:cNvGrpSpPr/>
        <p:nvPr/>
      </p:nvGrpSpPr>
      <p:grpSpPr>
        <a:xfrm>
          <a:off x="0" y="0"/>
          <a:ext cx="0" cy="0"/>
          <a:chOff x="0" y="0"/>
          <a:chExt cx="0" cy="0"/>
        </a:xfrm>
      </p:grpSpPr>
      <p:sp>
        <p:nvSpPr>
          <p:cNvPr id="109" name="Google Shape;109;p21"/>
          <p:cNvSpPr txBox="1"/>
          <p:nvPr>
            <p:ph idx="1" type="subTitle"/>
          </p:nvPr>
        </p:nvSpPr>
        <p:spPr>
          <a:xfrm>
            <a:off x="1386100" y="3218100"/>
            <a:ext cx="27168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2000">
                <a:latin typeface="Red Hat Display"/>
                <a:ea typeface="Red Hat Display"/>
                <a:cs typeface="Red Hat Display"/>
                <a:sym typeface="Red Hat Display"/>
              </a:defRPr>
            </a:lvl1pPr>
            <a:lvl2pPr lvl="1" rtl="0" algn="ctr">
              <a:spcBef>
                <a:spcPts val="0"/>
              </a:spcBef>
              <a:spcAft>
                <a:spcPts val="0"/>
              </a:spcAft>
              <a:buNone/>
              <a:defRPr sz="2000">
                <a:latin typeface="Red Hat Display"/>
                <a:ea typeface="Red Hat Display"/>
                <a:cs typeface="Red Hat Display"/>
                <a:sym typeface="Red Hat Display"/>
              </a:defRPr>
            </a:lvl2pPr>
            <a:lvl3pPr lvl="2" rtl="0" algn="ctr">
              <a:spcBef>
                <a:spcPts val="0"/>
              </a:spcBef>
              <a:spcAft>
                <a:spcPts val="0"/>
              </a:spcAft>
              <a:buNone/>
              <a:defRPr sz="2000">
                <a:latin typeface="Red Hat Display"/>
                <a:ea typeface="Red Hat Display"/>
                <a:cs typeface="Red Hat Display"/>
                <a:sym typeface="Red Hat Display"/>
              </a:defRPr>
            </a:lvl3pPr>
            <a:lvl4pPr lvl="3" rtl="0" algn="ctr">
              <a:spcBef>
                <a:spcPts val="0"/>
              </a:spcBef>
              <a:spcAft>
                <a:spcPts val="0"/>
              </a:spcAft>
              <a:buNone/>
              <a:defRPr sz="2000">
                <a:latin typeface="Red Hat Display"/>
                <a:ea typeface="Red Hat Display"/>
                <a:cs typeface="Red Hat Display"/>
                <a:sym typeface="Red Hat Display"/>
              </a:defRPr>
            </a:lvl4pPr>
            <a:lvl5pPr lvl="4" rtl="0" algn="ctr">
              <a:spcBef>
                <a:spcPts val="0"/>
              </a:spcBef>
              <a:spcAft>
                <a:spcPts val="0"/>
              </a:spcAft>
              <a:buNone/>
              <a:defRPr sz="2000">
                <a:latin typeface="Red Hat Display"/>
                <a:ea typeface="Red Hat Display"/>
                <a:cs typeface="Red Hat Display"/>
                <a:sym typeface="Red Hat Display"/>
              </a:defRPr>
            </a:lvl5pPr>
            <a:lvl6pPr lvl="5" rtl="0" algn="ctr">
              <a:spcBef>
                <a:spcPts val="0"/>
              </a:spcBef>
              <a:spcAft>
                <a:spcPts val="0"/>
              </a:spcAft>
              <a:buNone/>
              <a:defRPr sz="2000">
                <a:latin typeface="Red Hat Display"/>
                <a:ea typeface="Red Hat Display"/>
                <a:cs typeface="Red Hat Display"/>
                <a:sym typeface="Red Hat Display"/>
              </a:defRPr>
            </a:lvl6pPr>
            <a:lvl7pPr lvl="6" rtl="0" algn="ctr">
              <a:spcBef>
                <a:spcPts val="0"/>
              </a:spcBef>
              <a:spcAft>
                <a:spcPts val="0"/>
              </a:spcAft>
              <a:buNone/>
              <a:defRPr sz="2000">
                <a:latin typeface="Red Hat Display"/>
                <a:ea typeface="Red Hat Display"/>
                <a:cs typeface="Red Hat Display"/>
                <a:sym typeface="Red Hat Display"/>
              </a:defRPr>
            </a:lvl7pPr>
            <a:lvl8pPr lvl="7" rtl="0" algn="ctr">
              <a:spcBef>
                <a:spcPts val="0"/>
              </a:spcBef>
              <a:spcAft>
                <a:spcPts val="0"/>
              </a:spcAft>
              <a:buNone/>
              <a:defRPr sz="2000">
                <a:latin typeface="Red Hat Display"/>
                <a:ea typeface="Red Hat Display"/>
                <a:cs typeface="Red Hat Display"/>
                <a:sym typeface="Red Hat Display"/>
              </a:defRPr>
            </a:lvl8pPr>
            <a:lvl9pPr lvl="8" rtl="0" algn="ctr">
              <a:spcBef>
                <a:spcPts val="0"/>
              </a:spcBef>
              <a:spcAft>
                <a:spcPts val="0"/>
              </a:spcAft>
              <a:buNone/>
              <a:defRPr sz="2000">
                <a:latin typeface="Red Hat Display"/>
                <a:ea typeface="Red Hat Display"/>
                <a:cs typeface="Red Hat Display"/>
                <a:sym typeface="Red Hat Display"/>
              </a:defRPr>
            </a:lvl9pPr>
          </a:lstStyle>
          <a:p/>
        </p:txBody>
      </p:sp>
      <p:sp>
        <p:nvSpPr>
          <p:cNvPr id="110" name="Google Shape;110;p21"/>
          <p:cNvSpPr txBox="1"/>
          <p:nvPr>
            <p:ph idx="2" type="subTitle"/>
          </p:nvPr>
        </p:nvSpPr>
        <p:spPr>
          <a:xfrm>
            <a:off x="1601500" y="3545525"/>
            <a:ext cx="2286000" cy="778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b="1"/>
            </a:lvl2pPr>
            <a:lvl3pPr lvl="2" rtl="0" algn="ctr">
              <a:spcBef>
                <a:spcPts val="0"/>
              </a:spcBef>
              <a:spcAft>
                <a:spcPts val="0"/>
              </a:spcAft>
              <a:buNone/>
              <a:defRPr b="1"/>
            </a:lvl3pPr>
            <a:lvl4pPr lvl="3" rtl="0" algn="ctr">
              <a:spcBef>
                <a:spcPts val="0"/>
              </a:spcBef>
              <a:spcAft>
                <a:spcPts val="0"/>
              </a:spcAft>
              <a:buNone/>
              <a:defRPr b="1"/>
            </a:lvl4pPr>
            <a:lvl5pPr lvl="4" rtl="0" algn="ctr">
              <a:spcBef>
                <a:spcPts val="0"/>
              </a:spcBef>
              <a:spcAft>
                <a:spcPts val="0"/>
              </a:spcAft>
              <a:buNone/>
              <a:defRPr b="1"/>
            </a:lvl5pPr>
            <a:lvl6pPr lvl="5" rtl="0" algn="ctr">
              <a:spcBef>
                <a:spcPts val="0"/>
              </a:spcBef>
              <a:spcAft>
                <a:spcPts val="0"/>
              </a:spcAft>
              <a:buNone/>
              <a:defRPr b="1"/>
            </a:lvl6pPr>
            <a:lvl7pPr lvl="6" rtl="0" algn="ctr">
              <a:spcBef>
                <a:spcPts val="0"/>
              </a:spcBef>
              <a:spcAft>
                <a:spcPts val="0"/>
              </a:spcAft>
              <a:buNone/>
              <a:defRPr b="1"/>
            </a:lvl7pPr>
            <a:lvl8pPr lvl="7" rtl="0" algn="ctr">
              <a:spcBef>
                <a:spcPts val="0"/>
              </a:spcBef>
              <a:spcAft>
                <a:spcPts val="0"/>
              </a:spcAft>
              <a:buNone/>
              <a:defRPr b="1"/>
            </a:lvl8pPr>
            <a:lvl9pPr lvl="8" rtl="0" algn="ctr">
              <a:spcBef>
                <a:spcPts val="0"/>
              </a:spcBef>
              <a:spcAft>
                <a:spcPts val="0"/>
              </a:spcAft>
              <a:buNone/>
              <a:defRPr b="1"/>
            </a:lvl9pPr>
          </a:lstStyle>
          <a:p/>
        </p:txBody>
      </p:sp>
      <p:sp>
        <p:nvSpPr>
          <p:cNvPr id="111" name="Google Shape;111;p21"/>
          <p:cNvSpPr txBox="1"/>
          <p:nvPr>
            <p:ph idx="3" type="subTitle"/>
          </p:nvPr>
        </p:nvSpPr>
        <p:spPr>
          <a:xfrm>
            <a:off x="5043475" y="3218100"/>
            <a:ext cx="27156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2000">
                <a:latin typeface="Red Hat Display"/>
                <a:ea typeface="Red Hat Display"/>
                <a:cs typeface="Red Hat Display"/>
                <a:sym typeface="Red Hat Display"/>
              </a:defRPr>
            </a:lvl1pPr>
            <a:lvl2pPr lvl="1" rtl="0" algn="ctr">
              <a:spcBef>
                <a:spcPts val="0"/>
              </a:spcBef>
              <a:spcAft>
                <a:spcPts val="0"/>
              </a:spcAft>
              <a:buNone/>
              <a:defRPr sz="2000">
                <a:latin typeface="Red Hat Display"/>
                <a:ea typeface="Red Hat Display"/>
                <a:cs typeface="Red Hat Display"/>
                <a:sym typeface="Red Hat Display"/>
              </a:defRPr>
            </a:lvl2pPr>
            <a:lvl3pPr lvl="2" rtl="0" algn="ctr">
              <a:spcBef>
                <a:spcPts val="0"/>
              </a:spcBef>
              <a:spcAft>
                <a:spcPts val="0"/>
              </a:spcAft>
              <a:buNone/>
              <a:defRPr sz="2000">
                <a:latin typeface="Red Hat Display"/>
                <a:ea typeface="Red Hat Display"/>
                <a:cs typeface="Red Hat Display"/>
                <a:sym typeface="Red Hat Display"/>
              </a:defRPr>
            </a:lvl3pPr>
            <a:lvl4pPr lvl="3" rtl="0" algn="ctr">
              <a:spcBef>
                <a:spcPts val="0"/>
              </a:spcBef>
              <a:spcAft>
                <a:spcPts val="0"/>
              </a:spcAft>
              <a:buNone/>
              <a:defRPr sz="2000">
                <a:latin typeface="Red Hat Display"/>
                <a:ea typeface="Red Hat Display"/>
                <a:cs typeface="Red Hat Display"/>
                <a:sym typeface="Red Hat Display"/>
              </a:defRPr>
            </a:lvl4pPr>
            <a:lvl5pPr lvl="4" rtl="0" algn="ctr">
              <a:spcBef>
                <a:spcPts val="0"/>
              </a:spcBef>
              <a:spcAft>
                <a:spcPts val="0"/>
              </a:spcAft>
              <a:buNone/>
              <a:defRPr sz="2000">
                <a:latin typeface="Red Hat Display"/>
                <a:ea typeface="Red Hat Display"/>
                <a:cs typeface="Red Hat Display"/>
                <a:sym typeface="Red Hat Display"/>
              </a:defRPr>
            </a:lvl5pPr>
            <a:lvl6pPr lvl="5" rtl="0" algn="ctr">
              <a:spcBef>
                <a:spcPts val="0"/>
              </a:spcBef>
              <a:spcAft>
                <a:spcPts val="0"/>
              </a:spcAft>
              <a:buNone/>
              <a:defRPr sz="2000">
                <a:latin typeface="Red Hat Display"/>
                <a:ea typeface="Red Hat Display"/>
                <a:cs typeface="Red Hat Display"/>
                <a:sym typeface="Red Hat Display"/>
              </a:defRPr>
            </a:lvl6pPr>
            <a:lvl7pPr lvl="6" rtl="0" algn="ctr">
              <a:spcBef>
                <a:spcPts val="0"/>
              </a:spcBef>
              <a:spcAft>
                <a:spcPts val="0"/>
              </a:spcAft>
              <a:buNone/>
              <a:defRPr sz="2000">
                <a:latin typeface="Red Hat Display"/>
                <a:ea typeface="Red Hat Display"/>
                <a:cs typeface="Red Hat Display"/>
                <a:sym typeface="Red Hat Display"/>
              </a:defRPr>
            </a:lvl7pPr>
            <a:lvl8pPr lvl="7" rtl="0" algn="ctr">
              <a:spcBef>
                <a:spcPts val="0"/>
              </a:spcBef>
              <a:spcAft>
                <a:spcPts val="0"/>
              </a:spcAft>
              <a:buNone/>
              <a:defRPr sz="2000">
                <a:latin typeface="Red Hat Display"/>
                <a:ea typeface="Red Hat Display"/>
                <a:cs typeface="Red Hat Display"/>
                <a:sym typeface="Red Hat Display"/>
              </a:defRPr>
            </a:lvl8pPr>
            <a:lvl9pPr lvl="8" rtl="0" algn="ctr">
              <a:spcBef>
                <a:spcPts val="0"/>
              </a:spcBef>
              <a:spcAft>
                <a:spcPts val="0"/>
              </a:spcAft>
              <a:buNone/>
              <a:defRPr sz="2000">
                <a:latin typeface="Red Hat Display"/>
                <a:ea typeface="Red Hat Display"/>
                <a:cs typeface="Red Hat Display"/>
                <a:sym typeface="Red Hat Display"/>
              </a:defRPr>
            </a:lvl9pPr>
          </a:lstStyle>
          <a:p/>
        </p:txBody>
      </p:sp>
      <p:sp>
        <p:nvSpPr>
          <p:cNvPr id="112" name="Google Shape;112;p21"/>
          <p:cNvSpPr txBox="1"/>
          <p:nvPr>
            <p:ph idx="4" type="subTitle"/>
          </p:nvPr>
        </p:nvSpPr>
        <p:spPr>
          <a:xfrm>
            <a:off x="5258275" y="3545525"/>
            <a:ext cx="2286000" cy="778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b="1"/>
            </a:lvl2pPr>
            <a:lvl3pPr lvl="2" rtl="0" algn="ctr">
              <a:spcBef>
                <a:spcPts val="0"/>
              </a:spcBef>
              <a:spcAft>
                <a:spcPts val="0"/>
              </a:spcAft>
              <a:buNone/>
              <a:defRPr b="1"/>
            </a:lvl3pPr>
            <a:lvl4pPr lvl="3" rtl="0" algn="ctr">
              <a:spcBef>
                <a:spcPts val="0"/>
              </a:spcBef>
              <a:spcAft>
                <a:spcPts val="0"/>
              </a:spcAft>
              <a:buNone/>
              <a:defRPr b="1"/>
            </a:lvl4pPr>
            <a:lvl5pPr lvl="4" rtl="0" algn="ctr">
              <a:spcBef>
                <a:spcPts val="0"/>
              </a:spcBef>
              <a:spcAft>
                <a:spcPts val="0"/>
              </a:spcAft>
              <a:buNone/>
              <a:defRPr b="1"/>
            </a:lvl5pPr>
            <a:lvl6pPr lvl="5" rtl="0" algn="ctr">
              <a:spcBef>
                <a:spcPts val="0"/>
              </a:spcBef>
              <a:spcAft>
                <a:spcPts val="0"/>
              </a:spcAft>
              <a:buNone/>
              <a:defRPr b="1"/>
            </a:lvl6pPr>
            <a:lvl7pPr lvl="6" rtl="0" algn="ctr">
              <a:spcBef>
                <a:spcPts val="0"/>
              </a:spcBef>
              <a:spcAft>
                <a:spcPts val="0"/>
              </a:spcAft>
              <a:buNone/>
              <a:defRPr b="1"/>
            </a:lvl7pPr>
            <a:lvl8pPr lvl="7" rtl="0" algn="ctr">
              <a:spcBef>
                <a:spcPts val="0"/>
              </a:spcBef>
              <a:spcAft>
                <a:spcPts val="0"/>
              </a:spcAft>
              <a:buNone/>
              <a:defRPr b="1"/>
            </a:lvl8pPr>
            <a:lvl9pPr lvl="8" rtl="0" algn="ctr">
              <a:spcBef>
                <a:spcPts val="0"/>
              </a:spcBef>
              <a:spcAft>
                <a:spcPts val="0"/>
              </a:spcAft>
              <a:buNone/>
              <a:defRPr b="1"/>
            </a:lvl9pPr>
          </a:lstStyle>
          <a:p/>
        </p:txBody>
      </p:sp>
      <p:sp>
        <p:nvSpPr>
          <p:cNvPr id="113" name="Google Shape;113;p21"/>
          <p:cNvSpPr txBox="1"/>
          <p:nvPr>
            <p:ph idx="5" type="subTitle"/>
          </p:nvPr>
        </p:nvSpPr>
        <p:spPr>
          <a:xfrm>
            <a:off x="1386100" y="1656550"/>
            <a:ext cx="27168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2000">
                <a:latin typeface="Red Hat Display"/>
                <a:ea typeface="Red Hat Display"/>
                <a:cs typeface="Red Hat Display"/>
                <a:sym typeface="Red Hat Display"/>
              </a:defRPr>
            </a:lvl1pPr>
            <a:lvl2pPr lvl="1" rtl="0" algn="ctr">
              <a:spcBef>
                <a:spcPts val="0"/>
              </a:spcBef>
              <a:spcAft>
                <a:spcPts val="0"/>
              </a:spcAft>
              <a:buNone/>
              <a:defRPr sz="2000">
                <a:latin typeface="Red Hat Display"/>
                <a:ea typeface="Red Hat Display"/>
                <a:cs typeface="Red Hat Display"/>
                <a:sym typeface="Red Hat Display"/>
              </a:defRPr>
            </a:lvl2pPr>
            <a:lvl3pPr lvl="2" rtl="0" algn="ctr">
              <a:spcBef>
                <a:spcPts val="0"/>
              </a:spcBef>
              <a:spcAft>
                <a:spcPts val="0"/>
              </a:spcAft>
              <a:buNone/>
              <a:defRPr sz="2000">
                <a:latin typeface="Red Hat Display"/>
                <a:ea typeface="Red Hat Display"/>
                <a:cs typeface="Red Hat Display"/>
                <a:sym typeface="Red Hat Display"/>
              </a:defRPr>
            </a:lvl3pPr>
            <a:lvl4pPr lvl="3" rtl="0" algn="ctr">
              <a:spcBef>
                <a:spcPts val="0"/>
              </a:spcBef>
              <a:spcAft>
                <a:spcPts val="0"/>
              </a:spcAft>
              <a:buNone/>
              <a:defRPr sz="2000">
                <a:latin typeface="Red Hat Display"/>
                <a:ea typeface="Red Hat Display"/>
                <a:cs typeface="Red Hat Display"/>
                <a:sym typeface="Red Hat Display"/>
              </a:defRPr>
            </a:lvl4pPr>
            <a:lvl5pPr lvl="4" rtl="0" algn="ctr">
              <a:spcBef>
                <a:spcPts val="0"/>
              </a:spcBef>
              <a:spcAft>
                <a:spcPts val="0"/>
              </a:spcAft>
              <a:buNone/>
              <a:defRPr sz="2000">
                <a:latin typeface="Red Hat Display"/>
                <a:ea typeface="Red Hat Display"/>
                <a:cs typeface="Red Hat Display"/>
                <a:sym typeface="Red Hat Display"/>
              </a:defRPr>
            </a:lvl5pPr>
            <a:lvl6pPr lvl="5" rtl="0" algn="ctr">
              <a:spcBef>
                <a:spcPts val="0"/>
              </a:spcBef>
              <a:spcAft>
                <a:spcPts val="0"/>
              </a:spcAft>
              <a:buNone/>
              <a:defRPr sz="2000">
                <a:latin typeface="Red Hat Display"/>
                <a:ea typeface="Red Hat Display"/>
                <a:cs typeface="Red Hat Display"/>
                <a:sym typeface="Red Hat Display"/>
              </a:defRPr>
            </a:lvl6pPr>
            <a:lvl7pPr lvl="6" rtl="0" algn="ctr">
              <a:spcBef>
                <a:spcPts val="0"/>
              </a:spcBef>
              <a:spcAft>
                <a:spcPts val="0"/>
              </a:spcAft>
              <a:buNone/>
              <a:defRPr sz="2000">
                <a:latin typeface="Red Hat Display"/>
                <a:ea typeface="Red Hat Display"/>
                <a:cs typeface="Red Hat Display"/>
                <a:sym typeface="Red Hat Display"/>
              </a:defRPr>
            </a:lvl7pPr>
            <a:lvl8pPr lvl="7" rtl="0" algn="ctr">
              <a:spcBef>
                <a:spcPts val="0"/>
              </a:spcBef>
              <a:spcAft>
                <a:spcPts val="0"/>
              </a:spcAft>
              <a:buNone/>
              <a:defRPr sz="2000">
                <a:latin typeface="Red Hat Display"/>
                <a:ea typeface="Red Hat Display"/>
                <a:cs typeface="Red Hat Display"/>
                <a:sym typeface="Red Hat Display"/>
              </a:defRPr>
            </a:lvl8pPr>
            <a:lvl9pPr lvl="8" rtl="0" algn="ctr">
              <a:spcBef>
                <a:spcPts val="0"/>
              </a:spcBef>
              <a:spcAft>
                <a:spcPts val="0"/>
              </a:spcAft>
              <a:buNone/>
              <a:defRPr sz="2000">
                <a:latin typeface="Red Hat Display"/>
                <a:ea typeface="Red Hat Display"/>
                <a:cs typeface="Red Hat Display"/>
                <a:sym typeface="Red Hat Display"/>
              </a:defRPr>
            </a:lvl9pPr>
          </a:lstStyle>
          <a:p/>
        </p:txBody>
      </p:sp>
      <p:sp>
        <p:nvSpPr>
          <p:cNvPr id="114" name="Google Shape;114;p21"/>
          <p:cNvSpPr txBox="1"/>
          <p:nvPr>
            <p:ph idx="6" type="subTitle"/>
          </p:nvPr>
        </p:nvSpPr>
        <p:spPr>
          <a:xfrm>
            <a:off x="1601500" y="1983972"/>
            <a:ext cx="2286000" cy="778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b="1"/>
            </a:lvl2pPr>
            <a:lvl3pPr lvl="2" rtl="0" algn="ctr">
              <a:spcBef>
                <a:spcPts val="0"/>
              </a:spcBef>
              <a:spcAft>
                <a:spcPts val="0"/>
              </a:spcAft>
              <a:buNone/>
              <a:defRPr b="1"/>
            </a:lvl3pPr>
            <a:lvl4pPr lvl="3" rtl="0" algn="ctr">
              <a:spcBef>
                <a:spcPts val="0"/>
              </a:spcBef>
              <a:spcAft>
                <a:spcPts val="0"/>
              </a:spcAft>
              <a:buNone/>
              <a:defRPr b="1"/>
            </a:lvl4pPr>
            <a:lvl5pPr lvl="4" rtl="0" algn="ctr">
              <a:spcBef>
                <a:spcPts val="0"/>
              </a:spcBef>
              <a:spcAft>
                <a:spcPts val="0"/>
              </a:spcAft>
              <a:buNone/>
              <a:defRPr b="1"/>
            </a:lvl5pPr>
            <a:lvl6pPr lvl="5" rtl="0" algn="ctr">
              <a:spcBef>
                <a:spcPts val="0"/>
              </a:spcBef>
              <a:spcAft>
                <a:spcPts val="0"/>
              </a:spcAft>
              <a:buNone/>
              <a:defRPr b="1"/>
            </a:lvl6pPr>
            <a:lvl7pPr lvl="6" rtl="0" algn="ctr">
              <a:spcBef>
                <a:spcPts val="0"/>
              </a:spcBef>
              <a:spcAft>
                <a:spcPts val="0"/>
              </a:spcAft>
              <a:buNone/>
              <a:defRPr b="1"/>
            </a:lvl7pPr>
            <a:lvl8pPr lvl="7" rtl="0" algn="ctr">
              <a:spcBef>
                <a:spcPts val="0"/>
              </a:spcBef>
              <a:spcAft>
                <a:spcPts val="0"/>
              </a:spcAft>
              <a:buNone/>
              <a:defRPr b="1"/>
            </a:lvl8pPr>
            <a:lvl9pPr lvl="8" rtl="0" algn="ctr">
              <a:spcBef>
                <a:spcPts val="0"/>
              </a:spcBef>
              <a:spcAft>
                <a:spcPts val="0"/>
              </a:spcAft>
              <a:buNone/>
              <a:defRPr b="1"/>
            </a:lvl9pPr>
          </a:lstStyle>
          <a:p/>
        </p:txBody>
      </p:sp>
      <p:sp>
        <p:nvSpPr>
          <p:cNvPr id="115" name="Google Shape;115;p21"/>
          <p:cNvSpPr txBox="1"/>
          <p:nvPr>
            <p:ph idx="7" type="subTitle"/>
          </p:nvPr>
        </p:nvSpPr>
        <p:spPr>
          <a:xfrm>
            <a:off x="5043475" y="1656550"/>
            <a:ext cx="27156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2000">
                <a:latin typeface="Red Hat Display"/>
                <a:ea typeface="Red Hat Display"/>
                <a:cs typeface="Red Hat Display"/>
                <a:sym typeface="Red Hat Display"/>
              </a:defRPr>
            </a:lvl1pPr>
            <a:lvl2pPr lvl="1" rtl="0" algn="ctr">
              <a:spcBef>
                <a:spcPts val="0"/>
              </a:spcBef>
              <a:spcAft>
                <a:spcPts val="0"/>
              </a:spcAft>
              <a:buNone/>
              <a:defRPr sz="2000">
                <a:latin typeface="Red Hat Display"/>
                <a:ea typeface="Red Hat Display"/>
                <a:cs typeface="Red Hat Display"/>
                <a:sym typeface="Red Hat Display"/>
              </a:defRPr>
            </a:lvl2pPr>
            <a:lvl3pPr lvl="2" rtl="0" algn="ctr">
              <a:spcBef>
                <a:spcPts val="0"/>
              </a:spcBef>
              <a:spcAft>
                <a:spcPts val="0"/>
              </a:spcAft>
              <a:buNone/>
              <a:defRPr sz="2000">
                <a:latin typeface="Red Hat Display"/>
                <a:ea typeface="Red Hat Display"/>
                <a:cs typeface="Red Hat Display"/>
                <a:sym typeface="Red Hat Display"/>
              </a:defRPr>
            </a:lvl3pPr>
            <a:lvl4pPr lvl="3" rtl="0" algn="ctr">
              <a:spcBef>
                <a:spcPts val="0"/>
              </a:spcBef>
              <a:spcAft>
                <a:spcPts val="0"/>
              </a:spcAft>
              <a:buNone/>
              <a:defRPr sz="2000">
                <a:latin typeface="Red Hat Display"/>
                <a:ea typeface="Red Hat Display"/>
                <a:cs typeface="Red Hat Display"/>
                <a:sym typeface="Red Hat Display"/>
              </a:defRPr>
            </a:lvl4pPr>
            <a:lvl5pPr lvl="4" rtl="0" algn="ctr">
              <a:spcBef>
                <a:spcPts val="0"/>
              </a:spcBef>
              <a:spcAft>
                <a:spcPts val="0"/>
              </a:spcAft>
              <a:buNone/>
              <a:defRPr sz="2000">
                <a:latin typeface="Red Hat Display"/>
                <a:ea typeface="Red Hat Display"/>
                <a:cs typeface="Red Hat Display"/>
                <a:sym typeface="Red Hat Display"/>
              </a:defRPr>
            </a:lvl5pPr>
            <a:lvl6pPr lvl="5" rtl="0" algn="ctr">
              <a:spcBef>
                <a:spcPts val="0"/>
              </a:spcBef>
              <a:spcAft>
                <a:spcPts val="0"/>
              </a:spcAft>
              <a:buNone/>
              <a:defRPr sz="2000">
                <a:latin typeface="Red Hat Display"/>
                <a:ea typeface="Red Hat Display"/>
                <a:cs typeface="Red Hat Display"/>
                <a:sym typeface="Red Hat Display"/>
              </a:defRPr>
            </a:lvl6pPr>
            <a:lvl7pPr lvl="6" rtl="0" algn="ctr">
              <a:spcBef>
                <a:spcPts val="0"/>
              </a:spcBef>
              <a:spcAft>
                <a:spcPts val="0"/>
              </a:spcAft>
              <a:buNone/>
              <a:defRPr sz="2000">
                <a:latin typeface="Red Hat Display"/>
                <a:ea typeface="Red Hat Display"/>
                <a:cs typeface="Red Hat Display"/>
                <a:sym typeface="Red Hat Display"/>
              </a:defRPr>
            </a:lvl7pPr>
            <a:lvl8pPr lvl="7" rtl="0" algn="ctr">
              <a:spcBef>
                <a:spcPts val="0"/>
              </a:spcBef>
              <a:spcAft>
                <a:spcPts val="0"/>
              </a:spcAft>
              <a:buNone/>
              <a:defRPr sz="2000">
                <a:latin typeface="Red Hat Display"/>
                <a:ea typeface="Red Hat Display"/>
                <a:cs typeface="Red Hat Display"/>
                <a:sym typeface="Red Hat Display"/>
              </a:defRPr>
            </a:lvl8pPr>
            <a:lvl9pPr lvl="8" rtl="0" algn="ctr">
              <a:spcBef>
                <a:spcPts val="0"/>
              </a:spcBef>
              <a:spcAft>
                <a:spcPts val="0"/>
              </a:spcAft>
              <a:buNone/>
              <a:defRPr sz="2000">
                <a:latin typeface="Red Hat Display"/>
                <a:ea typeface="Red Hat Display"/>
                <a:cs typeface="Red Hat Display"/>
                <a:sym typeface="Red Hat Display"/>
              </a:defRPr>
            </a:lvl9pPr>
          </a:lstStyle>
          <a:p/>
        </p:txBody>
      </p:sp>
      <p:sp>
        <p:nvSpPr>
          <p:cNvPr id="116" name="Google Shape;116;p21"/>
          <p:cNvSpPr txBox="1"/>
          <p:nvPr>
            <p:ph idx="8" type="subTitle"/>
          </p:nvPr>
        </p:nvSpPr>
        <p:spPr>
          <a:xfrm>
            <a:off x="5258275" y="1983972"/>
            <a:ext cx="2286000" cy="778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b="1"/>
            </a:lvl2pPr>
            <a:lvl3pPr lvl="2" rtl="0" algn="ctr">
              <a:spcBef>
                <a:spcPts val="0"/>
              </a:spcBef>
              <a:spcAft>
                <a:spcPts val="0"/>
              </a:spcAft>
              <a:buNone/>
              <a:defRPr b="1"/>
            </a:lvl3pPr>
            <a:lvl4pPr lvl="3" rtl="0" algn="ctr">
              <a:spcBef>
                <a:spcPts val="0"/>
              </a:spcBef>
              <a:spcAft>
                <a:spcPts val="0"/>
              </a:spcAft>
              <a:buNone/>
              <a:defRPr b="1"/>
            </a:lvl4pPr>
            <a:lvl5pPr lvl="4" rtl="0" algn="ctr">
              <a:spcBef>
                <a:spcPts val="0"/>
              </a:spcBef>
              <a:spcAft>
                <a:spcPts val="0"/>
              </a:spcAft>
              <a:buNone/>
              <a:defRPr b="1"/>
            </a:lvl5pPr>
            <a:lvl6pPr lvl="5" rtl="0" algn="ctr">
              <a:spcBef>
                <a:spcPts val="0"/>
              </a:spcBef>
              <a:spcAft>
                <a:spcPts val="0"/>
              </a:spcAft>
              <a:buNone/>
              <a:defRPr b="1"/>
            </a:lvl6pPr>
            <a:lvl7pPr lvl="6" rtl="0" algn="ctr">
              <a:spcBef>
                <a:spcPts val="0"/>
              </a:spcBef>
              <a:spcAft>
                <a:spcPts val="0"/>
              </a:spcAft>
              <a:buNone/>
              <a:defRPr b="1"/>
            </a:lvl7pPr>
            <a:lvl8pPr lvl="7" rtl="0" algn="ctr">
              <a:spcBef>
                <a:spcPts val="0"/>
              </a:spcBef>
              <a:spcAft>
                <a:spcPts val="0"/>
              </a:spcAft>
              <a:buNone/>
              <a:defRPr b="1"/>
            </a:lvl8pPr>
            <a:lvl9pPr lvl="8" rtl="0" algn="ctr">
              <a:spcBef>
                <a:spcPts val="0"/>
              </a:spcBef>
              <a:spcAft>
                <a:spcPts val="0"/>
              </a:spcAft>
              <a:buNone/>
              <a:defRPr b="1"/>
            </a:lvl9pPr>
          </a:lstStyle>
          <a:p/>
        </p:txBody>
      </p:sp>
      <p:sp>
        <p:nvSpPr>
          <p:cNvPr id="117" name="Google Shape;117;p21"/>
          <p:cNvSpPr txBox="1"/>
          <p:nvPr>
            <p:ph type="title"/>
          </p:nvPr>
        </p:nvSpPr>
        <p:spPr>
          <a:xfrm>
            <a:off x="713100" y="628525"/>
            <a:ext cx="7717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bg>
      <p:bgPr>
        <a:blipFill>
          <a:blip r:embed="rId2">
            <a:alphaModFix/>
          </a:blip>
          <a:stretch>
            <a:fillRect/>
          </a:stretch>
        </a:blipFill>
      </p:bgPr>
    </p:bg>
    <p:spTree>
      <p:nvGrpSpPr>
        <p:cNvPr id="118" name="Shape 118"/>
        <p:cNvGrpSpPr/>
        <p:nvPr/>
      </p:nvGrpSpPr>
      <p:grpSpPr>
        <a:xfrm>
          <a:off x="0" y="0"/>
          <a:ext cx="0" cy="0"/>
          <a:chOff x="0" y="0"/>
          <a:chExt cx="0" cy="0"/>
        </a:xfrm>
      </p:grpSpPr>
      <p:sp>
        <p:nvSpPr>
          <p:cNvPr id="119" name="Google Shape;119;p22"/>
          <p:cNvSpPr txBox="1"/>
          <p:nvPr>
            <p:ph type="title"/>
          </p:nvPr>
        </p:nvSpPr>
        <p:spPr>
          <a:xfrm>
            <a:off x="2212800" y="1331400"/>
            <a:ext cx="4718400" cy="1417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000"/>
              <a:buNone/>
              <a:defRPr sz="4000">
                <a:solidFill>
                  <a:schemeClr val="lt1"/>
                </a:solidFill>
              </a:defRPr>
            </a:lvl1pPr>
            <a:lvl2pPr lvl="1" rtl="0" algn="ctr">
              <a:spcBef>
                <a:spcPts val="0"/>
              </a:spcBef>
              <a:spcAft>
                <a:spcPts val="0"/>
              </a:spcAft>
              <a:buClr>
                <a:schemeClr val="lt1"/>
              </a:buClr>
              <a:buSzPts val="4000"/>
              <a:buNone/>
              <a:defRPr sz="4000">
                <a:solidFill>
                  <a:schemeClr val="lt1"/>
                </a:solidFill>
              </a:defRPr>
            </a:lvl2pPr>
            <a:lvl3pPr lvl="2" rtl="0" algn="ctr">
              <a:spcBef>
                <a:spcPts val="0"/>
              </a:spcBef>
              <a:spcAft>
                <a:spcPts val="0"/>
              </a:spcAft>
              <a:buClr>
                <a:schemeClr val="lt1"/>
              </a:buClr>
              <a:buSzPts val="4000"/>
              <a:buNone/>
              <a:defRPr sz="4000">
                <a:solidFill>
                  <a:schemeClr val="lt1"/>
                </a:solidFill>
              </a:defRPr>
            </a:lvl3pPr>
            <a:lvl4pPr lvl="3" rtl="0" algn="ctr">
              <a:spcBef>
                <a:spcPts val="0"/>
              </a:spcBef>
              <a:spcAft>
                <a:spcPts val="0"/>
              </a:spcAft>
              <a:buClr>
                <a:schemeClr val="lt1"/>
              </a:buClr>
              <a:buSzPts val="4000"/>
              <a:buNone/>
              <a:defRPr sz="4000">
                <a:solidFill>
                  <a:schemeClr val="lt1"/>
                </a:solidFill>
              </a:defRPr>
            </a:lvl4pPr>
            <a:lvl5pPr lvl="4" rtl="0" algn="ctr">
              <a:spcBef>
                <a:spcPts val="0"/>
              </a:spcBef>
              <a:spcAft>
                <a:spcPts val="0"/>
              </a:spcAft>
              <a:buClr>
                <a:schemeClr val="lt1"/>
              </a:buClr>
              <a:buSzPts val="4000"/>
              <a:buNone/>
              <a:defRPr sz="4000">
                <a:solidFill>
                  <a:schemeClr val="lt1"/>
                </a:solidFill>
              </a:defRPr>
            </a:lvl5pPr>
            <a:lvl6pPr lvl="5" rtl="0" algn="ctr">
              <a:spcBef>
                <a:spcPts val="0"/>
              </a:spcBef>
              <a:spcAft>
                <a:spcPts val="0"/>
              </a:spcAft>
              <a:buClr>
                <a:schemeClr val="lt1"/>
              </a:buClr>
              <a:buSzPts val="4000"/>
              <a:buNone/>
              <a:defRPr sz="4000">
                <a:solidFill>
                  <a:schemeClr val="lt1"/>
                </a:solidFill>
              </a:defRPr>
            </a:lvl6pPr>
            <a:lvl7pPr lvl="6" rtl="0" algn="ctr">
              <a:spcBef>
                <a:spcPts val="0"/>
              </a:spcBef>
              <a:spcAft>
                <a:spcPts val="0"/>
              </a:spcAft>
              <a:buClr>
                <a:schemeClr val="lt1"/>
              </a:buClr>
              <a:buSzPts val="4000"/>
              <a:buNone/>
              <a:defRPr sz="4000">
                <a:solidFill>
                  <a:schemeClr val="lt1"/>
                </a:solidFill>
              </a:defRPr>
            </a:lvl7pPr>
            <a:lvl8pPr lvl="7" rtl="0" algn="ctr">
              <a:spcBef>
                <a:spcPts val="0"/>
              </a:spcBef>
              <a:spcAft>
                <a:spcPts val="0"/>
              </a:spcAft>
              <a:buClr>
                <a:schemeClr val="lt1"/>
              </a:buClr>
              <a:buSzPts val="4000"/>
              <a:buNone/>
              <a:defRPr sz="4000">
                <a:solidFill>
                  <a:schemeClr val="lt1"/>
                </a:solidFill>
              </a:defRPr>
            </a:lvl8pPr>
            <a:lvl9pPr lvl="8" rtl="0" algn="ctr">
              <a:spcBef>
                <a:spcPts val="0"/>
              </a:spcBef>
              <a:spcAft>
                <a:spcPts val="0"/>
              </a:spcAft>
              <a:buClr>
                <a:schemeClr val="lt1"/>
              </a:buClr>
              <a:buSzPts val="4000"/>
              <a:buNone/>
              <a:defRPr sz="4000">
                <a:solidFill>
                  <a:schemeClr val="lt1"/>
                </a:solidFill>
              </a:defRPr>
            </a:lvl9pPr>
          </a:lstStyle>
          <a:p/>
        </p:txBody>
      </p:sp>
      <p:sp>
        <p:nvSpPr>
          <p:cNvPr id="120" name="Google Shape;120;p22"/>
          <p:cNvSpPr txBox="1"/>
          <p:nvPr>
            <p:ph hasCustomPrompt="1" idx="2" type="title"/>
          </p:nvPr>
        </p:nvSpPr>
        <p:spPr>
          <a:xfrm>
            <a:off x="3561600" y="602700"/>
            <a:ext cx="2020800" cy="795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b="1" sz="4800">
                <a:solidFill>
                  <a:schemeClr val="lt1"/>
                </a:solidFill>
              </a:defRPr>
            </a:lvl1pPr>
            <a:lvl2pPr lvl="1" rtl="0" algn="ctr">
              <a:spcBef>
                <a:spcPts val="0"/>
              </a:spcBef>
              <a:spcAft>
                <a:spcPts val="0"/>
              </a:spcAft>
              <a:buClr>
                <a:schemeClr val="lt1"/>
              </a:buClr>
              <a:buSzPts val="4800"/>
              <a:buNone/>
              <a:defRPr b="1" sz="4800">
                <a:solidFill>
                  <a:schemeClr val="lt1"/>
                </a:solidFill>
              </a:defRPr>
            </a:lvl2pPr>
            <a:lvl3pPr lvl="2" rtl="0" algn="ctr">
              <a:spcBef>
                <a:spcPts val="0"/>
              </a:spcBef>
              <a:spcAft>
                <a:spcPts val="0"/>
              </a:spcAft>
              <a:buClr>
                <a:schemeClr val="lt1"/>
              </a:buClr>
              <a:buSzPts val="4800"/>
              <a:buNone/>
              <a:defRPr b="1" sz="4800">
                <a:solidFill>
                  <a:schemeClr val="lt1"/>
                </a:solidFill>
              </a:defRPr>
            </a:lvl3pPr>
            <a:lvl4pPr lvl="3" rtl="0" algn="ctr">
              <a:spcBef>
                <a:spcPts val="0"/>
              </a:spcBef>
              <a:spcAft>
                <a:spcPts val="0"/>
              </a:spcAft>
              <a:buClr>
                <a:schemeClr val="lt1"/>
              </a:buClr>
              <a:buSzPts val="4800"/>
              <a:buNone/>
              <a:defRPr b="1" sz="4800">
                <a:solidFill>
                  <a:schemeClr val="lt1"/>
                </a:solidFill>
              </a:defRPr>
            </a:lvl4pPr>
            <a:lvl5pPr lvl="4" rtl="0" algn="ctr">
              <a:spcBef>
                <a:spcPts val="0"/>
              </a:spcBef>
              <a:spcAft>
                <a:spcPts val="0"/>
              </a:spcAft>
              <a:buClr>
                <a:schemeClr val="lt1"/>
              </a:buClr>
              <a:buSzPts val="4800"/>
              <a:buNone/>
              <a:defRPr b="1" sz="4800">
                <a:solidFill>
                  <a:schemeClr val="lt1"/>
                </a:solidFill>
              </a:defRPr>
            </a:lvl5pPr>
            <a:lvl6pPr lvl="5" rtl="0" algn="ctr">
              <a:spcBef>
                <a:spcPts val="0"/>
              </a:spcBef>
              <a:spcAft>
                <a:spcPts val="0"/>
              </a:spcAft>
              <a:buClr>
                <a:schemeClr val="lt1"/>
              </a:buClr>
              <a:buSzPts val="4800"/>
              <a:buNone/>
              <a:defRPr b="1" sz="4800">
                <a:solidFill>
                  <a:schemeClr val="lt1"/>
                </a:solidFill>
              </a:defRPr>
            </a:lvl6pPr>
            <a:lvl7pPr lvl="6" rtl="0" algn="ctr">
              <a:spcBef>
                <a:spcPts val="0"/>
              </a:spcBef>
              <a:spcAft>
                <a:spcPts val="0"/>
              </a:spcAft>
              <a:buClr>
                <a:schemeClr val="lt1"/>
              </a:buClr>
              <a:buSzPts val="4800"/>
              <a:buNone/>
              <a:defRPr b="1" sz="4800">
                <a:solidFill>
                  <a:schemeClr val="lt1"/>
                </a:solidFill>
              </a:defRPr>
            </a:lvl7pPr>
            <a:lvl8pPr lvl="7" rtl="0" algn="ctr">
              <a:spcBef>
                <a:spcPts val="0"/>
              </a:spcBef>
              <a:spcAft>
                <a:spcPts val="0"/>
              </a:spcAft>
              <a:buClr>
                <a:schemeClr val="lt1"/>
              </a:buClr>
              <a:buSzPts val="4800"/>
              <a:buNone/>
              <a:defRPr b="1" sz="4800">
                <a:solidFill>
                  <a:schemeClr val="lt1"/>
                </a:solidFill>
              </a:defRPr>
            </a:lvl8pPr>
            <a:lvl9pPr lvl="8" rtl="0" algn="ctr">
              <a:spcBef>
                <a:spcPts val="0"/>
              </a:spcBef>
              <a:spcAft>
                <a:spcPts val="0"/>
              </a:spcAft>
              <a:buClr>
                <a:schemeClr val="lt1"/>
              </a:buClr>
              <a:buSzPts val="4800"/>
              <a:buNone/>
              <a:defRPr b="1" sz="4800">
                <a:solidFill>
                  <a:schemeClr val="lt1"/>
                </a:solidFill>
              </a:defRPr>
            </a:lvl9pPr>
          </a:lstStyle>
          <a:p>
            <a:r>
              <a:t>xx%</a:t>
            </a:r>
          </a:p>
        </p:txBody>
      </p:sp>
      <p:sp>
        <p:nvSpPr>
          <p:cNvPr id="121" name="Google Shape;121;p22"/>
          <p:cNvSpPr txBox="1"/>
          <p:nvPr>
            <p:ph idx="1" type="subTitle"/>
          </p:nvPr>
        </p:nvSpPr>
        <p:spPr>
          <a:xfrm>
            <a:off x="3168450" y="4018575"/>
            <a:ext cx="2807100" cy="6675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1">
  <p:cSld name="ONE_COLUMN_TEXT_1">
    <p:spTree>
      <p:nvGrpSpPr>
        <p:cNvPr id="122" name="Shape 122"/>
        <p:cNvGrpSpPr/>
        <p:nvPr/>
      </p:nvGrpSpPr>
      <p:grpSpPr>
        <a:xfrm>
          <a:off x="0" y="0"/>
          <a:ext cx="0" cy="0"/>
          <a:chOff x="0" y="0"/>
          <a:chExt cx="0" cy="0"/>
        </a:xfrm>
      </p:grpSpPr>
      <p:pic>
        <p:nvPicPr>
          <p:cNvPr id="123" name="Google Shape;123;p23"/>
          <p:cNvPicPr preferRelativeResize="0"/>
          <p:nvPr/>
        </p:nvPicPr>
        <p:blipFill>
          <a:blip r:embed="rId2">
            <a:alphaModFix/>
          </a:blip>
          <a:stretch>
            <a:fillRect/>
          </a:stretch>
        </p:blipFill>
        <p:spPr>
          <a:xfrm rot="-1800000">
            <a:off x="1975586" y="-190500"/>
            <a:ext cx="5460929" cy="5143500"/>
          </a:xfrm>
          <a:prstGeom prst="rect">
            <a:avLst/>
          </a:prstGeom>
          <a:noFill/>
          <a:ln>
            <a:noFill/>
          </a:ln>
        </p:spPr>
      </p:pic>
      <p:sp>
        <p:nvSpPr>
          <p:cNvPr id="124" name="Google Shape;124;p23"/>
          <p:cNvSpPr txBox="1"/>
          <p:nvPr>
            <p:ph type="title"/>
          </p:nvPr>
        </p:nvSpPr>
        <p:spPr>
          <a:xfrm>
            <a:off x="2903250" y="1363150"/>
            <a:ext cx="3337500" cy="9144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lgn="ctr">
              <a:spcBef>
                <a:spcPts val="0"/>
              </a:spcBef>
              <a:spcAft>
                <a:spcPts val="0"/>
              </a:spcAft>
              <a:buClr>
                <a:schemeClr val="lt1"/>
              </a:buClr>
              <a:buSzPts val="2800"/>
              <a:buNone/>
              <a:defRPr>
                <a:solidFill>
                  <a:schemeClr val="lt1"/>
                </a:solidFill>
              </a:defRPr>
            </a:lvl2pPr>
            <a:lvl3pPr lvl="2" rtl="0" algn="ctr">
              <a:spcBef>
                <a:spcPts val="0"/>
              </a:spcBef>
              <a:spcAft>
                <a:spcPts val="0"/>
              </a:spcAft>
              <a:buClr>
                <a:schemeClr val="lt1"/>
              </a:buClr>
              <a:buSzPts val="2800"/>
              <a:buNone/>
              <a:defRPr>
                <a:solidFill>
                  <a:schemeClr val="lt1"/>
                </a:solidFill>
              </a:defRPr>
            </a:lvl3pPr>
            <a:lvl4pPr lvl="3" rtl="0" algn="ctr">
              <a:spcBef>
                <a:spcPts val="0"/>
              </a:spcBef>
              <a:spcAft>
                <a:spcPts val="0"/>
              </a:spcAft>
              <a:buClr>
                <a:schemeClr val="lt1"/>
              </a:buClr>
              <a:buSzPts val="2800"/>
              <a:buNone/>
              <a:defRPr>
                <a:solidFill>
                  <a:schemeClr val="lt1"/>
                </a:solidFill>
              </a:defRPr>
            </a:lvl4pPr>
            <a:lvl5pPr lvl="4" rtl="0" algn="ctr">
              <a:spcBef>
                <a:spcPts val="0"/>
              </a:spcBef>
              <a:spcAft>
                <a:spcPts val="0"/>
              </a:spcAft>
              <a:buClr>
                <a:schemeClr val="lt1"/>
              </a:buClr>
              <a:buSzPts val="2800"/>
              <a:buNone/>
              <a:defRPr>
                <a:solidFill>
                  <a:schemeClr val="lt1"/>
                </a:solidFill>
              </a:defRPr>
            </a:lvl5pPr>
            <a:lvl6pPr lvl="5" rtl="0" algn="ctr">
              <a:spcBef>
                <a:spcPts val="0"/>
              </a:spcBef>
              <a:spcAft>
                <a:spcPts val="0"/>
              </a:spcAft>
              <a:buClr>
                <a:schemeClr val="lt1"/>
              </a:buClr>
              <a:buSzPts val="2800"/>
              <a:buNone/>
              <a:defRPr>
                <a:solidFill>
                  <a:schemeClr val="lt1"/>
                </a:solidFill>
              </a:defRPr>
            </a:lvl6pPr>
            <a:lvl7pPr lvl="6" rtl="0" algn="ctr">
              <a:spcBef>
                <a:spcPts val="0"/>
              </a:spcBef>
              <a:spcAft>
                <a:spcPts val="0"/>
              </a:spcAft>
              <a:buClr>
                <a:schemeClr val="lt1"/>
              </a:buClr>
              <a:buSzPts val="2800"/>
              <a:buNone/>
              <a:defRPr>
                <a:solidFill>
                  <a:schemeClr val="lt1"/>
                </a:solidFill>
              </a:defRPr>
            </a:lvl7pPr>
            <a:lvl8pPr lvl="7" rtl="0" algn="ctr">
              <a:spcBef>
                <a:spcPts val="0"/>
              </a:spcBef>
              <a:spcAft>
                <a:spcPts val="0"/>
              </a:spcAft>
              <a:buClr>
                <a:schemeClr val="lt1"/>
              </a:buClr>
              <a:buSzPts val="2800"/>
              <a:buNone/>
              <a:defRPr>
                <a:solidFill>
                  <a:schemeClr val="lt1"/>
                </a:solidFill>
              </a:defRPr>
            </a:lvl8pPr>
            <a:lvl9pPr lvl="8" rtl="0" algn="ctr">
              <a:spcBef>
                <a:spcPts val="0"/>
              </a:spcBef>
              <a:spcAft>
                <a:spcPts val="0"/>
              </a:spcAft>
              <a:buClr>
                <a:schemeClr val="lt1"/>
              </a:buClr>
              <a:buSzPts val="2800"/>
              <a:buNone/>
              <a:defRPr>
                <a:solidFill>
                  <a:schemeClr val="lt1"/>
                </a:solidFill>
              </a:defRPr>
            </a:lvl9pPr>
          </a:lstStyle>
          <a:p/>
        </p:txBody>
      </p:sp>
      <p:sp>
        <p:nvSpPr>
          <p:cNvPr id="125" name="Google Shape;125;p23"/>
          <p:cNvSpPr txBox="1"/>
          <p:nvPr>
            <p:ph idx="1" type="subTitle"/>
          </p:nvPr>
        </p:nvSpPr>
        <p:spPr>
          <a:xfrm>
            <a:off x="2903250" y="2530789"/>
            <a:ext cx="3337500" cy="1216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solidFill>
                  <a:schemeClr val="lt1"/>
                </a:solidFill>
              </a:defRPr>
            </a:lvl1pPr>
            <a:lvl2pPr lvl="1" rtl="0" algn="ctr">
              <a:spcBef>
                <a:spcPts val="0"/>
              </a:spcBef>
              <a:spcAft>
                <a:spcPts val="0"/>
              </a:spcAft>
              <a:buNone/>
              <a:defRPr b="1" sz="1600">
                <a:solidFill>
                  <a:schemeClr val="lt1"/>
                </a:solidFill>
              </a:defRPr>
            </a:lvl2pPr>
            <a:lvl3pPr lvl="2" rtl="0" algn="ctr">
              <a:spcBef>
                <a:spcPts val="0"/>
              </a:spcBef>
              <a:spcAft>
                <a:spcPts val="0"/>
              </a:spcAft>
              <a:buNone/>
              <a:defRPr b="1" sz="1600">
                <a:solidFill>
                  <a:schemeClr val="lt1"/>
                </a:solidFill>
              </a:defRPr>
            </a:lvl3pPr>
            <a:lvl4pPr lvl="3" rtl="0" algn="ctr">
              <a:spcBef>
                <a:spcPts val="0"/>
              </a:spcBef>
              <a:spcAft>
                <a:spcPts val="0"/>
              </a:spcAft>
              <a:buNone/>
              <a:defRPr b="1" sz="1600">
                <a:solidFill>
                  <a:schemeClr val="lt1"/>
                </a:solidFill>
              </a:defRPr>
            </a:lvl4pPr>
            <a:lvl5pPr lvl="4" rtl="0" algn="ctr">
              <a:spcBef>
                <a:spcPts val="0"/>
              </a:spcBef>
              <a:spcAft>
                <a:spcPts val="0"/>
              </a:spcAft>
              <a:buNone/>
              <a:defRPr b="1" sz="1600">
                <a:solidFill>
                  <a:schemeClr val="lt1"/>
                </a:solidFill>
              </a:defRPr>
            </a:lvl5pPr>
            <a:lvl6pPr lvl="5" rtl="0" algn="ctr">
              <a:spcBef>
                <a:spcPts val="0"/>
              </a:spcBef>
              <a:spcAft>
                <a:spcPts val="0"/>
              </a:spcAft>
              <a:buNone/>
              <a:defRPr b="1" sz="1600">
                <a:solidFill>
                  <a:schemeClr val="lt1"/>
                </a:solidFill>
              </a:defRPr>
            </a:lvl6pPr>
            <a:lvl7pPr lvl="6" rtl="0" algn="ctr">
              <a:spcBef>
                <a:spcPts val="0"/>
              </a:spcBef>
              <a:spcAft>
                <a:spcPts val="0"/>
              </a:spcAft>
              <a:buNone/>
              <a:defRPr b="1" sz="1600">
                <a:solidFill>
                  <a:schemeClr val="lt1"/>
                </a:solidFill>
              </a:defRPr>
            </a:lvl7pPr>
            <a:lvl8pPr lvl="7" rtl="0" algn="ctr">
              <a:spcBef>
                <a:spcPts val="0"/>
              </a:spcBef>
              <a:spcAft>
                <a:spcPts val="0"/>
              </a:spcAft>
              <a:buNone/>
              <a:defRPr b="1" sz="1600">
                <a:solidFill>
                  <a:schemeClr val="lt1"/>
                </a:solidFill>
              </a:defRPr>
            </a:lvl8pPr>
            <a:lvl9pPr lvl="8" rtl="0" algn="ctr">
              <a:spcBef>
                <a:spcPts val="0"/>
              </a:spcBef>
              <a:spcAft>
                <a:spcPts val="0"/>
              </a:spcAft>
              <a:buNone/>
              <a:defRPr b="1" sz="1600">
                <a:solidFill>
                  <a:schemeClr val="lt1"/>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bg>
      <p:bgPr>
        <a:blipFill>
          <a:blip r:embed="rId2">
            <a:alphaModFix/>
          </a:blip>
          <a:stretch>
            <a:fillRect/>
          </a:stretch>
        </a:blipFill>
      </p:bgPr>
    </p:bg>
    <p:spTree>
      <p:nvGrpSpPr>
        <p:cNvPr id="126" name="Shape 126"/>
        <p:cNvGrpSpPr/>
        <p:nvPr/>
      </p:nvGrpSpPr>
      <p:grpSpPr>
        <a:xfrm>
          <a:off x="0" y="0"/>
          <a:ext cx="0" cy="0"/>
          <a:chOff x="0" y="0"/>
          <a:chExt cx="0" cy="0"/>
        </a:xfrm>
      </p:grpSpPr>
      <p:sp>
        <p:nvSpPr>
          <p:cNvPr id="127" name="Google Shape;127;p24"/>
          <p:cNvSpPr txBox="1"/>
          <p:nvPr>
            <p:ph type="title"/>
          </p:nvPr>
        </p:nvSpPr>
        <p:spPr>
          <a:xfrm>
            <a:off x="713100" y="1944000"/>
            <a:ext cx="3208500" cy="12555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b="1"/>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numbers">
  <p:cSld name="BIG_NUMBER_1">
    <p:bg>
      <p:bgPr>
        <a:blipFill>
          <a:blip r:embed="rId2">
            <a:alphaModFix/>
          </a:blip>
          <a:stretch>
            <a:fillRect/>
          </a:stretch>
        </a:blipFill>
      </p:bgPr>
    </p:bg>
    <p:spTree>
      <p:nvGrpSpPr>
        <p:cNvPr id="128" name="Shape 128"/>
        <p:cNvGrpSpPr/>
        <p:nvPr/>
      </p:nvGrpSpPr>
      <p:grpSpPr>
        <a:xfrm>
          <a:off x="0" y="0"/>
          <a:ext cx="0" cy="0"/>
          <a:chOff x="0" y="0"/>
          <a:chExt cx="0" cy="0"/>
        </a:xfrm>
      </p:grpSpPr>
      <p:sp>
        <p:nvSpPr>
          <p:cNvPr id="129" name="Google Shape;129;p25"/>
          <p:cNvSpPr txBox="1"/>
          <p:nvPr>
            <p:ph hasCustomPrompt="1" type="title"/>
          </p:nvPr>
        </p:nvSpPr>
        <p:spPr>
          <a:xfrm>
            <a:off x="5175300" y="2889888"/>
            <a:ext cx="2322600" cy="448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sz="2800"/>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30" name="Google Shape;130;p25"/>
          <p:cNvSpPr txBox="1"/>
          <p:nvPr>
            <p:ph idx="1" type="subTitle"/>
          </p:nvPr>
        </p:nvSpPr>
        <p:spPr>
          <a:xfrm>
            <a:off x="5175300" y="3502963"/>
            <a:ext cx="2319000" cy="6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31" name="Google Shape;131;p25"/>
          <p:cNvSpPr txBox="1"/>
          <p:nvPr>
            <p:ph hasCustomPrompt="1" idx="2" type="title"/>
          </p:nvPr>
        </p:nvSpPr>
        <p:spPr>
          <a:xfrm>
            <a:off x="3410700" y="1086063"/>
            <a:ext cx="2322600" cy="448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sz="2800"/>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32" name="Google Shape;132;p25"/>
          <p:cNvSpPr txBox="1"/>
          <p:nvPr>
            <p:ph idx="3" type="subTitle"/>
          </p:nvPr>
        </p:nvSpPr>
        <p:spPr>
          <a:xfrm>
            <a:off x="3410700" y="1699138"/>
            <a:ext cx="2319000" cy="6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33" name="Google Shape;133;p25"/>
          <p:cNvSpPr txBox="1"/>
          <p:nvPr>
            <p:ph hasCustomPrompt="1" idx="4" type="title"/>
          </p:nvPr>
        </p:nvSpPr>
        <p:spPr>
          <a:xfrm>
            <a:off x="1647900" y="2889888"/>
            <a:ext cx="2322600" cy="448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sz="2800"/>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34" name="Google Shape;134;p25"/>
          <p:cNvSpPr txBox="1"/>
          <p:nvPr>
            <p:ph idx="5" type="subTitle"/>
          </p:nvPr>
        </p:nvSpPr>
        <p:spPr>
          <a:xfrm>
            <a:off x="1647900" y="3502963"/>
            <a:ext cx="2319000" cy="6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vice mockup">
  <p:cSld name="CUSTOM_2_2">
    <p:bg>
      <p:bgPr>
        <a:blipFill>
          <a:blip r:embed="rId2">
            <a:alphaModFix/>
          </a:blip>
          <a:stretch>
            <a:fillRect/>
          </a:stretch>
        </a:blipFill>
      </p:bgPr>
    </p:bg>
    <p:spTree>
      <p:nvGrpSpPr>
        <p:cNvPr id="135" name="Shape 135"/>
        <p:cNvGrpSpPr/>
        <p:nvPr/>
      </p:nvGrpSpPr>
      <p:grpSpPr>
        <a:xfrm>
          <a:off x="0" y="0"/>
          <a:ext cx="0" cy="0"/>
          <a:chOff x="0" y="0"/>
          <a:chExt cx="0" cy="0"/>
        </a:xfrm>
      </p:grpSpPr>
      <p:sp>
        <p:nvSpPr>
          <p:cNvPr id="136" name="Google Shape;136;p26"/>
          <p:cNvSpPr txBox="1"/>
          <p:nvPr>
            <p:ph idx="1" type="subTitle"/>
          </p:nvPr>
        </p:nvSpPr>
        <p:spPr>
          <a:xfrm>
            <a:off x="6022200" y="2439600"/>
            <a:ext cx="2183700" cy="12243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37" name="Google Shape;137;p26"/>
          <p:cNvSpPr txBox="1"/>
          <p:nvPr>
            <p:ph type="title"/>
          </p:nvPr>
        </p:nvSpPr>
        <p:spPr>
          <a:xfrm>
            <a:off x="6026100" y="1479600"/>
            <a:ext cx="2404800" cy="9600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vice mockup 1">
  <p:cSld name="CUSTOM_2_1_1">
    <p:bg>
      <p:bgPr>
        <a:blipFill>
          <a:blip r:embed="rId2">
            <a:alphaModFix/>
          </a:blip>
          <a:stretch>
            <a:fillRect/>
          </a:stretch>
        </a:blipFill>
      </p:bgPr>
    </p:bg>
    <p:spTree>
      <p:nvGrpSpPr>
        <p:cNvPr id="138" name="Shape 138"/>
        <p:cNvGrpSpPr/>
        <p:nvPr/>
      </p:nvGrpSpPr>
      <p:grpSpPr>
        <a:xfrm>
          <a:off x="0" y="0"/>
          <a:ext cx="0" cy="0"/>
          <a:chOff x="0" y="0"/>
          <a:chExt cx="0" cy="0"/>
        </a:xfrm>
      </p:grpSpPr>
      <p:sp>
        <p:nvSpPr>
          <p:cNvPr id="139" name="Google Shape;139;p27"/>
          <p:cNvSpPr txBox="1"/>
          <p:nvPr>
            <p:ph idx="1" type="subTitle"/>
          </p:nvPr>
        </p:nvSpPr>
        <p:spPr>
          <a:xfrm>
            <a:off x="713100" y="2362500"/>
            <a:ext cx="2751300" cy="10623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40" name="Google Shape;140;p27"/>
          <p:cNvSpPr txBox="1"/>
          <p:nvPr>
            <p:ph type="title"/>
          </p:nvPr>
        </p:nvSpPr>
        <p:spPr>
          <a:xfrm>
            <a:off x="713100" y="1718700"/>
            <a:ext cx="2746800" cy="643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vice mockup 2">
  <p:cSld name="CUSTOM_2_1_1_1">
    <p:bg>
      <p:bgPr>
        <a:blipFill>
          <a:blip r:embed="rId2">
            <a:alphaModFix/>
          </a:blip>
          <a:stretch>
            <a:fillRect/>
          </a:stretch>
        </a:blipFill>
      </p:bgPr>
    </p:bg>
    <p:spTree>
      <p:nvGrpSpPr>
        <p:cNvPr id="141" name="Shape 141"/>
        <p:cNvGrpSpPr/>
        <p:nvPr/>
      </p:nvGrpSpPr>
      <p:grpSpPr>
        <a:xfrm>
          <a:off x="0" y="0"/>
          <a:ext cx="0" cy="0"/>
          <a:chOff x="0" y="0"/>
          <a:chExt cx="0" cy="0"/>
        </a:xfrm>
      </p:grpSpPr>
      <p:sp>
        <p:nvSpPr>
          <p:cNvPr id="142" name="Google Shape;142;p28"/>
          <p:cNvSpPr txBox="1"/>
          <p:nvPr>
            <p:ph idx="1" type="subTitle"/>
          </p:nvPr>
        </p:nvSpPr>
        <p:spPr>
          <a:xfrm>
            <a:off x="713100" y="2367300"/>
            <a:ext cx="2404800" cy="10491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chemeClr val="lt1"/>
                </a:solidFill>
              </a:defRPr>
            </a:lvl1pPr>
            <a:lvl2pPr lvl="1" rtl="0">
              <a:spcBef>
                <a:spcPts val="0"/>
              </a:spcBef>
              <a:spcAft>
                <a:spcPts val="0"/>
              </a:spcAft>
              <a:buNone/>
              <a:defRPr>
                <a:solidFill>
                  <a:schemeClr val="lt1"/>
                </a:solidFill>
              </a:defRPr>
            </a:lvl2pPr>
            <a:lvl3pPr lvl="2" rtl="0">
              <a:spcBef>
                <a:spcPts val="0"/>
              </a:spcBef>
              <a:spcAft>
                <a:spcPts val="0"/>
              </a:spcAft>
              <a:buNone/>
              <a:defRPr>
                <a:solidFill>
                  <a:schemeClr val="lt1"/>
                </a:solidFill>
              </a:defRPr>
            </a:lvl3pPr>
            <a:lvl4pPr lvl="3" rtl="0">
              <a:spcBef>
                <a:spcPts val="0"/>
              </a:spcBef>
              <a:spcAft>
                <a:spcPts val="0"/>
              </a:spcAft>
              <a:buNone/>
              <a:defRPr>
                <a:solidFill>
                  <a:schemeClr val="lt1"/>
                </a:solidFill>
              </a:defRPr>
            </a:lvl4pPr>
            <a:lvl5pPr lvl="4" rtl="0">
              <a:spcBef>
                <a:spcPts val="0"/>
              </a:spcBef>
              <a:spcAft>
                <a:spcPts val="0"/>
              </a:spcAft>
              <a:buNone/>
              <a:defRPr>
                <a:solidFill>
                  <a:schemeClr val="lt1"/>
                </a:solidFill>
              </a:defRPr>
            </a:lvl5pPr>
            <a:lvl6pPr lvl="5" rtl="0">
              <a:spcBef>
                <a:spcPts val="0"/>
              </a:spcBef>
              <a:spcAft>
                <a:spcPts val="0"/>
              </a:spcAft>
              <a:buNone/>
              <a:defRPr>
                <a:solidFill>
                  <a:schemeClr val="lt1"/>
                </a:solidFill>
              </a:defRPr>
            </a:lvl6pPr>
            <a:lvl7pPr lvl="6" rtl="0">
              <a:spcBef>
                <a:spcPts val="0"/>
              </a:spcBef>
              <a:spcAft>
                <a:spcPts val="0"/>
              </a:spcAft>
              <a:buNone/>
              <a:defRPr>
                <a:solidFill>
                  <a:schemeClr val="lt1"/>
                </a:solidFill>
              </a:defRPr>
            </a:lvl7pPr>
            <a:lvl8pPr lvl="7" rtl="0">
              <a:spcBef>
                <a:spcPts val="0"/>
              </a:spcBef>
              <a:spcAft>
                <a:spcPts val="0"/>
              </a:spcAft>
              <a:buNone/>
              <a:defRPr>
                <a:solidFill>
                  <a:schemeClr val="lt1"/>
                </a:solidFill>
              </a:defRPr>
            </a:lvl8pPr>
            <a:lvl9pPr lvl="8" rtl="0">
              <a:spcBef>
                <a:spcPts val="0"/>
              </a:spcBef>
              <a:spcAft>
                <a:spcPts val="0"/>
              </a:spcAft>
              <a:buNone/>
              <a:defRPr>
                <a:solidFill>
                  <a:schemeClr val="lt1"/>
                </a:solidFill>
              </a:defRPr>
            </a:lvl9pPr>
          </a:lstStyle>
          <a:p/>
        </p:txBody>
      </p:sp>
      <p:sp>
        <p:nvSpPr>
          <p:cNvPr id="143" name="Google Shape;143;p28"/>
          <p:cNvSpPr txBox="1"/>
          <p:nvPr>
            <p:ph type="title"/>
          </p:nvPr>
        </p:nvSpPr>
        <p:spPr>
          <a:xfrm>
            <a:off x="713100" y="1727098"/>
            <a:ext cx="2404800" cy="6402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a:solidFill>
                  <a:schemeClr val="l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 you">
  <p:cSld name="CUSTOM_3">
    <p:bg>
      <p:bgPr>
        <a:blipFill>
          <a:blip r:embed="rId2">
            <a:alphaModFix/>
          </a:blip>
          <a:stretch>
            <a:fillRect/>
          </a:stretch>
        </a:blipFill>
      </p:bgPr>
    </p:bg>
    <p:spTree>
      <p:nvGrpSpPr>
        <p:cNvPr id="144" name="Shape 144"/>
        <p:cNvGrpSpPr/>
        <p:nvPr/>
      </p:nvGrpSpPr>
      <p:grpSpPr>
        <a:xfrm>
          <a:off x="0" y="0"/>
          <a:ext cx="0" cy="0"/>
          <a:chOff x="0" y="0"/>
          <a:chExt cx="0" cy="0"/>
        </a:xfrm>
      </p:grpSpPr>
      <p:sp>
        <p:nvSpPr>
          <p:cNvPr id="145" name="Google Shape;145;p29"/>
          <p:cNvSpPr txBox="1"/>
          <p:nvPr/>
        </p:nvSpPr>
        <p:spPr>
          <a:xfrm>
            <a:off x="5836100" y="2963000"/>
            <a:ext cx="2587500" cy="1157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dk1"/>
                </a:solidFill>
                <a:latin typeface="Red Hat Display"/>
                <a:ea typeface="Red Hat Display"/>
                <a:cs typeface="Red Hat Display"/>
                <a:sym typeface="Red Hat Display"/>
              </a:rPr>
              <a:t>CREDITS: This presentation template was created by </a:t>
            </a:r>
            <a:r>
              <a:rPr lang="en" sz="1200">
                <a:solidFill>
                  <a:schemeClr val="dk1"/>
                </a:solidFill>
                <a:uFill>
                  <a:noFill/>
                </a:uFill>
                <a:latin typeface="Red Hat Display"/>
                <a:ea typeface="Red Hat Display"/>
                <a:cs typeface="Red Hat Display"/>
                <a:sym typeface="Red Hat Display"/>
                <a:hlinkClick r:id="rId3">
                  <a:extLst>
                    <a:ext uri="{A12FA001-AC4F-418D-AE19-62706E023703}">
                      <ahyp:hlinkClr val="tx"/>
                    </a:ext>
                  </a:extLst>
                </a:hlinkClick>
              </a:rPr>
              <a:t>Slidesgo</a:t>
            </a:r>
            <a:r>
              <a:rPr lang="en" sz="1200">
                <a:solidFill>
                  <a:schemeClr val="dk1"/>
                </a:solidFill>
                <a:latin typeface="Red Hat Display"/>
                <a:ea typeface="Red Hat Display"/>
                <a:cs typeface="Red Hat Display"/>
                <a:sym typeface="Red Hat Display"/>
              </a:rPr>
              <a:t>, including icons by </a:t>
            </a:r>
            <a:r>
              <a:rPr lang="en" sz="1200">
                <a:solidFill>
                  <a:schemeClr val="dk1"/>
                </a:solidFill>
                <a:uFill>
                  <a:noFill/>
                </a:uFill>
                <a:latin typeface="Red Hat Display"/>
                <a:ea typeface="Red Hat Display"/>
                <a:cs typeface="Red Hat Display"/>
                <a:sym typeface="Red Hat Display"/>
                <a:hlinkClick r:id="rId4">
                  <a:extLst>
                    <a:ext uri="{A12FA001-AC4F-418D-AE19-62706E023703}">
                      <ahyp:hlinkClr val="tx"/>
                    </a:ext>
                  </a:extLst>
                </a:hlinkClick>
              </a:rPr>
              <a:t>Flaticon</a:t>
            </a:r>
            <a:r>
              <a:rPr lang="en" sz="1200">
                <a:solidFill>
                  <a:schemeClr val="dk1"/>
                </a:solidFill>
                <a:latin typeface="Red Hat Display"/>
                <a:ea typeface="Red Hat Display"/>
                <a:cs typeface="Red Hat Display"/>
                <a:sym typeface="Red Hat Display"/>
              </a:rPr>
              <a:t>, and infographics &amp; images by </a:t>
            </a:r>
            <a:r>
              <a:rPr lang="en" sz="1200">
                <a:solidFill>
                  <a:schemeClr val="dk1"/>
                </a:solidFill>
                <a:uFill>
                  <a:noFill/>
                </a:uFill>
                <a:latin typeface="Red Hat Display"/>
                <a:ea typeface="Red Hat Display"/>
                <a:cs typeface="Red Hat Display"/>
                <a:sym typeface="Red Hat Display"/>
                <a:hlinkClick r:id="rId5">
                  <a:extLst>
                    <a:ext uri="{A12FA001-AC4F-418D-AE19-62706E023703}">
                      <ahyp:hlinkClr val="tx"/>
                    </a:ext>
                  </a:extLst>
                </a:hlinkClick>
              </a:rPr>
              <a:t>Freepik</a:t>
            </a:r>
            <a:r>
              <a:rPr lang="en" sz="1200">
                <a:solidFill>
                  <a:schemeClr val="dk1"/>
                </a:solidFill>
                <a:latin typeface="Red Hat Display"/>
                <a:ea typeface="Red Hat Display"/>
                <a:cs typeface="Red Hat Display"/>
                <a:sym typeface="Red Hat Display"/>
              </a:rPr>
              <a:t> and illustrations by </a:t>
            </a:r>
            <a:r>
              <a:rPr lang="en" sz="1200">
                <a:solidFill>
                  <a:schemeClr val="dk1"/>
                </a:solidFill>
                <a:uFill>
                  <a:noFill/>
                </a:uFill>
                <a:latin typeface="Red Hat Display"/>
                <a:ea typeface="Red Hat Display"/>
                <a:cs typeface="Red Hat Display"/>
                <a:sym typeface="Red Hat Display"/>
                <a:hlinkClick r:id="rId6">
                  <a:extLst>
                    <a:ext uri="{A12FA001-AC4F-418D-AE19-62706E023703}">
                      <ahyp:hlinkClr val="tx"/>
                    </a:ext>
                  </a:extLst>
                </a:hlinkClick>
              </a:rPr>
              <a:t>Stories</a:t>
            </a:r>
            <a:r>
              <a:rPr lang="en" sz="1200">
                <a:solidFill>
                  <a:schemeClr val="dk1"/>
                </a:solidFill>
                <a:latin typeface="Red Hat Display"/>
                <a:ea typeface="Red Hat Display"/>
                <a:cs typeface="Red Hat Display"/>
                <a:sym typeface="Red Hat Display"/>
              </a:rPr>
              <a:t>. </a:t>
            </a:r>
            <a:endParaRPr sz="1200">
              <a:solidFill>
                <a:schemeClr val="dk1"/>
              </a:solidFill>
              <a:latin typeface="Red Hat Display"/>
              <a:ea typeface="Red Hat Display"/>
              <a:cs typeface="Red Hat Display"/>
              <a:sym typeface="Red Hat Display"/>
            </a:endParaRPr>
          </a:p>
        </p:txBody>
      </p:sp>
      <p:sp>
        <p:nvSpPr>
          <p:cNvPr id="146" name="Google Shape;146;p29"/>
          <p:cNvSpPr txBox="1"/>
          <p:nvPr>
            <p:ph type="title"/>
          </p:nvPr>
        </p:nvSpPr>
        <p:spPr>
          <a:xfrm>
            <a:off x="1543300" y="1931125"/>
            <a:ext cx="3218700" cy="1106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6000">
                <a:solidFill>
                  <a:schemeClr val="lt1"/>
                </a:solidFill>
              </a:defRPr>
            </a:lvl1pPr>
            <a:lvl2pPr lvl="1" rtl="0">
              <a:spcBef>
                <a:spcPts val="0"/>
              </a:spcBef>
              <a:spcAft>
                <a:spcPts val="0"/>
              </a:spcAft>
              <a:buNone/>
              <a:defRPr sz="6000">
                <a:solidFill>
                  <a:schemeClr val="lt1"/>
                </a:solidFill>
              </a:defRPr>
            </a:lvl2pPr>
            <a:lvl3pPr lvl="2" rtl="0">
              <a:spcBef>
                <a:spcPts val="0"/>
              </a:spcBef>
              <a:spcAft>
                <a:spcPts val="0"/>
              </a:spcAft>
              <a:buNone/>
              <a:defRPr sz="6000">
                <a:solidFill>
                  <a:schemeClr val="lt1"/>
                </a:solidFill>
              </a:defRPr>
            </a:lvl3pPr>
            <a:lvl4pPr lvl="3" rtl="0">
              <a:spcBef>
                <a:spcPts val="0"/>
              </a:spcBef>
              <a:spcAft>
                <a:spcPts val="0"/>
              </a:spcAft>
              <a:buNone/>
              <a:defRPr sz="6000">
                <a:solidFill>
                  <a:schemeClr val="lt1"/>
                </a:solidFill>
              </a:defRPr>
            </a:lvl4pPr>
            <a:lvl5pPr lvl="4" rtl="0">
              <a:spcBef>
                <a:spcPts val="0"/>
              </a:spcBef>
              <a:spcAft>
                <a:spcPts val="0"/>
              </a:spcAft>
              <a:buNone/>
              <a:defRPr sz="6000">
                <a:solidFill>
                  <a:schemeClr val="lt1"/>
                </a:solidFill>
              </a:defRPr>
            </a:lvl5pPr>
            <a:lvl6pPr lvl="5" rtl="0">
              <a:spcBef>
                <a:spcPts val="0"/>
              </a:spcBef>
              <a:spcAft>
                <a:spcPts val="0"/>
              </a:spcAft>
              <a:buNone/>
              <a:defRPr sz="6000">
                <a:solidFill>
                  <a:schemeClr val="lt1"/>
                </a:solidFill>
              </a:defRPr>
            </a:lvl6pPr>
            <a:lvl7pPr lvl="6" rtl="0">
              <a:spcBef>
                <a:spcPts val="0"/>
              </a:spcBef>
              <a:spcAft>
                <a:spcPts val="0"/>
              </a:spcAft>
              <a:buNone/>
              <a:defRPr sz="6000">
                <a:solidFill>
                  <a:schemeClr val="lt1"/>
                </a:solidFill>
              </a:defRPr>
            </a:lvl7pPr>
            <a:lvl8pPr lvl="7" rtl="0">
              <a:spcBef>
                <a:spcPts val="0"/>
              </a:spcBef>
              <a:spcAft>
                <a:spcPts val="0"/>
              </a:spcAft>
              <a:buNone/>
              <a:defRPr sz="6000">
                <a:solidFill>
                  <a:schemeClr val="lt1"/>
                </a:solidFill>
              </a:defRPr>
            </a:lvl8pPr>
            <a:lvl9pPr lvl="8" rtl="0">
              <a:spcBef>
                <a:spcPts val="0"/>
              </a:spcBef>
              <a:spcAft>
                <a:spcPts val="0"/>
              </a:spcAft>
              <a:buNone/>
              <a:defRPr sz="6000">
                <a:solidFill>
                  <a:schemeClr val="lt1"/>
                </a:solidFill>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0" name="Shape 15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3.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300" y="628525"/>
            <a:ext cx="77034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Red Hat Display"/>
              <a:buNone/>
              <a:defRPr b="1" sz="2800">
                <a:solidFill>
                  <a:schemeClr val="dk1"/>
                </a:solidFill>
                <a:latin typeface="Red Hat Display"/>
                <a:ea typeface="Red Hat Display"/>
                <a:cs typeface="Red Hat Display"/>
                <a:sym typeface="Red Hat Display"/>
              </a:defRPr>
            </a:lvl1pPr>
            <a:lvl2pPr lvl="1">
              <a:spcBef>
                <a:spcPts val="0"/>
              </a:spcBef>
              <a:spcAft>
                <a:spcPts val="0"/>
              </a:spcAft>
              <a:buClr>
                <a:schemeClr val="dk1"/>
              </a:buClr>
              <a:buSzPts val="2800"/>
              <a:buFont typeface="Red Hat Display"/>
              <a:buNone/>
              <a:defRPr b="1" sz="2800">
                <a:solidFill>
                  <a:schemeClr val="dk1"/>
                </a:solidFill>
                <a:latin typeface="Red Hat Display"/>
                <a:ea typeface="Red Hat Display"/>
                <a:cs typeface="Red Hat Display"/>
                <a:sym typeface="Red Hat Display"/>
              </a:defRPr>
            </a:lvl2pPr>
            <a:lvl3pPr lvl="2">
              <a:spcBef>
                <a:spcPts val="0"/>
              </a:spcBef>
              <a:spcAft>
                <a:spcPts val="0"/>
              </a:spcAft>
              <a:buClr>
                <a:schemeClr val="dk1"/>
              </a:buClr>
              <a:buSzPts val="2800"/>
              <a:buFont typeface="Red Hat Display"/>
              <a:buNone/>
              <a:defRPr b="1" sz="2800">
                <a:solidFill>
                  <a:schemeClr val="dk1"/>
                </a:solidFill>
                <a:latin typeface="Red Hat Display"/>
                <a:ea typeface="Red Hat Display"/>
                <a:cs typeface="Red Hat Display"/>
                <a:sym typeface="Red Hat Display"/>
              </a:defRPr>
            </a:lvl3pPr>
            <a:lvl4pPr lvl="3">
              <a:spcBef>
                <a:spcPts val="0"/>
              </a:spcBef>
              <a:spcAft>
                <a:spcPts val="0"/>
              </a:spcAft>
              <a:buClr>
                <a:schemeClr val="dk1"/>
              </a:buClr>
              <a:buSzPts val="2800"/>
              <a:buFont typeface="Red Hat Display"/>
              <a:buNone/>
              <a:defRPr b="1" sz="2800">
                <a:solidFill>
                  <a:schemeClr val="dk1"/>
                </a:solidFill>
                <a:latin typeface="Red Hat Display"/>
                <a:ea typeface="Red Hat Display"/>
                <a:cs typeface="Red Hat Display"/>
                <a:sym typeface="Red Hat Display"/>
              </a:defRPr>
            </a:lvl4pPr>
            <a:lvl5pPr lvl="4">
              <a:spcBef>
                <a:spcPts val="0"/>
              </a:spcBef>
              <a:spcAft>
                <a:spcPts val="0"/>
              </a:spcAft>
              <a:buClr>
                <a:schemeClr val="dk1"/>
              </a:buClr>
              <a:buSzPts val="2800"/>
              <a:buFont typeface="Red Hat Display"/>
              <a:buNone/>
              <a:defRPr b="1" sz="2800">
                <a:solidFill>
                  <a:schemeClr val="dk1"/>
                </a:solidFill>
                <a:latin typeface="Red Hat Display"/>
                <a:ea typeface="Red Hat Display"/>
                <a:cs typeface="Red Hat Display"/>
                <a:sym typeface="Red Hat Display"/>
              </a:defRPr>
            </a:lvl5pPr>
            <a:lvl6pPr lvl="5">
              <a:spcBef>
                <a:spcPts val="0"/>
              </a:spcBef>
              <a:spcAft>
                <a:spcPts val="0"/>
              </a:spcAft>
              <a:buClr>
                <a:schemeClr val="dk1"/>
              </a:buClr>
              <a:buSzPts val="2800"/>
              <a:buFont typeface="Red Hat Display"/>
              <a:buNone/>
              <a:defRPr b="1" sz="2800">
                <a:solidFill>
                  <a:schemeClr val="dk1"/>
                </a:solidFill>
                <a:latin typeface="Red Hat Display"/>
                <a:ea typeface="Red Hat Display"/>
                <a:cs typeface="Red Hat Display"/>
                <a:sym typeface="Red Hat Display"/>
              </a:defRPr>
            </a:lvl6pPr>
            <a:lvl7pPr lvl="6">
              <a:spcBef>
                <a:spcPts val="0"/>
              </a:spcBef>
              <a:spcAft>
                <a:spcPts val="0"/>
              </a:spcAft>
              <a:buClr>
                <a:schemeClr val="dk1"/>
              </a:buClr>
              <a:buSzPts val="2800"/>
              <a:buFont typeface="Red Hat Display"/>
              <a:buNone/>
              <a:defRPr b="1" sz="2800">
                <a:solidFill>
                  <a:schemeClr val="dk1"/>
                </a:solidFill>
                <a:latin typeface="Red Hat Display"/>
                <a:ea typeface="Red Hat Display"/>
                <a:cs typeface="Red Hat Display"/>
                <a:sym typeface="Red Hat Display"/>
              </a:defRPr>
            </a:lvl7pPr>
            <a:lvl8pPr lvl="7">
              <a:spcBef>
                <a:spcPts val="0"/>
              </a:spcBef>
              <a:spcAft>
                <a:spcPts val="0"/>
              </a:spcAft>
              <a:buClr>
                <a:schemeClr val="dk1"/>
              </a:buClr>
              <a:buSzPts val="2800"/>
              <a:buFont typeface="Red Hat Display"/>
              <a:buNone/>
              <a:defRPr b="1" sz="2800">
                <a:solidFill>
                  <a:schemeClr val="dk1"/>
                </a:solidFill>
                <a:latin typeface="Red Hat Display"/>
                <a:ea typeface="Red Hat Display"/>
                <a:cs typeface="Red Hat Display"/>
                <a:sym typeface="Red Hat Display"/>
              </a:defRPr>
            </a:lvl8pPr>
            <a:lvl9pPr lvl="8">
              <a:spcBef>
                <a:spcPts val="0"/>
              </a:spcBef>
              <a:spcAft>
                <a:spcPts val="0"/>
              </a:spcAft>
              <a:buClr>
                <a:schemeClr val="dk1"/>
              </a:buClr>
              <a:buSzPts val="2800"/>
              <a:buFont typeface="Red Hat Display"/>
              <a:buNone/>
              <a:defRPr b="1" sz="2800">
                <a:solidFill>
                  <a:schemeClr val="dk1"/>
                </a:solidFill>
                <a:latin typeface="Red Hat Display"/>
                <a:ea typeface="Red Hat Display"/>
                <a:cs typeface="Red Hat Display"/>
                <a:sym typeface="Red Hat Display"/>
              </a:defRPr>
            </a:lvl9pPr>
          </a:lstStyle>
          <a:p/>
        </p:txBody>
      </p:sp>
      <p:sp>
        <p:nvSpPr>
          <p:cNvPr id="7" name="Google Shape;7;p1"/>
          <p:cNvSpPr txBox="1"/>
          <p:nvPr>
            <p:ph idx="1" type="body"/>
          </p:nvPr>
        </p:nvSpPr>
        <p:spPr>
          <a:xfrm>
            <a:off x="720300" y="1152475"/>
            <a:ext cx="77034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Red Hat Display"/>
              <a:buChar char="●"/>
              <a:defRPr>
                <a:solidFill>
                  <a:schemeClr val="dk1"/>
                </a:solidFill>
                <a:latin typeface="Red Hat Display"/>
                <a:ea typeface="Red Hat Display"/>
                <a:cs typeface="Red Hat Display"/>
                <a:sym typeface="Red Hat Display"/>
              </a:defRPr>
            </a:lvl1pPr>
            <a:lvl2pPr indent="-317500" lvl="1" marL="914400">
              <a:lnSpc>
                <a:spcPct val="100000"/>
              </a:lnSpc>
              <a:spcBef>
                <a:spcPts val="0"/>
              </a:spcBef>
              <a:spcAft>
                <a:spcPts val="0"/>
              </a:spcAft>
              <a:buClr>
                <a:schemeClr val="dk1"/>
              </a:buClr>
              <a:buSzPts val="1400"/>
              <a:buFont typeface="Red Hat Display"/>
              <a:buChar char="○"/>
              <a:defRPr>
                <a:solidFill>
                  <a:schemeClr val="dk1"/>
                </a:solidFill>
                <a:latin typeface="Red Hat Display"/>
                <a:ea typeface="Red Hat Display"/>
                <a:cs typeface="Red Hat Display"/>
                <a:sym typeface="Red Hat Display"/>
              </a:defRPr>
            </a:lvl2pPr>
            <a:lvl3pPr indent="-317500" lvl="2" marL="1371600">
              <a:lnSpc>
                <a:spcPct val="100000"/>
              </a:lnSpc>
              <a:spcBef>
                <a:spcPts val="0"/>
              </a:spcBef>
              <a:spcAft>
                <a:spcPts val="0"/>
              </a:spcAft>
              <a:buClr>
                <a:schemeClr val="dk1"/>
              </a:buClr>
              <a:buSzPts val="1400"/>
              <a:buFont typeface="Red Hat Display"/>
              <a:buChar char="■"/>
              <a:defRPr>
                <a:solidFill>
                  <a:schemeClr val="dk1"/>
                </a:solidFill>
                <a:latin typeface="Red Hat Display"/>
                <a:ea typeface="Red Hat Display"/>
                <a:cs typeface="Red Hat Display"/>
                <a:sym typeface="Red Hat Display"/>
              </a:defRPr>
            </a:lvl3pPr>
            <a:lvl4pPr indent="-317500" lvl="3" marL="1828800">
              <a:lnSpc>
                <a:spcPct val="100000"/>
              </a:lnSpc>
              <a:spcBef>
                <a:spcPts val="0"/>
              </a:spcBef>
              <a:spcAft>
                <a:spcPts val="0"/>
              </a:spcAft>
              <a:buClr>
                <a:schemeClr val="dk1"/>
              </a:buClr>
              <a:buSzPts val="1400"/>
              <a:buFont typeface="Red Hat Display"/>
              <a:buChar char="●"/>
              <a:defRPr>
                <a:solidFill>
                  <a:schemeClr val="dk1"/>
                </a:solidFill>
                <a:latin typeface="Red Hat Display"/>
                <a:ea typeface="Red Hat Display"/>
                <a:cs typeface="Red Hat Display"/>
                <a:sym typeface="Red Hat Display"/>
              </a:defRPr>
            </a:lvl4pPr>
            <a:lvl5pPr indent="-317500" lvl="4" marL="2286000">
              <a:lnSpc>
                <a:spcPct val="100000"/>
              </a:lnSpc>
              <a:spcBef>
                <a:spcPts val="0"/>
              </a:spcBef>
              <a:spcAft>
                <a:spcPts val="0"/>
              </a:spcAft>
              <a:buClr>
                <a:schemeClr val="dk1"/>
              </a:buClr>
              <a:buSzPts val="1400"/>
              <a:buFont typeface="Red Hat Display"/>
              <a:buChar char="○"/>
              <a:defRPr>
                <a:solidFill>
                  <a:schemeClr val="dk1"/>
                </a:solidFill>
                <a:latin typeface="Red Hat Display"/>
                <a:ea typeface="Red Hat Display"/>
                <a:cs typeface="Red Hat Display"/>
                <a:sym typeface="Red Hat Display"/>
              </a:defRPr>
            </a:lvl5pPr>
            <a:lvl6pPr indent="-317500" lvl="5" marL="2743200">
              <a:lnSpc>
                <a:spcPct val="100000"/>
              </a:lnSpc>
              <a:spcBef>
                <a:spcPts val="0"/>
              </a:spcBef>
              <a:spcAft>
                <a:spcPts val="0"/>
              </a:spcAft>
              <a:buClr>
                <a:schemeClr val="dk1"/>
              </a:buClr>
              <a:buSzPts val="1400"/>
              <a:buFont typeface="Red Hat Display"/>
              <a:buChar char="■"/>
              <a:defRPr>
                <a:solidFill>
                  <a:schemeClr val="dk1"/>
                </a:solidFill>
                <a:latin typeface="Red Hat Display"/>
                <a:ea typeface="Red Hat Display"/>
                <a:cs typeface="Red Hat Display"/>
                <a:sym typeface="Red Hat Display"/>
              </a:defRPr>
            </a:lvl6pPr>
            <a:lvl7pPr indent="-317500" lvl="6" marL="3200400">
              <a:lnSpc>
                <a:spcPct val="100000"/>
              </a:lnSpc>
              <a:spcBef>
                <a:spcPts val="0"/>
              </a:spcBef>
              <a:spcAft>
                <a:spcPts val="0"/>
              </a:spcAft>
              <a:buClr>
                <a:schemeClr val="dk1"/>
              </a:buClr>
              <a:buSzPts val="1400"/>
              <a:buFont typeface="Red Hat Display"/>
              <a:buChar char="●"/>
              <a:defRPr>
                <a:solidFill>
                  <a:schemeClr val="dk1"/>
                </a:solidFill>
                <a:latin typeface="Red Hat Display"/>
                <a:ea typeface="Red Hat Display"/>
                <a:cs typeface="Red Hat Display"/>
                <a:sym typeface="Red Hat Display"/>
              </a:defRPr>
            </a:lvl7pPr>
            <a:lvl8pPr indent="-317500" lvl="7" marL="3657600">
              <a:lnSpc>
                <a:spcPct val="100000"/>
              </a:lnSpc>
              <a:spcBef>
                <a:spcPts val="0"/>
              </a:spcBef>
              <a:spcAft>
                <a:spcPts val="0"/>
              </a:spcAft>
              <a:buClr>
                <a:schemeClr val="dk1"/>
              </a:buClr>
              <a:buSzPts val="1400"/>
              <a:buFont typeface="Red Hat Display"/>
              <a:buChar char="○"/>
              <a:defRPr>
                <a:solidFill>
                  <a:schemeClr val="dk1"/>
                </a:solidFill>
                <a:latin typeface="Red Hat Display"/>
                <a:ea typeface="Red Hat Display"/>
                <a:cs typeface="Red Hat Display"/>
                <a:sym typeface="Red Hat Display"/>
              </a:defRPr>
            </a:lvl8pPr>
            <a:lvl9pPr indent="-317500" lvl="8" marL="4114800">
              <a:lnSpc>
                <a:spcPct val="100000"/>
              </a:lnSpc>
              <a:spcBef>
                <a:spcPts val="0"/>
              </a:spcBef>
              <a:spcAft>
                <a:spcPts val="0"/>
              </a:spcAft>
              <a:buClr>
                <a:schemeClr val="dk1"/>
              </a:buClr>
              <a:buSzPts val="1400"/>
              <a:buFont typeface="Red Hat Display"/>
              <a:buChar char="■"/>
              <a:defRPr>
                <a:solidFill>
                  <a:schemeClr val="dk1"/>
                </a:solidFill>
                <a:latin typeface="Red Hat Display"/>
                <a:ea typeface="Red Hat Display"/>
                <a:cs typeface="Red Hat Display"/>
                <a:sym typeface="Red Hat Display"/>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7" name="Shape 147"/>
        <p:cNvGrpSpPr/>
        <p:nvPr/>
      </p:nvGrpSpPr>
      <p:grpSpPr>
        <a:xfrm>
          <a:off x="0" y="0"/>
          <a:ext cx="0" cy="0"/>
          <a:chOff x="0" y="0"/>
          <a:chExt cx="0" cy="0"/>
        </a:xfrm>
      </p:grpSpPr>
      <p:sp>
        <p:nvSpPr>
          <p:cNvPr id="148" name="Google Shape;148;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9" name="Google Shape;149;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slide" Target="/ppt/slides/slide34.xml"/><Relationship Id="rId7" Type="http://schemas.openxmlformats.org/officeDocument/2006/relationships/slide" Target="/ppt/slides/slide33.xml"/><Relationship Id="rId8" Type="http://schemas.openxmlformats.org/officeDocument/2006/relationships/slide" Target="/ppt/slides/slide33.xml"/><Relationship Id="rId11" Type="http://schemas.openxmlformats.org/officeDocument/2006/relationships/slide" Target="/ppt/slides/slide36.xml"/><Relationship Id="rId10" Type="http://schemas.openxmlformats.org/officeDocument/2006/relationships/slide" Target="/ppt/slides/slide35.xml"/><Relationship Id="rId13" Type="http://schemas.openxmlformats.org/officeDocument/2006/relationships/slide" Target="/ppt/slides/slide37.xml"/><Relationship Id="rId12" Type="http://schemas.openxmlformats.org/officeDocument/2006/relationships/slide" Target="/ppt/slides/slide37.xml"/><Relationship Id="rId1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4" Type="http://schemas.openxmlformats.org/officeDocument/2006/relationships/slide" Target="/ppt/slides/slide38.xml"/><Relationship Id="rId17" Type="http://schemas.openxmlformats.org/officeDocument/2006/relationships/slide" Target="/ppt/slides/slide39.xml"/><Relationship Id="rId16" Type="http://schemas.openxmlformats.org/officeDocument/2006/relationships/slide" Target="/ppt/slides/slide39.xml"/><Relationship Id="rId18" Type="http://schemas.openxmlformats.org/officeDocument/2006/relationships/slide" Target="/ppt/slides/slide4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13.png"/><Relationship Id="rId4" Type="http://schemas.openxmlformats.org/officeDocument/2006/relationships/image" Target="../media/image18.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 Id="rId3" Type="http://schemas.openxmlformats.org/officeDocument/2006/relationships/image" Target="../media/image18.png"/><Relationship Id="rId4" Type="http://schemas.openxmlformats.org/officeDocument/2006/relationships/image" Target="../media/image13.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 Id="rId3" Type="http://schemas.openxmlformats.org/officeDocument/2006/relationships/image" Target="../media/image25.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30.jpg"/><Relationship Id="rId4" Type="http://schemas.openxmlformats.org/officeDocument/2006/relationships/image" Target="../media/image2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3.xml"/><Relationship Id="rId3" Type="http://schemas.openxmlformats.org/officeDocument/2006/relationships/hyperlink" Target="https://docs.google.com/spreadsheets/d/1iMzv75Q-W8G6M1JsXOwP2ludME6RvcyDuJwYYVj7T4s/copy" TargetMode="External"/><Relationship Id="rId4" Type="http://schemas.openxmlformats.org/officeDocument/2006/relationships/image" Target="../media/image15.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 Id="rId3" Type="http://schemas.openxmlformats.org/officeDocument/2006/relationships/hyperlink" Target="https://docs.google.com/spreadsheets/d/1iMzv75Q-W8G6M1JsXOwP2ludME6RvcyDuJwYYVj7T4s/copy" TargetMode="External"/><Relationship Id="rId4" Type="http://schemas.openxmlformats.org/officeDocument/2006/relationships/image" Target="../media/image20.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 Id="rId3" Type="http://schemas.openxmlformats.org/officeDocument/2006/relationships/image" Target="../media/image3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 Id="rId3" Type="http://schemas.openxmlformats.org/officeDocument/2006/relationships/image" Target="../media/image18.png"/><Relationship Id="rId4" Type="http://schemas.openxmlformats.org/officeDocument/2006/relationships/image" Target="../media/image1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 Id="rId3" Type="http://schemas.openxmlformats.org/officeDocument/2006/relationships/image" Target="../media/image28.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 Id="rId3" Type="http://schemas.openxmlformats.org/officeDocument/2006/relationships/image" Target="../media/image34.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image" Target="../media/image32.png"/><Relationship Id="rId4" Type="http://schemas.openxmlformats.org/officeDocument/2006/relationships/image" Target="../media/image36.jpg"/><Relationship Id="rId5" Type="http://schemas.openxmlformats.org/officeDocument/2006/relationships/image" Target="../media/image35.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 Id="rId3" Type="http://schemas.openxmlformats.org/officeDocument/2006/relationships/image" Target="../media/image28.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 Id="rId3" Type="http://schemas.openxmlformats.org/officeDocument/2006/relationships/image" Target="../media/image32.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xml"/><Relationship Id="rId3" Type="http://schemas.openxmlformats.org/officeDocument/2006/relationships/image" Target="../media/image46.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8.xml"/><Relationship Id="rId3" Type="http://schemas.openxmlformats.org/officeDocument/2006/relationships/image" Target="../media/image28.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 Id="rId3" Type="http://schemas.openxmlformats.org/officeDocument/2006/relationships/image" Target="../media/image46.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 Id="rId3" Type="http://schemas.openxmlformats.org/officeDocument/2006/relationships/image" Target="../media/image43.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 Id="rId3" Type="http://schemas.openxmlformats.org/officeDocument/2006/relationships/image" Target="../media/image45.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 Id="rId3" Type="http://schemas.openxmlformats.org/officeDocument/2006/relationships/image" Target="../media/image44.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4.xml"/><Relationship Id="rId3" Type="http://schemas.openxmlformats.org/officeDocument/2006/relationships/hyperlink" Target="https://www.freepik.com/free-vector/watercolor-stain-collection_4181514.htm/?utm_source=slidesgo_template&amp;utm_medium=referral-link&amp;utm_campaign=sg_resources&amp;utm_content=freepik" TargetMode="External"/><Relationship Id="rId4" Type="http://schemas.openxmlformats.org/officeDocument/2006/relationships/hyperlink" Target="https://www.freepik.com/free-vector/blue-watercolor-stains-collection_6762202.htm/?utm_source=slidesgo_template&amp;utm_medium=referral-link&amp;utm_campaign=sg_resources&amp;utm_content=freepik" TargetMode="External"/><Relationship Id="rId9" Type="http://schemas.openxmlformats.org/officeDocument/2006/relationships/hyperlink" Target="https://www.freepik.com/free-photo/artist-working-painting-apron_6262722.htm/?utm_source=slidesgo_template&amp;utm_medium=referral-link&amp;utm_campaign=sg_resources&amp;utm_content=freepik" TargetMode="External"/><Relationship Id="rId5" Type="http://schemas.openxmlformats.org/officeDocument/2006/relationships/hyperlink" Target="https://www.freepik.com/free-vector/watercolour-copy-space-background-gradient-blue_7248042.htm/?utm_source=slidesgo_template&amp;utm_medium=referral-link&amp;utm_campaign=sg_resources&amp;utm_content=freepik" TargetMode="External"/><Relationship Id="rId6" Type="http://schemas.openxmlformats.org/officeDocument/2006/relationships/hyperlink" Target="https://www.freepik.com/free-photo/woman-desk-with-supplies_6262664.htm/?utm_source=slidesgo_template&amp;utm_medium=referral-link&amp;utm_campaign=sg_resources&amp;utm_content=freepik" TargetMode="External"/><Relationship Id="rId7" Type="http://schemas.openxmlformats.org/officeDocument/2006/relationships/hyperlink" Target="https://www.freepik.com/free-photo/side-view-artist-working-desk_6262671.htm/?utm_source=slidesgo_template&amp;utm_medium=referral-link&amp;utm_campaign=sg_resources&amp;utm_content=freepik" TargetMode="External"/><Relationship Id="rId8" Type="http://schemas.openxmlformats.org/officeDocument/2006/relationships/hyperlink" Target="https://www.freepik.com/free-photo/young-artist-hand-painting-nature_5433170.htm/?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hyperlink" Target="https://www.freepik.com/free-vector/realistic-watercolor-trace-collection_4638446.htm/?utm_source=slidesgo_template&amp;utm_medium=referral-link&amp;utm_campaign=sg_resources&amp;utm_content=freepik" TargetMode="External"/><Relationship Id="rId4" Type="http://schemas.openxmlformats.org/officeDocument/2006/relationships/hyperlink" Target="https://www.freepik.com/free-photo/medium-shot-creative-woman-painting_6366706.htm/?utm_source=slidesgo_template&amp;utm_medium=referral-link&amp;utm_campaign=sg_resources&amp;utm_content=freepik" TargetMode="External"/><Relationship Id="rId5" Type="http://schemas.openxmlformats.org/officeDocument/2006/relationships/hyperlink" Target="https://www.freepik.com/free-photo/female-artist-painting-apron_6262665.htm/?utm_source=slidesgo_template&amp;utm_medium=referral-link&amp;utm_campaign=sg_resources&amp;utm_content=freepik" TargetMode="External"/><Relationship Id="rId6" Type="http://schemas.openxmlformats.org/officeDocument/2006/relationships/hyperlink" Target="https://www.freepik.com/free-photo/woman-painting-outdoors_3573058.htm/?utm_source=slidesgo_template&amp;utm_medium=referral-link&amp;utm_campaign=sg_resources&amp;utm_content=freepik" TargetMode="External"/><Relationship Id="rId7" Type="http://schemas.openxmlformats.org/officeDocument/2006/relationships/hyperlink" Target="https://www.freepik.com/free-photo/portrait-young-woman-holding-pencil_6276252.htm/?utm_source=slidesgo_template&amp;utm_medium=referral-link&amp;utm_campaign=sg_resources&amp;utm_content=freepik"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 Id="rId3" Type="http://schemas.openxmlformats.org/officeDocument/2006/relationships/hyperlink" Target="https://fonts.google.com/specimen/Red+Hat+Display"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 Id="rId3" Type="http://schemas.openxmlformats.org/officeDocument/2006/relationships/image" Target="../media/image38.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39.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41.gif"/><Relationship Id="rId10" Type="http://schemas.openxmlformats.org/officeDocument/2006/relationships/image" Target="../media/image40.gif"/></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 Id="rId3" Type="http://schemas.openxmlformats.org/officeDocument/2006/relationships/hyperlink" Target="https://bit.ly/2ZjL1pd"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 Id="rId3" Type="http://schemas.openxmlformats.org/officeDocument/2006/relationships/hyperlink" Target="https://chrome.google.com/webstore/detail/flaticon-for-gsuit-gslide/haekgjfnhhdkgfgmldhfokhmfkgmciba"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2.xml"/><Relationship Id="rId3" Type="http://schemas.openxmlformats.org/officeDocument/2006/relationships/hyperlink" Target="http://bit.ly/2PfT4lq" TargetMode="External"/><Relationship Id="rId4" Type="http://schemas.openxmlformats.org/officeDocument/2006/relationships/image" Target="../media/image4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 name="Shape 154"/>
        <p:cNvGrpSpPr/>
        <p:nvPr/>
      </p:nvGrpSpPr>
      <p:grpSpPr>
        <a:xfrm>
          <a:off x="0" y="0"/>
          <a:ext cx="0" cy="0"/>
          <a:chOff x="0" y="0"/>
          <a:chExt cx="0" cy="0"/>
        </a:xfrm>
      </p:grpSpPr>
      <p:sp>
        <p:nvSpPr>
          <p:cNvPr id="155" name="Google Shape;155;p32"/>
          <p:cNvSpPr txBox="1"/>
          <p:nvPr>
            <p:ph idx="1" type="subTitle"/>
          </p:nvPr>
        </p:nvSpPr>
        <p:spPr>
          <a:xfrm>
            <a:off x="2249400" y="3417925"/>
            <a:ext cx="4645200" cy="4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156" name="Google Shape;156;p32"/>
          <p:cNvSpPr txBox="1"/>
          <p:nvPr>
            <p:ph type="ctrTitle"/>
          </p:nvPr>
        </p:nvSpPr>
        <p:spPr>
          <a:xfrm>
            <a:off x="1728150" y="828800"/>
            <a:ext cx="5687700" cy="216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Brush</a:t>
            </a:r>
            <a:r>
              <a:rPr lang="en"/>
              <a:t> Background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 name="Shape 160"/>
        <p:cNvGrpSpPr/>
        <p:nvPr/>
      </p:nvGrpSpPr>
      <p:grpSpPr>
        <a:xfrm>
          <a:off x="0" y="0"/>
          <a:ext cx="0" cy="0"/>
          <a:chOff x="0" y="0"/>
          <a:chExt cx="0" cy="0"/>
        </a:xfrm>
      </p:grpSpPr>
      <p:sp>
        <p:nvSpPr>
          <p:cNvPr id="161" name="Google Shape;161;p33"/>
          <p:cNvSpPr txBox="1"/>
          <p:nvPr>
            <p:ph type="title"/>
          </p:nvPr>
        </p:nvSpPr>
        <p:spPr>
          <a:xfrm>
            <a:off x="720300" y="628525"/>
            <a:ext cx="7703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a:t>
            </a:r>
            <a:r>
              <a:rPr lang="en"/>
              <a:t>e</a:t>
            </a:r>
            <a:endParaRPr/>
          </a:p>
        </p:txBody>
      </p:sp>
      <p:sp>
        <p:nvSpPr>
          <p:cNvPr id="162" name="Google Shape;162;p33"/>
          <p:cNvSpPr txBox="1"/>
          <p:nvPr/>
        </p:nvSpPr>
        <p:spPr>
          <a:xfrm>
            <a:off x="713100" y="1147950"/>
            <a:ext cx="7805400" cy="352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chemeClr val="dk1"/>
                </a:solidFill>
                <a:latin typeface="Red Hat Display"/>
                <a:ea typeface="Red Hat Display"/>
                <a:cs typeface="Red Hat Display"/>
                <a:sym typeface="Red Hat Display"/>
              </a:rPr>
              <a:t>Here’s what you’ll find in this </a:t>
            </a:r>
            <a:r>
              <a:rPr b="1" lang="en" sz="1200">
                <a:solidFill>
                  <a:schemeClr val="dk1"/>
                </a:solidFill>
                <a:uFill>
                  <a:noFill/>
                </a:uFill>
                <a:latin typeface="Red Hat Display"/>
                <a:ea typeface="Red Hat Display"/>
                <a:cs typeface="Red Hat Display"/>
                <a:sym typeface="Red Hat Display"/>
                <a:hlinkClick r:id="rId3">
                  <a:extLst>
                    <a:ext uri="{A12FA001-AC4F-418D-AE19-62706E023703}">
                      <ahyp:hlinkClr val="tx"/>
                    </a:ext>
                  </a:extLst>
                </a:hlinkClick>
              </a:rPr>
              <a:t>Slidesgo</a:t>
            </a:r>
            <a:r>
              <a:rPr b="1" lang="en" sz="1200">
                <a:solidFill>
                  <a:schemeClr val="dk1"/>
                </a:solidFill>
                <a:latin typeface="Red Hat Display"/>
                <a:ea typeface="Red Hat Display"/>
                <a:cs typeface="Red Hat Display"/>
                <a:sym typeface="Red Hat Display"/>
              </a:rPr>
              <a:t> </a:t>
            </a:r>
            <a:r>
              <a:rPr lang="en" sz="1200">
                <a:solidFill>
                  <a:schemeClr val="dk1"/>
                </a:solidFill>
                <a:latin typeface="Red Hat Display"/>
                <a:ea typeface="Red Hat Display"/>
                <a:cs typeface="Red Hat Display"/>
                <a:sym typeface="Red Hat Display"/>
              </a:rPr>
              <a:t>template: </a:t>
            </a:r>
            <a:endParaRPr sz="1200">
              <a:solidFill>
                <a:schemeClr val="dk1"/>
              </a:solidFill>
              <a:latin typeface="Red Hat Display"/>
              <a:ea typeface="Red Hat Display"/>
              <a:cs typeface="Red Hat Display"/>
              <a:sym typeface="Red Hat Display"/>
            </a:endParaRPr>
          </a:p>
          <a:p>
            <a:pPr indent="-304800" lvl="0" marL="457200" rtl="0" algn="l">
              <a:spcBef>
                <a:spcPts val="1600"/>
              </a:spcBef>
              <a:spcAft>
                <a:spcPts val="0"/>
              </a:spcAft>
              <a:buClr>
                <a:schemeClr val="dk1"/>
              </a:buClr>
              <a:buSzPts val="1200"/>
              <a:buFont typeface="Red Hat Display"/>
              <a:buAutoNum type="arabicPeriod"/>
            </a:pPr>
            <a:r>
              <a:rPr lang="en" sz="1200">
                <a:solidFill>
                  <a:schemeClr val="dk1"/>
                </a:solidFill>
                <a:latin typeface="Red Hat Display"/>
                <a:ea typeface="Red Hat Display"/>
                <a:cs typeface="Red Hat Display"/>
                <a:sym typeface="Red Hat Display"/>
              </a:rPr>
              <a:t>A slide structure based on a multi-purpose presentation, which you can easily adapt to your needs. For more info on how to edit the template, please visit </a:t>
            </a:r>
            <a:r>
              <a:rPr b="1" lang="en" sz="1200">
                <a:solidFill>
                  <a:schemeClr val="dk1"/>
                </a:solidFill>
                <a:uFill>
                  <a:noFill/>
                </a:uFill>
                <a:latin typeface="Red Hat Display"/>
                <a:ea typeface="Red Hat Display"/>
                <a:cs typeface="Red Hat Display"/>
                <a:sym typeface="Red Hat Display"/>
                <a:hlinkClick r:id="rId4">
                  <a:extLst>
                    <a:ext uri="{A12FA001-AC4F-418D-AE19-62706E023703}">
                      <ahyp:hlinkClr val="tx"/>
                    </a:ext>
                  </a:extLst>
                </a:hlinkClick>
              </a:rPr>
              <a:t>Slidesgo School</a:t>
            </a:r>
            <a:r>
              <a:rPr lang="en" sz="1200">
                <a:solidFill>
                  <a:schemeClr val="dk1"/>
                </a:solidFill>
                <a:latin typeface="Red Hat Display"/>
                <a:ea typeface="Red Hat Display"/>
                <a:cs typeface="Red Hat Display"/>
                <a:sym typeface="Red Hat Display"/>
              </a:rPr>
              <a:t> or read our </a:t>
            </a:r>
            <a:r>
              <a:rPr b="1" lang="en" sz="1200">
                <a:solidFill>
                  <a:schemeClr val="dk1"/>
                </a:solidFill>
                <a:uFill>
                  <a:noFill/>
                </a:uFill>
                <a:latin typeface="Red Hat Display"/>
                <a:ea typeface="Red Hat Display"/>
                <a:cs typeface="Red Hat Display"/>
                <a:sym typeface="Red Hat Display"/>
                <a:hlinkClick r:id="rId5">
                  <a:extLst>
                    <a:ext uri="{A12FA001-AC4F-418D-AE19-62706E023703}">
                      <ahyp:hlinkClr val="tx"/>
                    </a:ext>
                  </a:extLst>
                </a:hlinkClick>
              </a:rPr>
              <a:t>FAQs</a:t>
            </a:r>
            <a:r>
              <a:rPr lang="en" sz="1200">
                <a:solidFill>
                  <a:schemeClr val="dk1"/>
                </a:solidFill>
                <a:latin typeface="Red Hat Display"/>
                <a:ea typeface="Red Hat Display"/>
                <a:cs typeface="Red Hat Display"/>
                <a:sym typeface="Red Hat Display"/>
              </a:rPr>
              <a:t>.</a:t>
            </a:r>
            <a:endParaRPr sz="1200">
              <a:solidFill>
                <a:schemeClr val="dk1"/>
              </a:solidFill>
              <a:latin typeface="Red Hat Display"/>
              <a:ea typeface="Red Hat Display"/>
              <a:cs typeface="Red Hat Display"/>
              <a:sym typeface="Red Hat Display"/>
            </a:endParaRPr>
          </a:p>
          <a:p>
            <a:pPr indent="-304800" lvl="0" marL="457200" rtl="0" algn="l">
              <a:spcBef>
                <a:spcPts val="0"/>
              </a:spcBef>
              <a:spcAft>
                <a:spcPts val="0"/>
              </a:spcAft>
              <a:buClr>
                <a:schemeClr val="dk1"/>
              </a:buClr>
              <a:buSzPts val="1200"/>
              <a:buFont typeface="Red Hat Display"/>
              <a:buAutoNum type="arabicPeriod"/>
            </a:pPr>
            <a:r>
              <a:rPr lang="en" sz="1200">
                <a:solidFill>
                  <a:schemeClr val="dk1"/>
                </a:solidFill>
                <a:latin typeface="Red Hat Display"/>
                <a:ea typeface="Red Hat Display"/>
                <a:cs typeface="Red Hat Display"/>
                <a:sym typeface="Red Hat Display"/>
              </a:rPr>
              <a:t>An assortment of pictures and illustrations that are suitable for use in the presentation can be found in the </a:t>
            </a:r>
            <a:r>
              <a:rPr b="1" lang="en" sz="1200">
                <a:solidFill>
                  <a:schemeClr val="dk1"/>
                </a:solidFill>
                <a:latin typeface="Red Hat Display"/>
                <a:ea typeface="Red Hat Display"/>
                <a:cs typeface="Red Hat Display"/>
                <a:sym typeface="Red Hat Display"/>
              </a:rPr>
              <a:t>a</a:t>
            </a:r>
            <a:r>
              <a:rPr b="1" lang="en" sz="1200">
                <a:solidFill>
                  <a:schemeClr val="dk1"/>
                </a:solidFill>
                <a:uFill>
                  <a:noFill/>
                </a:uFill>
                <a:latin typeface="Red Hat Display"/>
                <a:ea typeface="Red Hat Display"/>
                <a:cs typeface="Red Hat Display"/>
                <a:sym typeface="Red Hat Display"/>
                <a:hlinkClick action="ppaction://hlinksldjump" r:id="rId6">
                  <a:extLst>
                    <a:ext uri="{A12FA001-AC4F-418D-AE19-62706E023703}">
                      <ahyp:hlinkClr val="tx"/>
                    </a:ext>
                  </a:extLst>
                </a:hlinkClick>
              </a:rPr>
              <a:t>lternative resources</a:t>
            </a:r>
            <a:r>
              <a:rPr lang="en" sz="1200">
                <a:solidFill>
                  <a:schemeClr val="dk1"/>
                </a:solidFill>
                <a:latin typeface="Red Hat Display"/>
                <a:ea typeface="Red Hat Display"/>
                <a:cs typeface="Red Hat Display"/>
                <a:sym typeface="Red Hat Display"/>
              </a:rPr>
              <a:t> slide.</a:t>
            </a:r>
            <a:endParaRPr sz="1200">
              <a:solidFill>
                <a:schemeClr val="dk1"/>
              </a:solidFill>
              <a:latin typeface="Red Hat Display"/>
              <a:ea typeface="Red Hat Display"/>
              <a:cs typeface="Red Hat Display"/>
              <a:sym typeface="Red Hat Display"/>
            </a:endParaRPr>
          </a:p>
          <a:p>
            <a:pPr indent="-304800" lvl="0" marL="457200" rtl="0" algn="l">
              <a:spcBef>
                <a:spcPts val="0"/>
              </a:spcBef>
              <a:spcAft>
                <a:spcPts val="0"/>
              </a:spcAft>
              <a:buClr>
                <a:schemeClr val="dk1"/>
              </a:buClr>
              <a:buSzPts val="1200"/>
              <a:buFont typeface="Red Hat Display"/>
              <a:buAutoNum type="arabicPeriod"/>
            </a:pPr>
            <a:r>
              <a:rPr lang="en" sz="1200">
                <a:solidFill>
                  <a:schemeClr val="dk1"/>
                </a:solidFill>
                <a:latin typeface="Red Hat Display"/>
                <a:ea typeface="Red Hat Display"/>
                <a:cs typeface="Red Hat Display"/>
                <a:sym typeface="Red Hat Display"/>
              </a:rPr>
              <a:t>A </a:t>
            </a:r>
            <a:r>
              <a:rPr b="1" lang="en" sz="1200">
                <a:solidFill>
                  <a:schemeClr val="dk1"/>
                </a:solidFill>
                <a:uFill>
                  <a:noFill/>
                </a:uFill>
                <a:latin typeface="Red Hat Display"/>
                <a:ea typeface="Red Hat Display"/>
                <a:cs typeface="Red Hat Display"/>
                <a:sym typeface="Red Hat Display"/>
                <a:hlinkClick action="ppaction://hlinksldjump" r:id="rId7">
                  <a:extLst>
                    <a:ext uri="{A12FA001-AC4F-418D-AE19-62706E023703}">
                      <ahyp:hlinkClr val="tx"/>
                    </a:ext>
                  </a:extLst>
                </a:hlinkClick>
              </a:rPr>
              <a:t>thanks</a:t>
            </a:r>
            <a:r>
              <a:rPr lang="en" sz="1200">
                <a:solidFill>
                  <a:schemeClr val="dk1"/>
                </a:solidFill>
                <a:uFill>
                  <a:noFill/>
                </a:uFill>
                <a:latin typeface="Red Hat Display"/>
                <a:ea typeface="Red Hat Display"/>
                <a:cs typeface="Red Hat Display"/>
                <a:sym typeface="Red Hat Display"/>
                <a:hlinkClick action="ppaction://hlinksldjump" r:id="rId8">
                  <a:extLst>
                    <a:ext uri="{A12FA001-AC4F-418D-AE19-62706E023703}">
                      <ahyp:hlinkClr val="tx"/>
                    </a:ext>
                  </a:extLst>
                </a:hlinkClick>
              </a:rPr>
              <a:t> </a:t>
            </a:r>
            <a:r>
              <a:rPr lang="en" sz="1200">
                <a:solidFill>
                  <a:schemeClr val="dk1"/>
                </a:solidFill>
                <a:latin typeface="Red Hat Display"/>
                <a:ea typeface="Red Hat Display"/>
                <a:cs typeface="Red Hat Display"/>
                <a:sym typeface="Red Hat Display"/>
              </a:rPr>
              <a:t>slide, which you must keep so that proper credits for our design are given.</a:t>
            </a:r>
            <a:endParaRPr sz="1200">
              <a:solidFill>
                <a:schemeClr val="dk1"/>
              </a:solidFill>
              <a:latin typeface="Red Hat Display"/>
              <a:ea typeface="Red Hat Display"/>
              <a:cs typeface="Red Hat Display"/>
              <a:sym typeface="Red Hat Display"/>
            </a:endParaRPr>
          </a:p>
          <a:p>
            <a:pPr indent="-304800" lvl="0" marL="457200" rtl="0" algn="l">
              <a:spcBef>
                <a:spcPts val="0"/>
              </a:spcBef>
              <a:spcAft>
                <a:spcPts val="0"/>
              </a:spcAft>
              <a:buClr>
                <a:schemeClr val="dk1"/>
              </a:buClr>
              <a:buSzPts val="1200"/>
              <a:buFont typeface="Red Hat Display"/>
              <a:buAutoNum type="arabicPeriod"/>
            </a:pPr>
            <a:r>
              <a:rPr lang="en" sz="1200">
                <a:solidFill>
                  <a:schemeClr val="dk1"/>
                </a:solidFill>
                <a:latin typeface="Red Hat Display"/>
                <a:ea typeface="Red Hat Display"/>
                <a:cs typeface="Red Hat Display"/>
                <a:sym typeface="Red Hat Display"/>
              </a:rPr>
              <a:t>A </a:t>
            </a:r>
            <a:r>
              <a:rPr b="1" lang="en" sz="1200">
                <a:solidFill>
                  <a:schemeClr val="dk1"/>
                </a:solidFill>
                <a:uFill>
                  <a:noFill/>
                </a:uFill>
                <a:latin typeface="Red Hat Display"/>
                <a:ea typeface="Red Hat Display"/>
                <a:cs typeface="Red Hat Display"/>
                <a:sym typeface="Red Hat Display"/>
                <a:hlinkClick action="ppaction://hlinksldjump" r:id="rId9">
                  <a:extLst>
                    <a:ext uri="{A12FA001-AC4F-418D-AE19-62706E023703}">
                      <ahyp:hlinkClr val="tx"/>
                    </a:ext>
                  </a:extLst>
                </a:hlinkClick>
              </a:rPr>
              <a:t>resources</a:t>
            </a:r>
            <a:r>
              <a:rPr lang="en" sz="1200">
                <a:solidFill>
                  <a:schemeClr val="dk1"/>
                </a:solidFill>
                <a:uFill>
                  <a:noFill/>
                </a:uFill>
                <a:latin typeface="Red Hat Display"/>
                <a:ea typeface="Red Hat Display"/>
                <a:cs typeface="Red Hat Display"/>
                <a:sym typeface="Red Hat Display"/>
                <a:hlinkClick action="ppaction://hlinksldjump" r:id="rId10">
                  <a:extLst>
                    <a:ext uri="{A12FA001-AC4F-418D-AE19-62706E023703}">
                      <ahyp:hlinkClr val="tx"/>
                    </a:ext>
                  </a:extLst>
                </a:hlinkClick>
              </a:rPr>
              <a:t> </a:t>
            </a:r>
            <a:r>
              <a:rPr lang="en" sz="1200">
                <a:solidFill>
                  <a:schemeClr val="dk1"/>
                </a:solidFill>
                <a:latin typeface="Red Hat Display"/>
                <a:ea typeface="Red Hat Display"/>
                <a:cs typeface="Red Hat Display"/>
                <a:sym typeface="Red Hat Display"/>
              </a:rPr>
              <a:t>slide, where you’ll find links to all the elements used in the template.</a:t>
            </a:r>
            <a:endParaRPr sz="1200">
              <a:solidFill>
                <a:schemeClr val="dk1"/>
              </a:solidFill>
              <a:latin typeface="Red Hat Display"/>
              <a:ea typeface="Red Hat Display"/>
              <a:cs typeface="Red Hat Display"/>
              <a:sym typeface="Red Hat Display"/>
            </a:endParaRPr>
          </a:p>
          <a:p>
            <a:pPr indent="-304800" lvl="0" marL="457200" rtl="0" algn="l">
              <a:spcBef>
                <a:spcPts val="0"/>
              </a:spcBef>
              <a:spcAft>
                <a:spcPts val="0"/>
              </a:spcAft>
              <a:buClr>
                <a:schemeClr val="dk1"/>
              </a:buClr>
              <a:buSzPts val="1200"/>
              <a:buFont typeface="Red Hat Display"/>
              <a:buAutoNum type="arabicPeriod"/>
            </a:pPr>
            <a:r>
              <a:rPr b="1" lang="en" sz="1200">
                <a:solidFill>
                  <a:schemeClr val="dk1"/>
                </a:solidFill>
                <a:uFill>
                  <a:noFill/>
                </a:uFill>
                <a:latin typeface="Red Hat Display"/>
                <a:ea typeface="Red Hat Display"/>
                <a:cs typeface="Red Hat Display"/>
                <a:sym typeface="Red Hat Display"/>
                <a:hlinkClick action="ppaction://hlinksldjump" r:id="rId11">
                  <a:extLst>
                    <a:ext uri="{A12FA001-AC4F-418D-AE19-62706E023703}">
                      <ahyp:hlinkClr val="tx"/>
                    </a:ext>
                  </a:extLst>
                </a:hlinkClick>
              </a:rPr>
              <a:t>Instructions for use</a:t>
            </a:r>
            <a:r>
              <a:rPr lang="en" sz="1200">
                <a:solidFill>
                  <a:schemeClr val="dk1"/>
                </a:solidFill>
                <a:latin typeface="Red Hat Display"/>
                <a:ea typeface="Red Hat Display"/>
                <a:cs typeface="Red Hat Display"/>
                <a:sym typeface="Red Hat Display"/>
              </a:rPr>
              <a:t>.</a:t>
            </a:r>
            <a:endParaRPr sz="1200">
              <a:solidFill>
                <a:schemeClr val="dk1"/>
              </a:solidFill>
              <a:latin typeface="Red Hat Display"/>
              <a:ea typeface="Red Hat Display"/>
              <a:cs typeface="Red Hat Display"/>
              <a:sym typeface="Red Hat Display"/>
            </a:endParaRPr>
          </a:p>
          <a:p>
            <a:pPr indent="-304800" lvl="0" marL="457200" rtl="0" algn="l">
              <a:spcBef>
                <a:spcPts val="0"/>
              </a:spcBef>
              <a:spcAft>
                <a:spcPts val="0"/>
              </a:spcAft>
              <a:buClr>
                <a:schemeClr val="dk1"/>
              </a:buClr>
              <a:buSzPts val="1200"/>
              <a:buFont typeface="Red Hat Display"/>
              <a:buAutoNum type="arabicPeriod"/>
            </a:pPr>
            <a:r>
              <a:rPr lang="en" sz="1200">
                <a:solidFill>
                  <a:schemeClr val="dk1"/>
                </a:solidFill>
                <a:latin typeface="Red Hat Display"/>
                <a:ea typeface="Red Hat Display"/>
                <a:cs typeface="Red Hat Display"/>
                <a:sym typeface="Red Hat Display"/>
              </a:rPr>
              <a:t>Final slides with:</a:t>
            </a:r>
            <a:endParaRPr sz="1200">
              <a:solidFill>
                <a:schemeClr val="dk1"/>
              </a:solidFill>
              <a:latin typeface="Red Hat Display"/>
              <a:ea typeface="Red Hat Display"/>
              <a:cs typeface="Red Hat Display"/>
              <a:sym typeface="Red Hat Display"/>
            </a:endParaRPr>
          </a:p>
          <a:p>
            <a:pPr indent="-304800" lvl="0" marL="914400" rtl="0" algn="l">
              <a:spcBef>
                <a:spcPts val="0"/>
              </a:spcBef>
              <a:spcAft>
                <a:spcPts val="0"/>
              </a:spcAft>
              <a:buClr>
                <a:schemeClr val="dk1"/>
              </a:buClr>
              <a:buSzPts val="1200"/>
              <a:buFont typeface="Red Hat Display"/>
              <a:buChar char="●"/>
            </a:pPr>
            <a:r>
              <a:rPr lang="en" sz="1200">
                <a:solidFill>
                  <a:schemeClr val="dk1"/>
                </a:solidFill>
                <a:latin typeface="Red Hat Display"/>
                <a:ea typeface="Red Hat Display"/>
                <a:cs typeface="Red Hat Display"/>
                <a:sym typeface="Red Hat Display"/>
              </a:rPr>
              <a:t>The</a:t>
            </a:r>
            <a:r>
              <a:rPr lang="en" sz="1200">
                <a:solidFill>
                  <a:schemeClr val="dk1"/>
                </a:solidFill>
                <a:uFill>
                  <a:noFill/>
                </a:uFill>
                <a:latin typeface="Red Hat Display"/>
                <a:ea typeface="Red Hat Display"/>
                <a:cs typeface="Red Hat Display"/>
                <a:sym typeface="Red Hat Display"/>
                <a:hlinkClick action="ppaction://hlinksldjump" r:id="rId12">
                  <a:extLst>
                    <a:ext uri="{A12FA001-AC4F-418D-AE19-62706E023703}">
                      <ahyp:hlinkClr val="tx"/>
                    </a:ext>
                  </a:extLst>
                </a:hlinkClick>
              </a:rPr>
              <a:t> </a:t>
            </a:r>
            <a:r>
              <a:rPr b="1" lang="en" sz="1200">
                <a:solidFill>
                  <a:schemeClr val="dk1"/>
                </a:solidFill>
                <a:uFill>
                  <a:noFill/>
                </a:uFill>
                <a:latin typeface="Red Hat Display"/>
                <a:ea typeface="Red Hat Display"/>
                <a:cs typeface="Red Hat Display"/>
                <a:sym typeface="Red Hat Display"/>
                <a:hlinkClick action="ppaction://hlinksldjump" r:id="rId13">
                  <a:extLst>
                    <a:ext uri="{A12FA001-AC4F-418D-AE19-62706E023703}">
                      <ahyp:hlinkClr val="tx"/>
                    </a:ext>
                  </a:extLst>
                </a:hlinkClick>
              </a:rPr>
              <a:t>fonts and colors</a:t>
            </a:r>
            <a:r>
              <a:rPr lang="en" sz="1200">
                <a:solidFill>
                  <a:schemeClr val="dk1"/>
                </a:solidFill>
                <a:latin typeface="Red Hat Display"/>
                <a:ea typeface="Red Hat Display"/>
                <a:cs typeface="Red Hat Display"/>
                <a:sym typeface="Red Hat Display"/>
              </a:rPr>
              <a:t> used in the template.</a:t>
            </a:r>
            <a:endParaRPr sz="1200">
              <a:solidFill>
                <a:schemeClr val="dk1"/>
              </a:solidFill>
              <a:latin typeface="Red Hat Display"/>
              <a:ea typeface="Red Hat Display"/>
              <a:cs typeface="Red Hat Display"/>
              <a:sym typeface="Red Hat Display"/>
            </a:endParaRPr>
          </a:p>
          <a:p>
            <a:pPr indent="-304800" lvl="0" marL="914400" rtl="0" algn="l">
              <a:spcBef>
                <a:spcPts val="0"/>
              </a:spcBef>
              <a:spcAft>
                <a:spcPts val="0"/>
              </a:spcAft>
              <a:buClr>
                <a:schemeClr val="dk1"/>
              </a:buClr>
              <a:buSzPts val="1200"/>
              <a:buFont typeface="Red Hat Display"/>
              <a:buChar char="●"/>
            </a:pPr>
            <a:r>
              <a:rPr lang="en" sz="1200">
                <a:solidFill>
                  <a:schemeClr val="dk1"/>
                </a:solidFill>
                <a:latin typeface="Red Hat Display"/>
                <a:ea typeface="Red Hat Display"/>
                <a:cs typeface="Red Hat Display"/>
                <a:sym typeface="Red Hat Display"/>
              </a:rPr>
              <a:t>A selection of </a:t>
            </a:r>
            <a:r>
              <a:rPr b="1" lang="en" sz="1200">
                <a:solidFill>
                  <a:schemeClr val="dk1"/>
                </a:solidFill>
                <a:uFill>
                  <a:noFill/>
                </a:uFill>
                <a:latin typeface="Red Hat Display"/>
                <a:ea typeface="Red Hat Display"/>
                <a:cs typeface="Red Hat Display"/>
                <a:sym typeface="Red Hat Display"/>
                <a:hlinkClick action="ppaction://hlinksldjump" r:id="rId14">
                  <a:extLst>
                    <a:ext uri="{A12FA001-AC4F-418D-AE19-62706E023703}">
                      <ahyp:hlinkClr val="tx"/>
                    </a:ext>
                  </a:extLst>
                </a:hlinkClick>
              </a:rPr>
              <a:t>illustrations</a:t>
            </a:r>
            <a:r>
              <a:rPr lang="en" sz="1200">
                <a:solidFill>
                  <a:schemeClr val="dk1"/>
                </a:solidFill>
                <a:latin typeface="Red Hat Display"/>
                <a:ea typeface="Red Hat Display"/>
                <a:cs typeface="Red Hat Display"/>
                <a:sym typeface="Red Hat Display"/>
              </a:rPr>
              <a:t>. You can also customize and animate them as you wish with the online editor. Visit </a:t>
            </a:r>
            <a:r>
              <a:rPr b="1" lang="en" sz="1200">
                <a:solidFill>
                  <a:schemeClr val="dk1"/>
                </a:solidFill>
                <a:uFill>
                  <a:noFill/>
                </a:uFill>
                <a:latin typeface="Red Hat Display"/>
                <a:ea typeface="Red Hat Display"/>
                <a:cs typeface="Red Hat Display"/>
                <a:sym typeface="Red Hat Display"/>
                <a:hlinkClick r:id="rId15">
                  <a:extLst>
                    <a:ext uri="{A12FA001-AC4F-418D-AE19-62706E023703}">
                      <ahyp:hlinkClr val="tx"/>
                    </a:ext>
                  </a:extLst>
                </a:hlinkClick>
              </a:rPr>
              <a:t>Stories by Freepik</a:t>
            </a:r>
            <a:r>
              <a:rPr lang="en" sz="1200">
                <a:solidFill>
                  <a:schemeClr val="dk1"/>
                </a:solidFill>
                <a:latin typeface="Red Hat Display"/>
                <a:ea typeface="Red Hat Display"/>
                <a:cs typeface="Red Hat Display"/>
                <a:sym typeface="Red Hat Display"/>
              </a:rPr>
              <a:t> to find more. </a:t>
            </a:r>
            <a:endParaRPr sz="1200">
              <a:solidFill>
                <a:schemeClr val="dk1"/>
              </a:solidFill>
              <a:latin typeface="Red Hat Display"/>
              <a:ea typeface="Red Hat Display"/>
              <a:cs typeface="Red Hat Display"/>
              <a:sym typeface="Red Hat Display"/>
            </a:endParaRPr>
          </a:p>
          <a:p>
            <a:pPr indent="-304800" lvl="0" marL="914400" rtl="0" algn="l">
              <a:spcBef>
                <a:spcPts val="0"/>
              </a:spcBef>
              <a:spcAft>
                <a:spcPts val="0"/>
              </a:spcAft>
              <a:buClr>
                <a:schemeClr val="dk1"/>
              </a:buClr>
              <a:buSzPts val="1200"/>
              <a:buFont typeface="Red Hat Display"/>
              <a:buChar char="●"/>
            </a:pPr>
            <a:r>
              <a:rPr lang="en" sz="1200">
                <a:solidFill>
                  <a:schemeClr val="dk1"/>
                </a:solidFill>
                <a:latin typeface="Red Hat Display"/>
                <a:ea typeface="Red Hat Display"/>
                <a:cs typeface="Red Hat Display"/>
                <a:sym typeface="Red Hat Display"/>
              </a:rPr>
              <a:t>More</a:t>
            </a:r>
            <a:r>
              <a:rPr lang="en" sz="1200">
                <a:solidFill>
                  <a:schemeClr val="dk1"/>
                </a:solidFill>
                <a:uFill>
                  <a:noFill/>
                </a:uFill>
                <a:latin typeface="Red Hat Display"/>
                <a:ea typeface="Red Hat Display"/>
                <a:cs typeface="Red Hat Display"/>
                <a:sym typeface="Red Hat Display"/>
                <a:hlinkClick action="ppaction://hlinksldjump" r:id="rId16">
                  <a:extLst>
                    <a:ext uri="{A12FA001-AC4F-418D-AE19-62706E023703}">
                      <ahyp:hlinkClr val="tx"/>
                    </a:ext>
                  </a:extLst>
                </a:hlinkClick>
              </a:rPr>
              <a:t> </a:t>
            </a:r>
            <a:r>
              <a:rPr b="1" lang="en" sz="1200">
                <a:solidFill>
                  <a:schemeClr val="dk1"/>
                </a:solidFill>
                <a:uFill>
                  <a:noFill/>
                </a:uFill>
                <a:latin typeface="Red Hat Display"/>
                <a:ea typeface="Red Hat Display"/>
                <a:cs typeface="Red Hat Display"/>
                <a:sym typeface="Red Hat Display"/>
                <a:hlinkClick action="ppaction://hlinksldjump" r:id="rId17">
                  <a:extLst>
                    <a:ext uri="{A12FA001-AC4F-418D-AE19-62706E023703}">
                      <ahyp:hlinkClr val="tx"/>
                    </a:ext>
                  </a:extLst>
                </a:hlinkClick>
              </a:rPr>
              <a:t>infographic resources</a:t>
            </a:r>
            <a:r>
              <a:rPr lang="en" sz="1200">
                <a:solidFill>
                  <a:schemeClr val="dk1"/>
                </a:solidFill>
                <a:latin typeface="Red Hat Display"/>
                <a:ea typeface="Red Hat Display"/>
                <a:cs typeface="Red Hat Display"/>
                <a:sym typeface="Red Hat Display"/>
              </a:rPr>
              <a:t>, whose size and color can be edited. </a:t>
            </a:r>
            <a:endParaRPr sz="1200">
              <a:solidFill>
                <a:schemeClr val="dk1"/>
              </a:solidFill>
              <a:latin typeface="Red Hat Display"/>
              <a:ea typeface="Red Hat Display"/>
              <a:cs typeface="Red Hat Display"/>
              <a:sym typeface="Red Hat Display"/>
            </a:endParaRPr>
          </a:p>
          <a:p>
            <a:pPr indent="-304800" lvl="0" marL="914400" rtl="0" algn="l">
              <a:spcBef>
                <a:spcPts val="0"/>
              </a:spcBef>
              <a:spcAft>
                <a:spcPts val="0"/>
              </a:spcAft>
              <a:buClr>
                <a:schemeClr val="dk1"/>
              </a:buClr>
              <a:buSzPts val="1200"/>
              <a:buFont typeface="Red Hat Display"/>
              <a:buChar char="●"/>
            </a:pPr>
            <a:r>
              <a:rPr lang="en" sz="1200">
                <a:solidFill>
                  <a:schemeClr val="dk1"/>
                </a:solidFill>
                <a:latin typeface="Red Hat Display"/>
                <a:ea typeface="Red Hat Display"/>
                <a:cs typeface="Red Hat Display"/>
                <a:sym typeface="Red Hat Display"/>
              </a:rPr>
              <a:t>Sets of </a:t>
            </a:r>
            <a:r>
              <a:rPr b="1" lang="en" sz="1200">
                <a:solidFill>
                  <a:schemeClr val="dk1"/>
                </a:solidFill>
                <a:uFill>
                  <a:noFill/>
                </a:uFill>
                <a:latin typeface="Red Hat Display"/>
                <a:ea typeface="Red Hat Display"/>
                <a:cs typeface="Red Hat Display"/>
                <a:sym typeface="Red Hat Display"/>
                <a:hlinkClick action="ppaction://hlinksldjump" r:id="rId18">
                  <a:extLst>
                    <a:ext uri="{A12FA001-AC4F-418D-AE19-62706E023703}">
                      <ahyp:hlinkClr val="tx"/>
                    </a:ext>
                  </a:extLst>
                </a:hlinkClick>
              </a:rPr>
              <a:t>customizable icons</a:t>
            </a:r>
            <a:r>
              <a:rPr lang="en" sz="1200">
                <a:solidFill>
                  <a:schemeClr val="dk1"/>
                </a:solidFill>
                <a:latin typeface="Red Hat Display"/>
                <a:ea typeface="Red Hat Display"/>
                <a:cs typeface="Red Hat Display"/>
                <a:sym typeface="Red Hat Display"/>
              </a:rPr>
              <a:t> of the following themes: general, business, avatar, creative process, education, help &amp; support, medical, nature, performing arts, SEO &amp; marketing, and teamwork.</a:t>
            </a:r>
            <a:endParaRPr sz="1200">
              <a:solidFill>
                <a:schemeClr val="dk1"/>
              </a:solidFill>
              <a:latin typeface="Red Hat Display"/>
              <a:ea typeface="Red Hat Display"/>
              <a:cs typeface="Red Hat Display"/>
              <a:sym typeface="Red Hat Display"/>
            </a:endParaRPr>
          </a:p>
          <a:p>
            <a:pPr indent="0" lvl="0" marL="0" rtl="0" algn="l">
              <a:spcBef>
                <a:spcPts val="1600"/>
              </a:spcBef>
              <a:spcAft>
                <a:spcPts val="0"/>
              </a:spcAft>
              <a:buClr>
                <a:schemeClr val="dk1"/>
              </a:buClr>
              <a:buSzPts val="1100"/>
              <a:buFont typeface="Arial"/>
              <a:buNone/>
            </a:pPr>
            <a:r>
              <a:rPr lang="en" sz="1200">
                <a:solidFill>
                  <a:schemeClr val="dk1"/>
                </a:solidFill>
                <a:latin typeface="Red Hat Display"/>
                <a:ea typeface="Red Hat Display"/>
                <a:cs typeface="Red Hat Display"/>
                <a:sym typeface="Red Hat Display"/>
              </a:rPr>
              <a:t>You can delete this slide when you’re done editing the presentation.</a:t>
            </a:r>
            <a:endParaRPr>
              <a:solidFill>
                <a:schemeClr val="dk1"/>
              </a:solidFill>
              <a:latin typeface="Barlow"/>
              <a:ea typeface="Barlow"/>
              <a:cs typeface="Barlow"/>
              <a:sym typeface="Barlow"/>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 name="Shape 166"/>
        <p:cNvGrpSpPr/>
        <p:nvPr/>
      </p:nvGrpSpPr>
      <p:grpSpPr>
        <a:xfrm>
          <a:off x="0" y="0"/>
          <a:ext cx="0" cy="0"/>
          <a:chOff x="0" y="0"/>
          <a:chExt cx="0" cy="0"/>
        </a:xfrm>
      </p:grpSpPr>
      <p:sp>
        <p:nvSpPr>
          <p:cNvPr id="167" name="Google Shape;167;p34"/>
          <p:cNvSpPr txBox="1"/>
          <p:nvPr>
            <p:ph type="title"/>
          </p:nvPr>
        </p:nvSpPr>
        <p:spPr>
          <a:xfrm>
            <a:off x="713100" y="2053950"/>
            <a:ext cx="2578500" cy="103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 of Contents</a:t>
            </a:r>
            <a:endParaRPr/>
          </a:p>
        </p:txBody>
      </p:sp>
      <p:pic>
        <p:nvPicPr>
          <p:cNvPr id="168" name="Google Shape;168;p34"/>
          <p:cNvPicPr preferRelativeResize="0"/>
          <p:nvPr/>
        </p:nvPicPr>
        <p:blipFill>
          <a:blip r:embed="rId3">
            <a:alphaModFix/>
          </a:blip>
          <a:stretch>
            <a:fillRect/>
          </a:stretch>
        </p:blipFill>
        <p:spPr>
          <a:xfrm>
            <a:off x="4726275" y="629259"/>
            <a:ext cx="777150" cy="796150"/>
          </a:xfrm>
          <a:prstGeom prst="rect">
            <a:avLst/>
          </a:prstGeom>
          <a:noFill/>
          <a:ln>
            <a:noFill/>
          </a:ln>
        </p:spPr>
      </p:pic>
      <p:pic>
        <p:nvPicPr>
          <p:cNvPr id="169" name="Google Shape;169;p34"/>
          <p:cNvPicPr preferRelativeResize="0"/>
          <p:nvPr/>
        </p:nvPicPr>
        <p:blipFill>
          <a:blip r:embed="rId4">
            <a:alphaModFix/>
          </a:blip>
          <a:stretch>
            <a:fillRect/>
          </a:stretch>
        </p:blipFill>
        <p:spPr>
          <a:xfrm>
            <a:off x="4726275" y="3750339"/>
            <a:ext cx="777150" cy="796073"/>
          </a:xfrm>
          <a:prstGeom prst="rect">
            <a:avLst/>
          </a:prstGeom>
          <a:noFill/>
          <a:ln>
            <a:noFill/>
          </a:ln>
        </p:spPr>
      </p:pic>
      <p:pic>
        <p:nvPicPr>
          <p:cNvPr id="170" name="Google Shape;170;p34"/>
          <p:cNvPicPr preferRelativeResize="0"/>
          <p:nvPr/>
        </p:nvPicPr>
        <p:blipFill>
          <a:blip r:embed="rId3">
            <a:alphaModFix/>
          </a:blip>
          <a:stretch>
            <a:fillRect/>
          </a:stretch>
        </p:blipFill>
        <p:spPr>
          <a:xfrm rot="2056915">
            <a:off x="4726275" y="2706046"/>
            <a:ext cx="777151" cy="796150"/>
          </a:xfrm>
          <a:prstGeom prst="rect">
            <a:avLst/>
          </a:prstGeom>
          <a:noFill/>
          <a:ln>
            <a:noFill/>
          </a:ln>
        </p:spPr>
      </p:pic>
      <p:pic>
        <p:nvPicPr>
          <p:cNvPr id="171" name="Google Shape;171;p34"/>
          <p:cNvPicPr preferRelativeResize="0"/>
          <p:nvPr/>
        </p:nvPicPr>
        <p:blipFill>
          <a:blip r:embed="rId4">
            <a:alphaModFix/>
          </a:blip>
          <a:stretch>
            <a:fillRect/>
          </a:stretch>
        </p:blipFill>
        <p:spPr>
          <a:xfrm>
            <a:off x="4726275" y="1679589"/>
            <a:ext cx="777150" cy="796073"/>
          </a:xfrm>
          <a:prstGeom prst="rect">
            <a:avLst/>
          </a:prstGeom>
          <a:noFill/>
          <a:ln>
            <a:noFill/>
          </a:ln>
        </p:spPr>
      </p:pic>
      <p:sp>
        <p:nvSpPr>
          <p:cNvPr id="172" name="Google Shape;172;p34"/>
          <p:cNvSpPr txBox="1"/>
          <p:nvPr>
            <p:ph idx="1" type="subTitle"/>
          </p:nvPr>
        </p:nvSpPr>
        <p:spPr>
          <a:xfrm>
            <a:off x="5809650" y="533323"/>
            <a:ext cx="18744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73" name="Google Shape;173;p34"/>
          <p:cNvSpPr txBox="1"/>
          <p:nvPr>
            <p:ph idx="2" type="title"/>
          </p:nvPr>
        </p:nvSpPr>
        <p:spPr>
          <a:xfrm>
            <a:off x="4811028" y="817025"/>
            <a:ext cx="603600" cy="42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01</a:t>
            </a:r>
            <a:endParaRPr>
              <a:solidFill>
                <a:schemeClr val="lt1"/>
              </a:solidFill>
            </a:endParaRPr>
          </a:p>
        </p:txBody>
      </p:sp>
      <p:sp>
        <p:nvSpPr>
          <p:cNvPr id="174" name="Google Shape;174;p34"/>
          <p:cNvSpPr txBox="1"/>
          <p:nvPr>
            <p:ph idx="3" type="subTitle"/>
          </p:nvPr>
        </p:nvSpPr>
        <p:spPr>
          <a:xfrm>
            <a:off x="5809650" y="854858"/>
            <a:ext cx="2541900" cy="6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75" name="Google Shape;175;p34"/>
          <p:cNvSpPr txBox="1"/>
          <p:nvPr>
            <p:ph idx="4" type="title"/>
          </p:nvPr>
        </p:nvSpPr>
        <p:spPr>
          <a:xfrm>
            <a:off x="4811028" y="1849575"/>
            <a:ext cx="603600" cy="42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02</a:t>
            </a:r>
            <a:endParaRPr>
              <a:solidFill>
                <a:schemeClr val="lt1"/>
              </a:solidFill>
            </a:endParaRPr>
          </a:p>
        </p:txBody>
      </p:sp>
      <p:sp>
        <p:nvSpPr>
          <p:cNvPr id="176" name="Google Shape;176;p34"/>
          <p:cNvSpPr txBox="1"/>
          <p:nvPr>
            <p:ph idx="5" type="title"/>
          </p:nvPr>
        </p:nvSpPr>
        <p:spPr>
          <a:xfrm>
            <a:off x="4811028" y="2891725"/>
            <a:ext cx="603600" cy="42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03</a:t>
            </a:r>
            <a:endParaRPr>
              <a:solidFill>
                <a:schemeClr val="lt1"/>
              </a:solidFill>
            </a:endParaRPr>
          </a:p>
        </p:txBody>
      </p:sp>
      <p:sp>
        <p:nvSpPr>
          <p:cNvPr id="177" name="Google Shape;177;p34"/>
          <p:cNvSpPr txBox="1"/>
          <p:nvPr>
            <p:ph idx="6" type="title"/>
          </p:nvPr>
        </p:nvSpPr>
        <p:spPr>
          <a:xfrm>
            <a:off x="4811028" y="3938075"/>
            <a:ext cx="603600" cy="42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04</a:t>
            </a:r>
            <a:endParaRPr>
              <a:solidFill>
                <a:schemeClr val="lt1"/>
              </a:solidFill>
            </a:endParaRPr>
          </a:p>
        </p:txBody>
      </p:sp>
      <p:sp>
        <p:nvSpPr>
          <p:cNvPr id="178" name="Google Shape;178;p34"/>
          <p:cNvSpPr txBox="1"/>
          <p:nvPr>
            <p:ph idx="7" type="subTitle"/>
          </p:nvPr>
        </p:nvSpPr>
        <p:spPr>
          <a:xfrm>
            <a:off x="5809650" y="1573814"/>
            <a:ext cx="18744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79" name="Google Shape;179;p34"/>
          <p:cNvSpPr txBox="1"/>
          <p:nvPr>
            <p:ph idx="8" type="subTitle"/>
          </p:nvPr>
        </p:nvSpPr>
        <p:spPr>
          <a:xfrm>
            <a:off x="5809650" y="1897449"/>
            <a:ext cx="2541900" cy="6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it’s terribly hot</a:t>
            </a:r>
            <a:endParaRPr/>
          </a:p>
        </p:txBody>
      </p:sp>
      <p:sp>
        <p:nvSpPr>
          <p:cNvPr id="180" name="Google Shape;180;p34"/>
          <p:cNvSpPr txBox="1"/>
          <p:nvPr>
            <p:ph idx="9" type="subTitle"/>
          </p:nvPr>
        </p:nvSpPr>
        <p:spPr>
          <a:xfrm>
            <a:off x="5809650" y="2615506"/>
            <a:ext cx="18744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81" name="Google Shape;181;p34"/>
          <p:cNvSpPr txBox="1"/>
          <p:nvPr>
            <p:ph idx="13" type="subTitle"/>
          </p:nvPr>
        </p:nvSpPr>
        <p:spPr>
          <a:xfrm>
            <a:off x="5809650" y="2939141"/>
            <a:ext cx="2541900" cy="6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182" name="Google Shape;182;p34"/>
          <p:cNvSpPr txBox="1"/>
          <p:nvPr>
            <p:ph idx="14" type="subTitle"/>
          </p:nvPr>
        </p:nvSpPr>
        <p:spPr>
          <a:xfrm>
            <a:off x="5809650" y="3657198"/>
            <a:ext cx="18744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83" name="Google Shape;183;p34"/>
          <p:cNvSpPr txBox="1"/>
          <p:nvPr>
            <p:ph idx="15" type="subTitle"/>
          </p:nvPr>
        </p:nvSpPr>
        <p:spPr>
          <a:xfrm>
            <a:off x="5809650" y="3980833"/>
            <a:ext cx="2541900" cy="6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 name="Shape 187"/>
        <p:cNvGrpSpPr/>
        <p:nvPr/>
      </p:nvGrpSpPr>
      <p:grpSpPr>
        <a:xfrm>
          <a:off x="0" y="0"/>
          <a:ext cx="0" cy="0"/>
          <a:chOff x="0" y="0"/>
          <a:chExt cx="0" cy="0"/>
        </a:xfrm>
      </p:grpSpPr>
      <p:sp>
        <p:nvSpPr>
          <p:cNvPr id="188" name="Google Shape;188;p35"/>
          <p:cNvSpPr txBox="1"/>
          <p:nvPr>
            <p:ph type="title"/>
          </p:nvPr>
        </p:nvSpPr>
        <p:spPr>
          <a:xfrm>
            <a:off x="1245900" y="1621350"/>
            <a:ext cx="2623200" cy="85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Whoa!</a:t>
            </a:r>
            <a:endParaRPr/>
          </a:p>
        </p:txBody>
      </p:sp>
      <p:sp>
        <p:nvSpPr>
          <p:cNvPr id="189" name="Google Shape;189;p35"/>
          <p:cNvSpPr txBox="1"/>
          <p:nvPr>
            <p:ph idx="1" type="subTitle"/>
          </p:nvPr>
        </p:nvSpPr>
        <p:spPr>
          <a:xfrm>
            <a:off x="1245900" y="2342550"/>
            <a:ext cx="2623200" cy="117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a:t>
            </a:r>
            <a:r>
              <a:rPr lang="en"/>
              <a:t>could be the part of the presentation where you can introduce yourself, write your email…</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 name="Shape 193"/>
        <p:cNvGrpSpPr/>
        <p:nvPr/>
      </p:nvGrpSpPr>
      <p:grpSpPr>
        <a:xfrm>
          <a:off x="0" y="0"/>
          <a:ext cx="0" cy="0"/>
          <a:chOff x="0" y="0"/>
          <a:chExt cx="0" cy="0"/>
        </a:xfrm>
      </p:grpSpPr>
      <p:sp>
        <p:nvSpPr>
          <p:cNvPr id="194" name="Google Shape;194;p36"/>
          <p:cNvSpPr txBox="1"/>
          <p:nvPr>
            <p:ph type="title"/>
          </p:nvPr>
        </p:nvSpPr>
        <p:spPr>
          <a:xfrm>
            <a:off x="3233300" y="3174900"/>
            <a:ext cx="2679300" cy="42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Someone Famous</a:t>
            </a:r>
            <a:endParaRPr/>
          </a:p>
        </p:txBody>
      </p:sp>
      <p:sp>
        <p:nvSpPr>
          <p:cNvPr id="195" name="Google Shape;195;p36"/>
          <p:cNvSpPr txBox="1"/>
          <p:nvPr>
            <p:ph idx="1" type="subTitle"/>
          </p:nvPr>
        </p:nvSpPr>
        <p:spPr>
          <a:xfrm>
            <a:off x="1570325" y="1547975"/>
            <a:ext cx="6007500" cy="151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 name="Shape 199"/>
        <p:cNvGrpSpPr/>
        <p:nvPr/>
      </p:nvGrpSpPr>
      <p:grpSpPr>
        <a:xfrm>
          <a:off x="0" y="0"/>
          <a:ext cx="0" cy="0"/>
          <a:chOff x="0" y="0"/>
          <a:chExt cx="0" cy="0"/>
        </a:xfrm>
      </p:grpSpPr>
      <p:sp>
        <p:nvSpPr>
          <p:cNvPr id="200" name="Google Shape;200;p37"/>
          <p:cNvSpPr txBox="1"/>
          <p:nvPr>
            <p:ph idx="2" type="title"/>
          </p:nvPr>
        </p:nvSpPr>
        <p:spPr>
          <a:xfrm>
            <a:off x="2212800" y="1656400"/>
            <a:ext cx="4718400" cy="141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Every Artist Was First an Amateur</a:t>
            </a:r>
            <a:endParaRPr/>
          </a:p>
        </p:txBody>
      </p:sp>
      <p:sp>
        <p:nvSpPr>
          <p:cNvPr id="201" name="Google Shape;201;p37"/>
          <p:cNvSpPr txBox="1"/>
          <p:nvPr>
            <p:ph type="title"/>
          </p:nvPr>
        </p:nvSpPr>
        <p:spPr>
          <a:xfrm>
            <a:off x="3954750" y="988900"/>
            <a:ext cx="1234500" cy="66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02" name="Google Shape;202;p37"/>
          <p:cNvSpPr txBox="1"/>
          <p:nvPr>
            <p:ph idx="1" type="subTitle"/>
          </p:nvPr>
        </p:nvSpPr>
        <p:spPr>
          <a:xfrm>
            <a:off x="3168450" y="3111825"/>
            <a:ext cx="2807100" cy="66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 name="Shape 206"/>
        <p:cNvGrpSpPr/>
        <p:nvPr/>
      </p:nvGrpSpPr>
      <p:grpSpPr>
        <a:xfrm>
          <a:off x="0" y="0"/>
          <a:ext cx="0" cy="0"/>
          <a:chOff x="0" y="0"/>
          <a:chExt cx="0" cy="0"/>
        </a:xfrm>
      </p:grpSpPr>
      <p:sp>
        <p:nvSpPr>
          <p:cNvPr id="207" name="Google Shape;207;p38"/>
          <p:cNvSpPr txBox="1"/>
          <p:nvPr>
            <p:ph type="title"/>
          </p:nvPr>
        </p:nvSpPr>
        <p:spPr>
          <a:xfrm>
            <a:off x="713100" y="445025"/>
            <a:ext cx="3028200" cy="90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The Slide Title Goes Here!</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t/>
            </a:r>
            <a:endParaRPr/>
          </a:p>
        </p:txBody>
      </p:sp>
      <p:sp>
        <p:nvSpPr>
          <p:cNvPr id="208" name="Google Shape;208;p38"/>
          <p:cNvSpPr txBox="1"/>
          <p:nvPr>
            <p:ph idx="1" type="body"/>
          </p:nvPr>
        </p:nvSpPr>
        <p:spPr>
          <a:xfrm>
            <a:off x="1275600" y="2445841"/>
            <a:ext cx="6592800" cy="219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endParaRPr/>
          </a:p>
          <a:p>
            <a:pPr indent="-330200" lvl="0" marL="457200" rtl="0" algn="l">
              <a:spcBef>
                <a:spcPts val="1600"/>
              </a:spcBef>
              <a:spcAft>
                <a:spcPts val="0"/>
              </a:spcAft>
              <a:buClr>
                <a:schemeClr val="dk1"/>
              </a:buClr>
              <a:buSzPts val="1600"/>
              <a:buFont typeface="IBM Plex Sans"/>
              <a:buChar char="●"/>
            </a:pPr>
            <a:r>
              <a:rPr lang="en"/>
              <a:t>They’re simple</a:t>
            </a:r>
            <a:endParaRPr/>
          </a:p>
          <a:p>
            <a:pPr indent="-330200" lvl="0" marL="457200" rtl="0" algn="l">
              <a:spcBef>
                <a:spcPts val="0"/>
              </a:spcBef>
              <a:spcAft>
                <a:spcPts val="0"/>
              </a:spcAft>
              <a:buClr>
                <a:schemeClr val="dk1"/>
              </a:buClr>
              <a:buSzPts val="1600"/>
              <a:buFont typeface="IBM Plex Sans"/>
              <a:buChar char="●"/>
            </a:pPr>
            <a:r>
              <a:rPr lang="en"/>
              <a:t>You can organize your ideas clearly</a:t>
            </a:r>
            <a:endParaRPr/>
          </a:p>
          <a:p>
            <a:pPr indent="-330200" lvl="0" marL="457200" rtl="0" algn="l">
              <a:spcBef>
                <a:spcPts val="0"/>
              </a:spcBef>
              <a:spcAft>
                <a:spcPts val="0"/>
              </a:spcAft>
              <a:buClr>
                <a:schemeClr val="dk1"/>
              </a:buClr>
              <a:buSzPts val="1600"/>
              <a:buFont typeface="IBM Plex Sans"/>
              <a:buChar char="●"/>
            </a:pPr>
            <a:r>
              <a:rPr lang="en"/>
              <a:t>You’ll never forget to buy milk!</a:t>
            </a:r>
            <a:endParaRPr/>
          </a:p>
          <a:p>
            <a:pPr indent="0" lvl="0" marL="0" rtl="0" algn="l">
              <a:spcBef>
                <a:spcPts val="1600"/>
              </a:spcBef>
              <a:spcAft>
                <a:spcPts val="1600"/>
              </a:spcAft>
              <a:buNone/>
            </a:pPr>
            <a:r>
              <a:rPr lang="en"/>
              <a:t>And the most important thing: the audience won’t miss the point of your presentation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 name="Shape 212"/>
        <p:cNvGrpSpPr/>
        <p:nvPr/>
      </p:nvGrpSpPr>
      <p:grpSpPr>
        <a:xfrm>
          <a:off x="0" y="0"/>
          <a:ext cx="0" cy="0"/>
          <a:chOff x="0" y="0"/>
          <a:chExt cx="0" cy="0"/>
        </a:xfrm>
      </p:grpSpPr>
      <p:sp>
        <p:nvSpPr>
          <p:cNvPr id="213" name="Google Shape;213;p39"/>
          <p:cNvSpPr txBox="1"/>
          <p:nvPr>
            <p:ph idx="6" type="title"/>
          </p:nvPr>
        </p:nvSpPr>
        <p:spPr>
          <a:xfrm>
            <a:off x="713100" y="628525"/>
            <a:ext cx="771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Maybe You Need to Divide the Content</a:t>
            </a:r>
            <a:endParaRPr/>
          </a:p>
        </p:txBody>
      </p:sp>
      <p:pic>
        <p:nvPicPr>
          <p:cNvPr id="214" name="Google Shape;214;p39"/>
          <p:cNvPicPr preferRelativeResize="0"/>
          <p:nvPr/>
        </p:nvPicPr>
        <p:blipFill>
          <a:blip r:embed="rId3">
            <a:alphaModFix/>
          </a:blip>
          <a:stretch>
            <a:fillRect/>
          </a:stretch>
        </p:blipFill>
        <p:spPr>
          <a:xfrm>
            <a:off x="5872378" y="1723248"/>
            <a:ext cx="956547" cy="979830"/>
          </a:xfrm>
          <a:prstGeom prst="rect">
            <a:avLst/>
          </a:prstGeom>
          <a:noFill/>
          <a:ln>
            <a:noFill/>
          </a:ln>
        </p:spPr>
      </p:pic>
      <p:pic>
        <p:nvPicPr>
          <p:cNvPr id="215" name="Google Shape;215;p39"/>
          <p:cNvPicPr preferRelativeResize="0"/>
          <p:nvPr/>
        </p:nvPicPr>
        <p:blipFill>
          <a:blip r:embed="rId4">
            <a:alphaModFix/>
          </a:blip>
          <a:stretch>
            <a:fillRect/>
          </a:stretch>
        </p:blipFill>
        <p:spPr>
          <a:xfrm>
            <a:off x="2315075" y="1723198"/>
            <a:ext cx="956547" cy="979925"/>
          </a:xfrm>
          <a:prstGeom prst="rect">
            <a:avLst/>
          </a:prstGeom>
          <a:noFill/>
          <a:ln>
            <a:noFill/>
          </a:ln>
        </p:spPr>
      </p:pic>
      <p:sp>
        <p:nvSpPr>
          <p:cNvPr id="216" name="Google Shape;216;p39"/>
          <p:cNvSpPr txBox="1"/>
          <p:nvPr>
            <p:ph idx="2" type="subTitle"/>
          </p:nvPr>
        </p:nvSpPr>
        <p:spPr>
          <a:xfrm>
            <a:off x="1434922" y="3193092"/>
            <a:ext cx="2716800" cy="120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a bit larger than the Moon</a:t>
            </a:r>
            <a:endParaRPr/>
          </a:p>
        </p:txBody>
      </p:sp>
      <p:sp>
        <p:nvSpPr>
          <p:cNvPr id="217" name="Google Shape;217;p39"/>
          <p:cNvSpPr txBox="1"/>
          <p:nvPr>
            <p:ph idx="1" type="subTitle"/>
          </p:nvPr>
        </p:nvSpPr>
        <p:spPr>
          <a:xfrm>
            <a:off x="1433700" y="2865675"/>
            <a:ext cx="27168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18" name="Google Shape;218;p39"/>
          <p:cNvSpPr txBox="1"/>
          <p:nvPr>
            <p:ph idx="3" type="subTitle"/>
          </p:nvPr>
        </p:nvSpPr>
        <p:spPr>
          <a:xfrm>
            <a:off x="4992925" y="2865675"/>
            <a:ext cx="27156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19" name="Google Shape;219;p39"/>
          <p:cNvSpPr txBox="1"/>
          <p:nvPr>
            <p:ph idx="4" type="subTitle"/>
          </p:nvPr>
        </p:nvSpPr>
        <p:spPr>
          <a:xfrm>
            <a:off x="4994147" y="3193092"/>
            <a:ext cx="2715600" cy="120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t>
            </a:r>
            <a:endParaRPr/>
          </a:p>
        </p:txBody>
      </p:sp>
      <p:sp>
        <p:nvSpPr>
          <p:cNvPr id="220" name="Google Shape;220;p39"/>
          <p:cNvSpPr txBox="1"/>
          <p:nvPr>
            <p:ph type="title"/>
          </p:nvPr>
        </p:nvSpPr>
        <p:spPr>
          <a:xfrm>
            <a:off x="2491550" y="2002858"/>
            <a:ext cx="603600" cy="42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01</a:t>
            </a:r>
            <a:endParaRPr>
              <a:solidFill>
                <a:schemeClr val="lt1"/>
              </a:solidFill>
            </a:endParaRPr>
          </a:p>
        </p:txBody>
      </p:sp>
      <p:sp>
        <p:nvSpPr>
          <p:cNvPr id="221" name="Google Shape;221;p39"/>
          <p:cNvSpPr txBox="1"/>
          <p:nvPr>
            <p:ph idx="5" type="title"/>
          </p:nvPr>
        </p:nvSpPr>
        <p:spPr>
          <a:xfrm>
            <a:off x="6048850" y="2002858"/>
            <a:ext cx="603600" cy="42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02</a:t>
            </a:r>
            <a:endParaRPr>
              <a:solidFill>
                <a:schemeClr val="lt1"/>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 name="Shape 225"/>
        <p:cNvGrpSpPr/>
        <p:nvPr/>
      </p:nvGrpSpPr>
      <p:grpSpPr>
        <a:xfrm>
          <a:off x="0" y="0"/>
          <a:ext cx="0" cy="0"/>
          <a:chOff x="0" y="0"/>
          <a:chExt cx="0" cy="0"/>
        </a:xfrm>
      </p:grpSpPr>
      <p:sp>
        <p:nvSpPr>
          <p:cNvPr id="226" name="Google Shape;226;p40"/>
          <p:cNvSpPr txBox="1"/>
          <p:nvPr>
            <p:ph idx="1" type="subTitle"/>
          </p:nvPr>
        </p:nvSpPr>
        <p:spPr>
          <a:xfrm>
            <a:off x="5009525" y="686277"/>
            <a:ext cx="30633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27" name="Google Shape;227;p40"/>
          <p:cNvSpPr txBox="1"/>
          <p:nvPr>
            <p:ph idx="2" type="subTitle"/>
          </p:nvPr>
        </p:nvSpPr>
        <p:spPr>
          <a:xfrm>
            <a:off x="5009525" y="988246"/>
            <a:ext cx="3063300" cy="74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full of iron oxide dust</a:t>
            </a:r>
            <a:endParaRPr/>
          </a:p>
        </p:txBody>
      </p:sp>
      <p:sp>
        <p:nvSpPr>
          <p:cNvPr id="228" name="Google Shape;228;p40"/>
          <p:cNvSpPr txBox="1"/>
          <p:nvPr>
            <p:ph idx="3" type="subTitle"/>
          </p:nvPr>
        </p:nvSpPr>
        <p:spPr>
          <a:xfrm>
            <a:off x="5009525" y="2130320"/>
            <a:ext cx="30633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29" name="Google Shape;229;p40"/>
          <p:cNvSpPr txBox="1"/>
          <p:nvPr>
            <p:ph idx="4" type="subTitle"/>
          </p:nvPr>
        </p:nvSpPr>
        <p:spPr>
          <a:xfrm>
            <a:off x="5009525" y="2436345"/>
            <a:ext cx="3063300" cy="6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sp>
        <p:nvSpPr>
          <p:cNvPr id="230" name="Google Shape;230;p40"/>
          <p:cNvSpPr txBox="1"/>
          <p:nvPr>
            <p:ph type="title"/>
          </p:nvPr>
        </p:nvSpPr>
        <p:spPr>
          <a:xfrm>
            <a:off x="713100" y="1134425"/>
            <a:ext cx="3208500" cy="125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Could Use Three Columns, Why Not?</a:t>
            </a:r>
            <a:endParaRPr/>
          </a:p>
        </p:txBody>
      </p:sp>
      <p:sp>
        <p:nvSpPr>
          <p:cNvPr id="231" name="Google Shape;231;p40"/>
          <p:cNvSpPr txBox="1"/>
          <p:nvPr>
            <p:ph idx="5" type="subTitle"/>
          </p:nvPr>
        </p:nvSpPr>
        <p:spPr>
          <a:xfrm>
            <a:off x="5009525" y="3558582"/>
            <a:ext cx="30633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32" name="Google Shape;232;p40"/>
          <p:cNvSpPr txBox="1"/>
          <p:nvPr>
            <p:ph idx="6" type="subTitle"/>
          </p:nvPr>
        </p:nvSpPr>
        <p:spPr>
          <a:xfrm>
            <a:off x="5009525" y="3871620"/>
            <a:ext cx="3063300" cy="6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6" name="Shape 236"/>
        <p:cNvGrpSpPr/>
        <p:nvPr/>
      </p:nvGrpSpPr>
      <p:grpSpPr>
        <a:xfrm>
          <a:off x="0" y="0"/>
          <a:ext cx="0" cy="0"/>
          <a:chOff x="0" y="0"/>
          <a:chExt cx="0" cy="0"/>
        </a:xfrm>
      </p:grpSpPr>
      <p:sp>
        <p:nvSpPr>
          <p:cNvPr id="237" name="Google Shape;237;p41"/>
          <p:cNvSpPr txBox="1"/>
          <p:nvPr>
            <p:ph type="title"/>
          </p:nvPr>
        </p:nvSpPr>
        <p:spPr>
          <a:xfrm>
            <a:off x="713100" y="1283025"/>
            <a:ext cx="3034200" cy="153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238" name="Google Shape;238;p41"/>
          <p:cNvSpPr txBox="1"/>
          <p:nvPr>
            <p:ph idx="1" type="subTitle"/>
          </p:nvPr>
        </p:nvSpPr>
        <p:spPr>
          <a:xfrm>
            <a:off x="713100" y="2871375"/>
            <a:ext cx="2999100" cy="98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long texts</a:t>
            </a:r>
            <a:endParaRPr/>
          </a:p>
        </p:txBody>
      </p:sp>
      <p:pic>
        <p:nvPicPr>
          <p:cNvPr id="239" name="Google Shape;239;p41"/>
          <p:cNvPicPr preferRelativeResize="0"/>
          <p:nvPr/>
        </p:nvPicPr>
        <p:blipFill>
          <a:blip r:embed="rId3">
            <a:alphaModFix/>
          </a:blip>
          <a:stretch>
            <a:fillRect/>
          </a:stretch>
        </p:blipFill>
        <p:spPr>
          <a:xfrm>
            <a:off x="4184850" y="697200"/>
            <a:ext cx="3749100" cy="3749100"/>
          </a:xfrm>
          <a:prstGeom prst="ellipse">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43" name="Shape 243"/>
        <p:cNvGrpSpPr/>
        <p:nvPr/>
      </p:nvGrpSpPr>
      <p:grpSpPr>
        <a:xfrm>
          <a:off x="0" y="0"/>
          <a:ext cx="0" cy="0"/>
          <a:chOff x="0" y="0"/>
          <a:chExt cx="0" cy="0"/>
        </a:xfrm>
      </p:grpSpPr>
      <p:pic>
        <p:nvPicPr>
          <p:cNvPr id="244" name="Google Shape;244;p42"/>
          <p:cNvPicPr preferRelativeResize="0"/>
          <p:nvPr/>
        </p:nvPicPr>
        <p:blipFill>
          <a:blip r:embed="rId4">
            <a:alphaModFix/>
          </a:blip>
          <a:stretch>
            <a:fillRect/>
          </a:stretch>
        </p:blipFill>
        <p:spPr>
          <a:xfrm>
            <a:off x="75400" y="-295475"/>
            <a:ext cx="3419100" cy="3322300"/>
          </a:xfrm>
          <a:prstGeom prst="rect">
            <a:avLst/>
          </a:prstGeom>
          <a:noFill/>
          <a:ln>
            <a:noFill/>
          </a:ln>
        </p:spPr>
      </p:pic>
      <p:sp>
        <p:nvSpPr>
          <p:cNvPr id="245" name="Google Shape;245;p42"/>
          <p:cNvSpPr txBox="1"/>
          <p:nvPr>
            <p:ph type="title"/>
          </p:nvPr>
        </p:nvSpPr>
        <p:spPr>
          <a:xfrm>
            <a:off x="696850" y="445025"/>
            <a:ext cx="2176200" cy="190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A Picture Is Worth a Thousand Words</a:t>
            </a:r>
            <a:endParaRPr>
              <a:solidFill>
                <a:schemeClr val="lt1"/>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 name="Shape 249"/>
        <p:cNvGrpSpPr/>
        <p:nvPr/>
      </p:nvGrpSpPr>
      <p:grpSpPr>
        <a:xfrm>
          <a:off x="0" y="0"/>
          <a:ext cx="0" cy="0"/>
          <a:chOff x="0" y="0"/>
          <a:chExt cx="0" cy="0"/>
        </a:xfrm>
      </p:grpSpPr>
      <p:sp>
        <p:nvSpPr>
          <p:cNvPr id="250" name="Google Shape;250;p43"/>
          <p:cNvSpPr txBox="1"/>
          <p:nvPr>
            <p:ph type="title"/>
          </p:nvPr>
        </p:nvSpPr>
        <p:spPr>
          <a:xfrm>
            <a:off x="4657100" y="1199100"/>
            <a:ext cx="4014300" cy="19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Awesome Words</a:t>
            </a:r>
            <a:endParaRPr/>
          </a:p>
        </p:txBody>
      </p:sp>
      <p:sp>
        <p:nvSpPr>
          <p:cNvPr id="251" name="Google Shape;251;p43"/>
          <p:cNvSpPr txBox="1"/>
          <p:nvPr>
            <p:ph idx="1" type="subTitle"/>
          </p:nvPr>
        </p:nvSpPr>
        <p:spPr>
          <a:xfrm>
            <a:off x="4657050" y="3180025"/>
            <a:ext cx="3429000" cy="72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Because key words are great for catching your audience’s attention</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5" name="Shape 255"/>
        <p:cNvGrpSpPr/>
        <p:nvPr/>
      </p:nvGrpSpPr>
      <p:grpSpPr>
        <a:xfrm>
          <a:off x="0" y="0"/>
          <a:ext cx="0" cy="0"/>
          <a:chOff x="0" y="0"/>
          <a:chExt cx="0" cy="0"/>
        </a:xfrm>
      </p:grpSpPr>
      <p:sp>
        <p:nvSpPr>
          <p:cNvPr id="256" name="Google Shape;256;p44"/>
          <p:cNvSpPr txBox="1"/>
          <p:nvPr>
            <p:ph type="title"/>
          </p:nvPr>
        </p:nvSpPr>
        <p:spPr>
          <a:xfrm>
            <a:off x="713100" y="628525"/>
            <a:ext cx="771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a Graph to Show Your Data</a:t>
            </a:r>
            <a:endParaRPr/>
          </a:p>
        </p:txBody>
      </p:sp>
      <p:sp>
        <p:nvSpPr>
          <p:cNvPr id="257" name="Google Shape;257;p44"/>
          <p:cNvSpPr txBox="1"/>
          <p:nvPr/>
        </p:nvSpPr>
        <p:spPr>
          <a:xfrm>
            <a:off x="6191100" y="1622423"/>
            <a:ext cx="1493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Red Hat Display"/>
                <a:ea typeface="Red Hat Display"/>
                <a:cs typeface="Red Hat Display"/>
                <a:sym typeface="Red Hat Display"/>
              </a:rPr>
              <a:t>Mercury</a:t>
            </a:r>
            <a:endParaRPr b="1" sz="2000">
              <a:solidFill>
                <a:srgbClr val="000000"/>
              </a:solidFill>
              <a:latin typeface="Red Hat Display"/>
              <a:ea typeface="Red Hat Display"/>
              <a:cs typeface="Red Hat Display"/>
              <a:sym typeface="Red Hat Display"/>
            </a:endParaRPr>
          </a:p>
        </p:txBody>
      </p:sp>
      <p:sp>
        <p:nvSpPr>
          <p:cNvPr id="258" name="Google Shape;258;p44"/>
          <p:cNvSpPr txBox="1"/>
          <p:nvPr/>
        </p:nvSpPr>
        <p:spPr>
          <a:xfrm>
            <a:off x="6191100" y="2014500"/>
            <a:ext cx="22398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Mercury is the closest planet to the Sun</a:t>
            </a:r>
            <a:endParaRPr>
              <a:solidFill>
                <a:srgbClr val="000000"/>
              </a:solidFill>
              <a:latin typeface="Red Hat Display"/>
              <a:ea typeface="Red Hat Display"/>
              <a:cs typeface="Red Hat Display"/>
              <a:sym typeface="Red Hat Display"/>
            </a:endParaRPr>
          </a:p>
        </p:txBody>
      </p:sp>
      <p:sp>
        <p:nvSpPr>
          <p:cNvPr id="259" name="Google Shape;259;p44"/>
          <p:cNvSpPr txBox="1"/>
          <p:nvPr/>
        </p:nvSpPr>
        <p:spPr>
          <a:xfrm>
            <a:off x="6191100" y="2896823"/>
            <a:ext cx="1493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Red Hat Display"/>
                <a:ea typeface="Red Hat Display"/>
                <a:cs typeface="Red Hat Display"/>
                <a:sym typeface="Red Hat Display"/>
              </a:rPr>
              <a:t>Venus</a:t>
            </a:r>
            <a:endParaRPr b="1" sz="2000">
              <a:solidFill>
                <a:srgbClr val="000000"/>
              </a:solidFill>
              <a:latin typeface="Red Hat Display"/>
              <a:ea typeface="Red Hat Display"/>
              <a:cs typeface="Red Hat Display"/>
              <a:sym typeface="Red Hat Display"/>
            </a:endParaRPr>
          </a:p>
        </p:txBody>
      </p:sp>
      <p:sp>
        <p:nvSpPr>
          <p:cNvPr id="260" name="Google Shape;260;p44"/>
          <p:cNvSpPr txBox="1"/>
          <p:nvPr/>
        </p:nvSpPr>
        <p:spPr>
          <a:xfrm>
            <a:off x="6191100" y="3288900"/>
            <a:ext cx="22398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Venus has a beautiful name, but terribly hot</a:t>
            </a:r>
            <a:endParaRPr>
              <a:solidFill>
                <a:srgbClr val="000000"/>
              </a:solidFill>
              <a:latin typeface="Red Hat Display"/>
              <a:ea typeface="Red Hat Display"/>
              <a:cs typeface="Red Hat Display"/>
              <a:sym typeface="Red Hat Display"/>
            </a:endParaRPr>
          </a:p>
        </p:txBody>
      </p:sp>
      <p:sp>
        <p:nvSpPr>
          <p:cNvPr id="261" name="Google Shape;261;p44"/>
          <p:cNvSpPr txBox="1"/>
          <p:nvPr/>
        </p:nvSpPr>
        <p:spPr>
          <a:xfrm>
            <a:off x="870088" y="3974725"/>
            <a:ext cx="44103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Red Hat Display"/>
                <a:ea typeface="Red Hat Display"/>
                <a:cs typeface="Red Hat Display"/>
                <a:sym typeface="Red Hat Display"/>
              </a:rPr>
              <a:t>T</a:t>
            </a:r>
            <a:r>
              <a:rPr lang="en" sz="1200">
                <a:solidFill>
                  <a:srgbClr val="000000"/>
                </a:solidFill>
                <a:latin typeface="Red Hat Display"/>
                <a:ea typeface="Red Hat Display"/>
                <a:cs typeface="Red Hat Display"/>
                <a:sym typeface="Red Hat Display"/>
              </a:rPr>
              <a:t>o modify this graph, click on it, follow the link, change the data and </a:t>
            </a:r>
            <a:r>
              <a:rPr lang="en" sz="1200">
                <a:latin typeface="Red Hat Display"/>
                <a:ea typeface="Red Hat Display"/>
                <a:cs typeface="Red Hat Display"/>
                <a:sym typeface="Red Hat Display"/>
              </a:rPr>
              <a:t>paste the resulting graph here, replacing this one</a:t>
            </a:r>
            <a:endParaRPr sz="1200">
              <a:solidFill>
                <a:srgbClr val="000000"/>
              </a:solidFill>
              <a:latin typeface="Red Hat Display"/>
              <a:ea typeface="Red Hat Display"/>
              <a:cs typeface="Red Hat Display"/>
              <a:sym typeface="Red Hat Display"/>
            </a:endParaRPr>
          </a:p>
        </p:txBody>
      </p:sp>
      <p:sp>
        <p:nvSpPr>
          <p:cNvPr id="262" name="Google Shape;262;p44"/>
          <p:cNvSpPr/>
          <p:nvPr/>
        </p:nvSpPr>
        <p:spPr>
          <a:xfrm>
            <a:off x="5722050" y="1733895"/>
            <a:ext cx="320400" cy="320400"/>
          </a:xfrm>
          <a:prstGeom prst="ellipse">
            <a:avLst/>
          </a:prstGeom>
          <a:solidFill>
            <a:srgbClr val="6EE1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44"/>
          <p:cNvSpPr/>
          <p:nvPr/>
        </p:nvSpPr>
        <p:spPr>
          <a:xfrm>
            <a:off x="5722050" y="3008270"/>
            <a:ext cx="320400" cy="320400"/>
          </a:xfrm>
          <a:prstGeom prst="ellipse">
            <a:avLst/>
          </a:prstGeom>
          <a:solidFill>
            <a:srgbClr val="32B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64" name="Google Shape;264;p44" title="Gráfico">
            <a:hlinkClick r:id="rId3"/>
          </p:cNvPr>
          <p:cNvPicPr preferRelativeResize="0"/>
          <p:nvPr/>
        </p:nvPicPr>
        <p:blipFill>
          <a:blip r:embed="rId4">
            <a:alphaModFix/>
          </a:blip>
          <a:stretch>
            <a:fillRect/>
          </a:stretch>
        </p:blipFill>
        <p:spPr>
          <a:xfrm>
            <a:off x="713100" y="1651533"/>
            <a:ext cx="4727450" cy="2258568"/>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 name="Shape 268"/>
        <p:cNvGrpSpPr/>
        <p:nvPr/>
      </p:nvGrpSpPr>
      <p:grpSpPr>
        <a:xfrm>
          <a:off x="0" y="0"/>
          <a:ext cx="0" cy="0"/>
          <a:chOff x="0" y="0"/>
          <a:chExt cx="0" cy="0"/>
        </a:xfrm>
      </p:grpSpPr>
      <p:sp>
        <p:nvSpPr>
          <p:cNvPr id="269" name="Google Shape;269;p45"/>
          <p:cNvSpPr txBox="1"/>
          <p:nvPr>
            <p:ph type="title"/>
          </p:nvPr>
        </p:nvSpPr>
        <p:spPr>
          <a:xfrm>
            <a:off x="720300" y="628525"/>
            <a:ext cx="7703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a Graph to Show Your Data</a:t>
            </a:r>
            <a:endParaRPr/>
          </a:p>
        </p:txBody>
      </p:sp>
      <p:sp>
        <p:nvSpPr>
          <p:cNvPr id="270" name="Google Shape;270;p45"/>
          <p:cNvSpPr txBox="1"/>
          <p:nvPr/>
        </p:nvSpPr>
        <p:spPr>
          <a:xfrm>
            <a:off x="1215675" y="2741775"/>
            <a:ext cx="1574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Red Hat Display"/>
                <a:ea typeface="Red Hat Display"/>
                <a:cs typeface="Red Hat Display"/>
                <a:sym typeface="Red Hat Display"/>
              </a:rPr>
              <a:t>80%</a:t>
            </a:r>
            <a:endParaRPr b="1" sz="2000">
              <a:solidFill>
                <a:srgbClr val="000000"/>
              </a:solidFill>
              <a:latin typeface="Red Hat Display"/>
              <a:ea typeface="Red Hat Display"/>
              <a:cs typeface="Red Hat Display"/>
              <a:sym typeface="Red Hat Display"/>
            </a:endParaRPr>
          </a:p>
        </p:txBody>
      </p:sp>
      <p:sp>
        <p:nvSpPr>
          <p:cNvPr id="271" name="Google Shape;271;p45"/>
          <p:cNvSpPr txBox="1"/>
          <p:nvPr/>
        </p:nvSpPr>
        <p:spPr>
          <a:xfrm>
            <a:off x="1215675" y="3139183"/>
            <a:ext cx="1952700" cy="630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Mercury is the closest planet to the Sun</a:t>
            </a:r>
            <a:endParaRPr>
              <a:solidFill>
                <a:srgbClr val="000000"/>
              </a:solidFill>
              <a:latin typeface="Red Hat Display"/>
              <a:ea typeface="Red Hat Display"/>
              <a:cs typeface="Red Hat Display"/>
              <a:sym typeface="Red Hat Display"/>
            </a:endParaRPr>
          </a:p>
        </p:txBody>
      </p:sp>
      <p:sp>
        <p:nvSpPr>
          <p:cNvPr id="272" name="Google Shape;272;p45"/>
          <p:cNvSpPr txBox="1"/>
          <p:nvPr/>
        </p:nvSpPr>
        <p:spPr>
          <a:xfrm>
            <a:off x="1215675" y="1652925"/>
            <a:ext cx="1574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Red Hat Display"/>
                <a:ea typeface="Red Hat Display"/>
                <a:cs typeface="Red Hat Display"/>
                <a:sym typeface="Red Hat Display"/>
              </a:rPr>
              <a:t>20%</a:t>
            </a:r>
            <a:endParaRPr b="1" sz="2000">
              <a:solidFill>
                <a:srgbClr val="000000"/>
              </a:solidFill>
              <a:latin typeface="Red Hat Display"/>
              <a:ea typeface="Red Hat Display"/>
              <a:cs typeface="Red Hat Display"/>
              <a:sym typeface="Red Hat Display"/>
            </a:endParaRPr>
          </a:p>
        </p:txBody>
      </p:sp>
      <p:sp>
        <p:nvSpPr>
          <p:cNvPr id="273" name="Google Shape;273;p45"/>
          <p:cNvSpPr txBox="1"/>
          <p:nvPr/>
        </p:nvSpPr>
        <p:spPr>
          <a:xfrm>
            <a:off x="1215675" y="2050325"/>
            <a:ext cx="1952700" cy="62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Despite being red, it’s actually a cold place</a:t>
            </a:r>
            <a:endParaRPr>
              <a:solidFill>
                <a:srgbClr val="000000"/>
              </a:solidFill>
              <a:latin typeface="Red Hat Display"/>
              <a:ea typeface="Red Hat Display"/>
              <a:cs typeface="Red Hat Display"/>
              <a:sym typeface="Red Hat Display"/>
            </a:endParaRPr>
          </a:p>
        </p:txBody>
      </p:sp>
      <p:sp>
        <p:nvSpPr>
          <p:cNvPr id="274" name="Google Shape;274;p45"/>
          <p:cNvSpPr/>
          <p:nvPr/>
        </p:nvSpPr>
        <p:spPr>
          <a:xfrm>
            <a:off x="720300" y="1745003"/>
            <a:ext cx="320400" cy="320400"/>
          </a:xfrm>
          <a:prstGeom prst="ellipse">
            <a:avLst/>
          </a:prstGeom>
          <a:solidFill>
            <a:srgbClr val="32B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75" name="Google Shape;275;p45" title="Chart">
            <a:hlinkClick r:id="rId3"/>
          </p:cNvPr>
          <p:cNvPicPr preferRelativeResize="0"/>
          <p:nvPr/>
        </p:nvPicPr>
        <p:blipFill>
          <a:blip r:embed="rId4">
            <a:alphaModFix/>
          </a:blip>
          <a:stretch>
            <a:fillRect/>
          </a:stretch>
        </p:blipFill>
        <p:spPr>
          <a:xfrm>
            <a:off x="4911752" y="1577040"/>
            <a:ext cx="3511950" cy="3182401"/>
          </a:xfrm>
          <a:prstGeom prst="rect">
            <a:avLst/>
          </a:prstGeom>
          <a:noFill/>
          <a:ln>
            <a:noFill/>
          </a:ln>
        </p:spPr>
      </p:pic>
      <p:sp>
        <p:nvSpPr>
          <p:cNvPr id="276" name="Google Shape;276;p45"/>
          <p:cNvSpPr/>
          <p:nvPr/>
        </p:nvSpPr>
        <p:spPr>
          <a:xfrm>
            <a:off x="720300" y="2840775"/>
            <a:ext cx="320400" cy="320400"/>
          </a:xfrm>
          <a:prstGeom prst="ellipse">
            <a:avLst/>
          </a:prstGeom>
          <a:solidFill>
            <a:srgbClr val="6EE1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45"/>
          <p:cNvSpPr txBox="1"/>
          <p:nvPr/>
        </p:nvSpPr>
        <p:spPr>
          <a:xfrm>
            <a:off x="1215675" y="3830622"/>
            <a:ext cx="2642100" cy="74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latin typeface="Red Hat Display"/>
                <a:ea typeface="Red Hat Display"/>
                <a:cs typeface="Red Hat Display"/>
                <a:sym typeface="Red Hat Display"/>
              </a:rPr>
              <a:t>T</a:t>
            </a:r>
            <a:r>
              <a:rPr lang="en" sz="1200">
                <a:solidFill>
                  <a:srgbClr val="000000"/>
                </a:solidFill>
                <a:latin typeface="Red Hat Display"/>
                <a:ea typeface="Red Hat Display"/>
                <a:cs typeface="Red Hat Display"/>
                <a:sym typeface="Red Hat Display"/>
              </a:rPr>
              <a:t>o modify this graph, click on it, follow the link, change the data and </a:t>
            </a:r>
            <a:r>
              <a:rPr lang="en" sz="1200">
                <a:latin typeface="Red Hat Display"/>
                <a:ea typeface="Red Hat Display"/>
                <a:cs typeface="Red Hat Display"/>
                <a:sym typeface="Red Hat Display"/>
              </a:rPr>
              <a:t>paste the resulting graph here</a:t>
            </a:r>
            <a:endParaRPr sz="1200">
              <a:solidFill>
                <a:srgbClr val="000000"/>
              </a:solidFill>
              <a:latin typeface="Red Hat Display"/>
              <a:ea typeface="Red Hat Display"/>
              <a:cs typeface="Red Hat Display"/>
              <a:sym typeface="Red Hat Display"/>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 name="Shape 281"/>
        <p:cNvGrpSpPr/>
        <p:nvPr/>
      </p:nvGrpSpPr>
      <p:grpSpPr>
        <a:xfrm>
          <a:off x="0" y="0"/>
          <a:ext cx="0" cy="0"/>
          <a:chOff x="0" y="0"/>
          <a:chExt cx="0" cy="0"/>
        </a:xfrm>
      </p:grpSpPr>
      <p:sp>
        <p:nvSpPr>
          <p:cNvPr id="282" name="Google Shape;282;p46"/>
          <p:cNvSpPr txBox="1"/>
          <p:nvPr>
            <p:ph type="title"/>
          </p:nvPr>
        </p:nvSpPr>
        <p:spPr>
          <a:xfrm>
            <a:off x="713100" y="629781"/>
            <a:ext cx="4926300" cy="93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Sometimes, Reviewing Concepts Is a Good Idea</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t/>
            </a:r>
            <a:endParaRPr/>
          </a:p>
        </p:txBody>
      </p:sp>
      <p:sp>
        <p:nvSpPr>
          <p:cNvPr id="283" name="Google Shape;283;p46"/>
          <p:cNvSpPr txBox="1"/>
          <p:nvPr>
            <p:ph idx="1" type="subTitle"/>
          </p:nvPr>
        </p:nvSpPr>
        <p:spPr>
          <a:xfrm>
            <a:off x="713100" y="2518363"/>
            <a:ext cx="2404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84" name="Google Shape;284;p46"/>
          <p:cNvSpPr txBox="1"/>
          <p:nvPr>
            <p:ph idx="2" type="subTitle"/>
          </p:nvPr>
        </p:nvSpPr>
        <p:spPr>
          <a:xfrm>
            <a:off x="713100" y="2821203"/>
            <a:ext cx="24048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285" name="Google Shape;285;p46"/>
          <p:cNvSpPr txBox="1"/>
          <p:nvPr>
            <p:ph idx="3" type="subTitle"/>
          </p:nvPr>
        </p:nvSpPr>
        <p:spPr>
          <a:xfrm>
            <a:off x="3369600" y="2518363"/>
            <a:ext cx="2404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86" name="Google Shape;286;p46"/>
          <p:cNvSpPr txBox="1"/>
          <p:nvPr>
            <p:ph idx="4" type="subTitle"/>
          </p:nvPr>
        </p:nvSpPr>
        <p:spPr>
          <a:xfrm>
            <a:off x="3369600" y="2821203"/>
            <a:ext cx="24048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it’s very hot</a:t>
            </a:r>
            <a:endParaRPr/>
          </a:p>
        </p:txBody>
      </p:sp>
      <p:sp>
        <p:nvSpPr>
          <p:cNvPr id="287" name="Google Shape;287;p46"/>
          <p:cNvSpPr txBox="1"/>
          <p:nvPr>
            <p:ph idx="5" type="subTitle"/>
          </p:nvPr>
        </p:nvSpPr>
        <p:spPr>
          <a:xfrm>
            <a:off x="6026100" y="2518363"/>
            <a:ext cx="2404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88" name="Google Shape;288;p46"/>
          <p:cNvSpPr txBox="1"/>
          <p:nvPr>
            <p:ph idx="6" type="subTitle"/>
          </p:nvPr>
        </p:nvSpPr>
        <p:spPr>
          <a:xfrm>
            <a:off x="6026100" y="2821203"/>
            <a:ext cx="24048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289" name="Google Shape;289;p46"/>
          <p:cNvSpPr txBox="1"/>
          <p:nvPr>
            <p:ph idx="7" type="subTitle"/>
          </p:nvPr>
        </p:nvSpPr>
        <p:spPr>
          <a:xfrm>
            <a:off x="713100" y="3686188"/>
            <a:ext cx="2404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90" name="Google Shape;290;p46"/>
          <p:cNvSpPr txBox="1"/>
          <p:nvPr>
            <p:ph idx="8" type="subTitle"/>
          </p:nvPr>
        </p:nvSpPr>
        <p:spPr>
          <a:xfrm>
            <a:off x="713100" y="3987830"/>
            <a:ext cx="24048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291" name="Google Shape;291;p46"/>
          <p:cNvSpPr txBox="1"/>
          <p:nvPr>
            <p:ph idx="9" type="subTitle"/>
          </p:nvPr>
        </p:nvSpPr>
        <p:spPr>
          <a:xfrm>
            <a:off x="3369600" y="3686188"/>
            <a:ext cx="2404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92" name="Google Shape;292;p46"/>
          <p:cNvSpPr txBox="1"/>
          <p:nvPr>
            <p:ph idx="13" type="subTitle"/>
          </p:nvPr>
        </p:nvSpPr>
        <p:spPr>
          <a:xfrm>
            <a:off x="3369600" y="3987830"/>
            <a:ext cx="24048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one and a gas giant</a:t>
            </a:r>
            <a:endParaRPr/>
          </a:p>
        </p:txBody>
      </p:sp>
      <p:sp>
        <p:nvSpPr>
          <p:cNvPr id="293" name="Google Shape;293;p46"/>
          <p:cNvSpPr txBox="1"/>
          <p:nvPr>
            <p:ph idx="14" type="subTitle"/>
          </p:nvPr>
        </p:nvSpPr>
        <p:spPr>
          <a:xfrm>
            <a:off x="6026100" y="3686188"/>
            <a:ext cx="2404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294" name="Google Shape;294;p46"/>
          <p:cNvSpPr txBox="1"/>
          <p:nvPr>
            <p:ph idx="15" type="subTitle"/>
          </p:nvPr>
        </p:nvSpPr>
        <p:spPr>
          <a:xfrm>
            <a:off x="6026100" y="3987830"/>
            <a:ext cx="24048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 name="Shape 298"/>
        <p:cNvGrpSpPr/>
        <p:nvPr/>
      </p:nvGrpSpPr>
      <p:grpSpPr>
        <a:xfrm>
          <a:off x="0" y="0"/>
          <a:ext cx="0" cy="0"/>
          <a:chOff x="0" y="0"/>
          <a:chExt cx="0" cy="0"/>
        </a:xfrm>
      </p:grpSpPr>
      <p:pic>
        <p:nvPicPr>
          <p:cNvPr id="299" name="Google Shape;299;p47"/>
          <p:cNvPicPr preferRelativeResize="0"/>
          <p:nvPr/>
        </p:nvPicPr>
        <p:blipFill>
          <a:blip r:embed="rId3">
            <a:alphaModFix/>
          </a:blip>
          <a:stretch>
            <a:fillRect/>
          </a:stretch>
        </p:blipFill>
        <p:spPr>
          <a:xfrm>
            <a:off x="6384074" y="2749094"/>
            <a:ext cx="2046825" cy="496825"/>
          </a:xfrm>
          <a:prstGeom prst="rect">
            <a:avLst/>
          </a:prstGeom>
          <a:noFill/>
          <a:ln>
            <a:noFill/>
          </a:ln>
        </p:spPr>
      </p:pic>
      <p:pic>
        <p:nvPicPr>
          <p:cNvPr id="300" name="Google Shape;300;p47"/>
          <p:cNvPicPr preferRelativeResize="0"/>
          <p:nvPr/>
        </p:nvPicPr>
        <p:blipFill>
          <a:blip r:embed="rId3">
            <a:alphaModFix/>
          </a:blip>
          <a:stretch>
            <a:fillRect/>
          </a:stretch>
        </p:blipFill>
        <p:spPr>
          <a:xfrm>
            <a:off x="3865537" y="2749094"/>
            <a:ext cx="2046825" cy="496825"/>
          </a:xfrm>
          <a:prstGeom prst="rect">
            <a:avLst/>
          </a:prstGeom>
          <a:noFill/>
          <a:ln>
            <a:noFill/>
          </a:ln>
        </p:spPr>
      </p:pic>
      <p:pic>
        <p:nvPicPr>
          <p:cNvPr id="301" name="Google Shape;301;p47"/>
          <p:cNvPicPr preferRelativeResize="0"/>
          <p:nvPr/>
        </p:nvPicPr>
        <p:blipFill>
          <a:blip r:embed="rId3">
            <a:alphaModFix/>
          </a:blip>
          <a:stretch>
            <a:fillRect/>
          </a:stretch>
        </p:blipFill>
        <p:spPr>
          <a:xfrm>
            <a:off x="6384074" y="860934"/>
            <a:ext cx="2046825" cy="496825"/>
          </a:xfrm>
          <a:prstGeom prst="rect">
            <a:avLst/>
          </a:prstGeom>
          <a:noFill/>
          <a:ln>
            <a:noFill/>
          </a:ln>
        </p:spPr>
      </p:pic>
      <p:pic>
        <p:nvPicPr>
          <p:cNvPr id="302" name="Google Shape;302;p47"/>
          <p:cNvPicPr preferRelativeResize="0"/>
          <p:nvPr/>
        </p:nvPicPr>
        <p:blipFill>
          <a:blip r:embed="rId3">
            <a:alphaModFix/>
          </a:blip>
          <a:stretch>
            <a:fillRect/>
          </a:stretch>
        </p:blipFill>
        <p:spPr>
          <a:xfrm>
            <a:off x="3865537" y="860934"/>
            <a:ext cx="2046825" cy="496825"/>
          </a:xfrm>
          <a:prstGeom prst="rect">
            <a:avLst/>
          </a:prstGeom>
          <a:noFill/>
          <a:ln>
            <a:noFill/>
          </a:ln>
        </p:spPr>
      </p:pic>
      <p:sp>
        <p:nvSpPr>
          <p:cNvPr id="303" name="Google Shape;303;p47"/>
          <p:cNvSpPr txBox="1"/>
          <p:nvPr>
            <p:ph type="title"/>
          </p:nvPr>
        </p:nvSpPr>
        <p:spPr>
          <a:xfrm>
            <a:off x="713100" y="2032200"/>
            <a:ext cx="2761500" cy="107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a:t>
            </a:r>
            <a:r>
              <a:rPr lang="en"/>
              <a:t>about Four Columns?</a:t>
            </a:r>
            <a:endParaRPr/>
          </a:p>
        </p:txBody>
      </p:sp>
      <p:sp>
        <p:nvSpPr>
          <p:cNvPr id="304" name="Google Shape;304;p47"/>
          <p:cNvSpPr txBox="1"/>
          <p:nvPr>
            <p:ph idx="3" type="subTitle"/>
          </p:nvPr>
        </p:nvSpPr>
        <p:spPr>
          <a:xfrm>
            <a:off x="6531900" y="948400"/>
            <a:ext cx="1819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Mercury</a:t>
            </a:r>
            <a:endParaRPr>
              <a:solidFill>
                <a:schemeClr val="lt1"/>
              </a:solidFill>
            </a:endParaRPr>
          </a:p>
        </p:txBody>
      </p:sp>
      <p:sp>
        <p:nvSpPr>
          <p:cNvPr id="305" name="Google Shape;305;p47"/>
          <p:cNvSpPr txBox="1"/>
          <p:nvPr>
            <p:ph idx="1" type="subTitle"/>
          </p:nvPr>
        </p:nvSpPr>
        <p:spPr>
          <a:xfrm>
            <a:off x="4011863" y="948400"/>
            <a:ext cx="1819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Mars</a:t>
            </a:r>
            <a:endParaRPr>
              <a:solidFill>
                <a:schemeClr val="lt1"/>
              </a:solidFill>
            </a:endParaRPr>
          </a:p>
        </p:txBody>
      </p:sp>
      <p:sp>
        <p:nvSpPr>
          <p:cNvPr id="306" name="Google Shape;306;p47"/>
          <p:cNvSpPr txBox="1"/>
          <p:nvPr>
            <p:ph idx="2" type="subTitle"/>
          </p:nvPr>
        </p:nvSpPr>
        <p:spPr>
          <a:xfrm>
            <a:off x="4011863" y="1320241"/>
            <a:ext cx="1819800" cy="107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full of iron oxide dust</a:t>
            </a:r>
            <a:endParaRPr/>
          </a:p>
        </p:txBody>
      </p:sp>
      <p:sp>
        <p:nvSpPr>
          <p:cNvPr id="307" name="Google Shape;307;p47"/>
          <p:cNvSpPr txBox="1"/>
          <p:nvPr>
            <p:ph idx="4" type="subTitle"/>
          </p:nvPr>
        </p:nvSpPr>
        <p:spPr>
          <a:xfrm>
            <a:off x="6531900" y="1320241"/>
            <a:ext cx="1819800" cy="107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in the Solar System</a:t>
            </a:r>
            <a:endParaRPr/>
          </a:p>
        </p:txBody>
      </p:sp>
      <p:sp>
        <p:nvSpPr>
          <p:cNvPr id="308" name="Google Shape;308;p47"/>
          <p:cNvSpPr txBox="1"/>
          <p:nvPr>
            <p:ph idx="5" type="subTitle"/>
          </p:nvPr>
        </p:nvSpPr>
        <p:spPr>
          <a:xfrm>
            <a:off x="4011863" y="2831625"/>
            <a:ext cx="1819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Jupiter</a:t>
            </a:r>
            <a:endParaRPr>
              <a:solidFill>
                <a:schemeClr val="lt1"/>
              </a:solidFill>
            </a:endParaRPr>
          </a:p>
        </p:txBody>
      </p:sp>
      <p:sp>
        <p:nvSpPr>
          <p:cNvPr id="309" name="Google Shape;309;p47"/>
          <p:cNvSpPr txBox="1"/>
          <p:nvPr>
            <p:ph idx="6" type="subTitle"/>
          </p:nvPr>
        </p:nvSpPr>
        <p:spPr>
          <a:xfrm>
            <a:off x="4011863" y="3203462"/>
            <a:ext cx="1819800" cy="107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actually a gas giant and also the biggest planet in the Solar System</a:t>
            </a:r>
            <a:endParaRPr/>
          </a:p>
        </p:txBody>
      </p:sp>
      <p:sp>
        <p:nvSpPr>
          <p:cNvPr id="310" name="Google Shape;310;p47"/>
          <p:cNvSpPr txBox="1"/>
          <p:nvPr>
            <p:ph idx="7" type="subTitle"/>
          </p:nvPr>
        </p:nvSpPr>
        <p:spPr>
          <a:xfrm>
            <a:off x="6531900" y="2831625"/>
            <a:ext cx="1819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Venus</a:t>
            </a:r>
            <a:endParaRPr>
              <a:solidFill>
                <a:schemeClr val="lt1"/>
              </a:solidFill>
            </a:endParaRPr>
          </a:p>
        </p:txBody>
      </p:sp>
      <p:sp>
        <p:nvSpPr>
          <p:cNvPr id="311" name="Google Shape;311;p47"/>
          <p:cNvSpPr txBox="1"/>
          <p:nvPr>
            <p:ph idx="8" type="subTitle"/>
          </p:nvPr>
        </p:nvSpPr>
        <p:spPr>
          <a:xfrm>
            <a:off x="6531900" y="3203462"/>
            <a:ext cx="1819800" cy="107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 name="Shape 315"/>
        <p:cNvGrpSpPr/>
        <p:nvPr/>
      </p:nvGrpSpPr>
      <p:grpSpPr>
        <a:xfrm>
          <a:off x="0" y="0"/>
          <a:ext cx="0" cy="0"/>
          <a:chOff x="0" y="0"/>
          <a:chExt cx="0" cy="0"/>
        </a:xfrm>
      </p:grpSpPr>
      <p:sp>
        <p:nvSpPr>
          <p:cNvPr id="316" name="Google Shape;316;p48"/>
          <p:cNvSpPr txBox="1"/>
          <p:nvPr>
            <p:ph idx="9" type="title"/>
          </p:nvPr>
        </p:nvSpPr>
        <p:spPr>
          <a:xfrm>
            <a:off x="713100" y="628525"/>
            <a:ext cx="771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Or Three Columns?</a:t>
            </a:r>
            <a:endParaRPr/>
          </a:p>
        </p:txBody>
      </p:sp>
      <p:pic>
        <p:nvPicPr>
          <p:cNvPr id="317" name="Google Shape;317;p48"/>
          <p:cNvPicPr preferRelativeResize="0"/>
          <p:nvPr/>
        </p:nvPicPr>
        <p:blipFill>
          <a:blip r:embed="rId3">
            <a:alphaModFix/>
          </a:blip>
          <a:stretch>
            <a:fillRect/>
          </a:stretch>
        </p:blipFill>
        <p:spPr>
          <a:xfrm rot="5400000">
            <a:off x="6750226" y="1808960"/>
            <a:ext cx="956546" cy="979831"/>
          </a:xfrm>
          <a:prstGeom prst="rect">
            <a:avLst/>
          </a:prstGeom>
          <a:noFill/>
          <a:ln>
            <a:noFill/>
          </a:ln>
        </p:spPr>
      </p:pic>
      <p:pic>
        <p:nvPicPr>
          <p:cNvPr id="318" name="Google Shape;318;p48"/>
          <p:cNvPicPr preferRelativeResize="0"/>
          <p:nvPr/>
        </p:nvPicPr>
        <p:blipFill>
          <a:blip r:embed="rId3">
            <a:alphaModFix/>
          </a:blip>
          <a:stretch>
            <a:fillRect/>
          </a:stretch>
        </p:blipFill>
        <p:spPr>
          <a:xfrm>
            <a:off x="4093727" y="1808960"/>
            <a:ext cx="956547" cy="979830"/>
          </a:xfrm>
          <a:prstGeom prst="rect">
            <a:avLst/>
          </a:prstGeom>
          <a:noFill/>
          <a:ln>
            <a:noFill/>
          </a:ln>
        </p:spPr>
      </p:pic>
      <p:pic>
        <p:nvPicPr>
          <p:cNvPr id="319" name="Google Shape;319;p48"/>
          <p:cNvPicPr preferRelativeResize="0"/>
          <p:nvPr/>
        </p:nvPicPr>
        <p:blipFill>
          <a:blip r:embed="rId4">
            <a:alphaModFix/>
          </a:blip>
          <a:stretch>
            <a:fillRect/>
          </a:stretch>
        </p:blipFill>
        <p:spPr>
          <a:xfrm>
            <a:off x="1437225" y="1808910"/>
            <a:ext cx="956547" cy="979925"/>
          </a:xfrm>
          <a:prstGeom prst="rect">
            <a:avLst/>
          </a:prstGeom>
          <a:noFill/>
          <a:ln>
            <a:noFill/>
          </a:ln>
        </p:spPr>
      </p:pic>
      <p:sp>
        <p:nvSpPr>
          <p:cNvPr id="320" name="Google Shape;320;p48"/>
          <p:cNvSpPr txBox="1"/>
          <p:nvPr>
            <p:ph idx="7" type="title"/>
          </p:nvPr>
        </p:nvSpPr>
        <p:spPr>
          <a:xfrm>
            <a:off x="4270200" y="2088583"/>
            <a:ext cx="603600" cy="42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02</a:t>
            </a:r>
            <a:endParaRPr>
              <a:solidFill>
                <a:schemeClr val="lt1"/>
              </a:solidFill>
            </a:endParaRPr>
          </a:p>
        </p:txBody>
      </p:sp>
      <p:sp>
        <p:nvSpPr>
          <p:cNvPr id="321" name="Google Shape;321;p48"/>
          <p:cNvSpPr txBox="1"/>
          <p:nvPr>
            <p:ph idx="1" type="subTitle"/>
          </p:nvPr>
        </p:nvSpPr>
        <p:spPr>
          <a:xfrm>
            <a:off x="713100" y="3057538"/>
            <a:ext cx="2404800" cy="40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22" name="Google Shape;322;p48"/>
          <p:cNvSpPr txBox="1"/>
          <p:nvPr>
            <p:ph idx="2" type="subTitle"/>
          </p:nvPr>
        </p:nvSpPr>
        <p:spPr>
          <a:xfrm>
            <a:off x="713100" y="3351747"/>
            <a:ext cx="2404800" cy="8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sp>
        <p:nvSpPr>
          <p:cNvPr id="323" name="Google Shape;323;p48"/>
          <p:cNvSpPr txBox="1"/>
          <p:nvPr>
            <p:ph idx="3" type="subTitle"/>
          </p:nvPr>
        </p:nvSpPr>
        <p:spPr>
          <a:xfrm>
            <a:off x="3369600" y="3057538"/>
            <a:ext cx="2404800" cy="40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24" name="Google Shape;324;p48"/>
          <p:cNvSpPr txBox="1"/>
          <p:nvPr>
            <p:ph idx="4" type="subTitle"/>
          </p:nvPr>
        </p:nvSpPr>
        <p:spPr>
          <a:xfrm>
            <a:off x="3369600" y="3351747"/>
            <a:ext cx="2404800" cy="8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actually  a gas giant and also the biggest planet in the Solar System</a:t>
            </a:r>
            <a:endParaRPr/>
          </a:p>
        </p:txBody>
      </p:sp>
      <p:sp>
        <p:nvSpPr>
          <p:cNvPr id="325" name="Google Shape;325;p48"/>
          <p:cNvSpPr txBox="1"/>
          <p:nvPr>
            <p:ph idx="5" type="subTitle"/>
          </p:nvPr>
        </p:nvSpPr>
        <p:spPr>
          <a:xfrm>
            <a:off x="6026100" y="3057538"/>
            <a:ext cx="2404800" cy="40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26" name="Google Shape;326;p48"/>
          <p:cNvSpPr txBox="1"/>
          <p:nvPr>
            <p:ph idx="6" type="subTitle"/>
          </p:nvPr>
        </p:nvSpPr>
        <p:spPr>
          <a:xfrm>
            <a:off x="6026100" y="3351747"/>
            <a:ext cx="2404800" cy="8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327" name="Google Shape;327;p48"/>
          <p:cNvSpPr txBox="1"/>
          <p:nvPr>
            <p:ph type="title"/>
          </p:nvPr>
        </p:nvSpPr>
        <p:spPr>
          <a:xfrm>
            <a:off x="1613700" y="2088583"/>
            <a:ext cx="603600" cy="42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01</a:t>
            </a:r>
            <a:endParaRPr>
              <a:solidFill>
                <a:schemeClr val="lt1"/>
              </a:solidFill>
            </a:endParaRPr>
          </a:p>
        </p:txBody>
      </p:sp>
      <p:sp>
        <p:nvSpPr>
          <p:cNvPr id="328" name="Google Shape;328;p48"/>
          <p:cNvSpPr txBox="1"/>
          <p:nvPr>
            <p:ph idx="8" type="title"/>
          </p:nvPr>
        </p:nvSpPr>
        <p:spPr>
          <a:xfrm>
            <a:off x="6926700" y="2088583"/>
            <a:ext cx="603600" cy="42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03</a:t>
            </a:r>
            <a:endParaRPr>
              <a:solidFill>
                <a:schemeClr val="lt1"/>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2" name="Shape 332"/>
        <p:cNvGrpSpPr/>
        <p:nvPr/>
      </p:nvGrpSpPr>
      <p:grpSpPr>
        <a:xfrm>
          <a:off x="0" y="0"/>
          <a:ext cx="0" cy="0"/>
          <a:chOff x="0" y="0"/>
          <a:chExt cx="0" cy="0"/>
        </a:xfrm>
      </p:grpSpPr>
      <p:sp>
        <p:nvSpPr>
          <p:cNvPr id="333" name="Google Shape;333;p49"/>
          <p:cNvSpPr txBox="1"/>
          <p:nvPr>
            <p:ph type="title"/>
          </p:nvPr>
        </p:nvSpPr>
        <p:spPr>
          <a:xfrm>
            <a:off x="713100" y="628525"/>
            <a:ext cx="771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Make Your Idea Understandable…</a:t>
            </a:r>
            <a:endParaRPr/>
          </a:p>
        </p:txBody>
      </p:sp>
      <p:pic>
        <p:nvPicPr>
          <p:cNvPr id="334" name="Google Shape;334;p49"/>
          <p:cNvPicPr preferRelativeResize="0"/>
          <p:nvPr/>
        </p:nvPicPr>
        <p:blipFill>
          <a:blip r:embed="rId3">
            <a:alphaModFix/>
          </a:blip>
          <a:stretch>
            <a:fillRect/>
          </a:stretch>
        </p:blipFill>
        <p:spPr>
          <a:xfrm>
            <a:off x="3492268" y="2144900"/>
            <a:ext cx="2313432" cy="2249424"/>
          </a:xfrm>
          <a:prstGeom prst="rect">
            <a:avLst/>
          </a:prstGeom>
          <a:noFill/>
          <a:ln>
            <a:noFill/>
          </a:ln>
        </p:spPr>
      </p:pic>
      <p:sp>
        <p:nvSpPr>
          <p:cNvPr id="335" name="Google Shape;335;p49"/>
          <p:cNvSpPr txBox="1"/>
          <p:nvPr/>
        </p:nvSpPr>
        <p:spPr>
          <a:xfrm>
            <a:off x="713100" y="1889000"/>
            <a:ext cx="2032800" cy="402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rgbClr val="000000"/>
                </a:solidFill>
                <a:latin typeface="Red Hat Display"/>
                <a:ea typeface="Red Hat Display"/>
                <a:cs typeface="Red Hat Display"/>
                <a:sym typeface="Red Hat Display"/>
              </a:rPr>
              <a:t>Mars</a:t>
            </a:r>
            <a:endParaRPr b="1" sz="2000">
              <a:solidFill>
                <a:srgbClr val="000000"/>
              </a:solidFill>
              <a:latin typeface="Red Hat Display"/>
              <a:ea typeface="Red Hat Display"/>
              <a:cs typeface="Red Hat Display"/>
              <a:sym typeface="Red Hat Display"/>
            </a:endParaRPr>
          </a:p>
        </p:txBody>
      </p:sp>
      <p:sp>
        <p:nvSpPr>
          <p:cNvPr id="336" name="Google Shape;336;p49"/>
          <p:cNvSpPr txBox="1"/>
          <p:nvPr/>
        </p:nvSpPr>
        <p:spPr>
          <a:xfrm>
            <a:off x="917100" y="2277619"/>
            <a:ext cx="1828800" cy="704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Red Hat Display"/>
                <a:ea typeface="Red Hat Display"/>
                <a:cs typeface="Red Hat Display"/>
                <a:sym typeface="Red Hat Display"/>
              </a:rPr>
              <a:t>Despite being red, Mars</a:t>
            </a:r>
            <a:r>
              <a:rPr lang="en">
                <a:solidFill>
                  <a:srgbClr val="000000"/>
                </a:solidFill>
                <a:latin typeface="Red Hat Display"/>
                <a:ea typeface="Red Hat Display"/>
                <a:cs typeface="Red Hat Display"/>
                <a:sym typeface="Red Hat Display"/>
              </a:rPr>
              <a:t> is a cold place</a:t>
            </a:r>
            <a:endParaRPr>
              <a:solidFill>
                <a:srgbClr val="000000"/>
              </a:solidFill>
              <a:latin typeface="Red Hat Display"/>
              <a:ea typeface="Red Hat Display"/>
              <a:cs typeface="Red Hat Display"/>
              <a:sym typeface="Red Hat Display"/>
            </a:endParaRPr>
          </a:p>
        </p:txBody>
      </p:sp>
      <p:sp>
        <p:nvSpPr>
          <p:cNvPr id="337" name="Google Shape;337;p49"/>
          <p:cNvSpPr txBox="1"/>
          <p:nvPr/>
        </p:nvSpPr>
        <p:spPr>
          <a:xfrm>
            <a:off x="6400800" y="1888992"/>
            <a:ext cx="20301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Red Hat Display"/>
                <a:ea typeface="Red Hat Display"/>
                <a:cs typeface="Red Hat Display"/>
                <a:sym typeface="Red Hat Display"/>
              </a:rPr>
              <a:t>Saturn</a:t>
            </a:r>
            <a:endParaRPr b="1" sz="2000">
              <a:solidFill>
                <a:srgbClr val="000000"/>
              </a:solidFill>
              <a:latin typeface="Red Hat Display"/>
              <a:ea typeface="Red Hat Display"/>
              <a:cs typeface="Red Hat Display"/>
              <a:sym typeface="Red Hat Display"/>
            </a:endParaRPr>
          </a:p>
        </p:txBody>
      </p:sp>
      <p:sp>
        <p:nvSpPr>
          <p:cNvPr id="338" name="Google Shape;338;p49"/>
          <p:cNvSpPr txBox="1"/>
          <p:nvPr/>
        </p:nvSpPr>
        <p:spPr>
          <a:xfrm>
            <a:off x="6400800" y="2277616"/>
            <a:ext cx="1828800" cy="70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Saturn is the ringed one and a gas giant</a:t>
            </a:r>
            <a:endParaRPr>
              <a:solidFill>
                <a:srgbClr val="000000"/>
              </a:solidFill>
              <a:latin typeface="Red Hat Display"/>
              <a:ea typeface="Red Hat Display"/>
              <a:cs typeface="Red Hat Display"/>
              <a:sym typeface="Red Hat Display"/>
            </a:endParaRPr>
          </a:p>
        </p:txBody>
      </p:sp>
      <p:sp>
        <p:nvSpPr>
          <p:cNvPr id="339" name="Google Shape;339;p49"/>
          <p:cNvSpPr txBox="1"/>
          <p:nvPr/>
        </p:nvSpPr>
        <p:spPr>
          <a:xfrm>
            <a:off x="713100" y="3529597"/>
            <a:ext cx="2032800" cy="402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rgbClr val="000000"/>
                </a:solidFill>
                <a:latin typeface="Red Hat Display"/>
                <a:ea typeface="Red Hat Display"/>
                <a:cs typeface="Red Hat Display"/>
                <a:sym typeface="Red Hat Display"/>
              </a:rPr>
              <a:t>Mercury</a:t>
            </a:r>
            <a:endParaRPr b="1" sz="2000">
              <a:solidFill>
                <a:srgbClr val="000000"/>
              </a:solidFill>
              <a:latin typeface="Red Hat Display"/>
              <a:ea typeface="Red Hat Display"/>
              <a:cs typeface="Red Hat Display"/>
              <a:sym typeface="Red Hat Display"/>
            </a:endParaRPr>
          </a:p>
        </p:txBody>
      </p:sp>
      <p:sp>
        <p:nvSpPr>
          <p:cNvPr id="340" name="Google Shape;340;p49"/>
          <p:cNvSpPr txBox="1"/>
          <p:nvPr/>
        </p:nvSpPr>
        <p:spPr>
          <a:xfrm>
            <a:off x="914425" y="3918191"/>
            <a:ext cx="1828800" cy="704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000000"/>
                </a:solidFill>
                <a:latin typeface="Red Hat Display"/>
                <a:ea typeface="Red Hat Display"/>
                <a:cs typeface="Red Hat Display"/>
                <a:sym typeface="Red Hat Display"/>
              </a:rPr>
              <a:t>It’s the closest planet to the Sun</a:t>
            </a:r>
            <a:endParaRPr>
              <a:solidFill>
                <a:srgbClr val="000000"/>
              </a:solidFill>
              <a:latin typeface="Red Hat Display"/>
              <a:ea typeface="Red Hat Display"/>
              <a:cs typeface="Red Hat Display"/>
              <a:sym typeface="Red Hat Display"/>
            </a:endParaRPr>
          </a:p>
        </p:txBody>
      </p:sp>
      <p:sp>
        <p:nvSpPr>
          <p:cNvPr id="341" name="Google Shape;341;p49"/>
          <p:cNvSpPr txBox="1"/>
          <p:nvPr/>
        </p:nvSpPr>
        <p:spPr>
          <a:xfrm>
            <a:off x="6400800" y="3529588"/>
            <a:ext cx="20301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Red Hat Display"/>
                <a:ea typeface="Red Hat Display"/>
                <a:cs typeface="Red Hat Display"/>
                <a:sym typeface="Red Hat Display"/>
              </a:rPr>
              <a:t>Venus</a:t>
            </a:r>
            <a:endParaRPr b="1" sz="2000">
              <a:solidFill>
                <a:srgbClr val="000000"/>
              </a:solidFill>
              <a:latin typeface="Red Hat Display"/>
              <a:ea typeface="Red Hat Display"/>
              <a:cs typeface="Red Hat Display"/>
              <a:sym typeface="Red Hat Display"/>
            </a:endParaRPr>
          </a:p>
        </p:txBody>
      </p:sp>
      <p:sp>
        <p:nvSpPr>
          <p:cNvPr id="342" name="Google Shape;342;p49"/>
          <p:cNvSpPr txBox="1"/>
          <p:nvPr/>
        </p:nvSpPr>
        <p:spPr>
          <a:xfrm>
            <a:off x="6400800" y="3918212"/>
            <a:ext cx="1828800" cy="70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It has a beautiful name, but is very hot</a:t>
            </a:r>
            <a:endParaRPr>
              <a:solidFill>
                <a:srgbClr val="000000"/>
              </a:solidFill>
              <a:latin typeface="Red Hat Display"/>
              <a:ea typeface="Red Hat Display"/>
              <a:cs typeface="Red Hat Display"/>
              <a:sym typeface="Red Hat Display"/>
            </a:endParaRPr>
          </a:p>
        </p:txBody>
      </p:sp>
      <p:grpSp>
        <p:nvGrpSpPr>
          <p:cNvPr id="343" name="Google Shape;343;p49"/>
          <p:cNvGrpSpPr/>
          <p:nvPr/>
        </p:nvGrpSpPr>
        <p:grpSpPr>
          <a:xfrm>
            <a:off x="3077763" y="2448081"/>
            <a:ext cx="2988475" cy="1643025"/>
            <a:chOff x="3037625" y="2179118"/>
            <a:chExt cx="2988475" cy="1643025"/>
          </a:xfrm>
        </p:grpSpPr>
        <p:cxnSp>
          <p:nvCxnSpPr>
            <p:cNvPr id="344" name="Google Shape;344;p49"/>
            <p:cNvCxnSpPr/>
            <p:nvPr/>
          </p:nvCxnSpPr>
          <p:spPr>
            <a:xfrm>
              <a:off x="3037625" y="2179118"/>
              <a:ext cx="783600" cy="266100"/>
            </a:xfrm>
            <a:prstGeom prst="bentConnector3">
              <a:avLst>
                <a:gd fmla="val 49999" name="adj1"/>
              </a:avLst>
            </a:prstGeom>
            <a:noFill/>
            <a:ln cap="flat" cmpd="sng" w="19050">
              <a:solidFill>
                <a:srgbClr val="000000"/>
              </a:solidFill>
              <a:prstDash val="solid"/>
              <a:round/>
              <a:headEnd len="med" w="med" type="oval"/>
              <a:tailEnd len="med" w="med" type="oval"/>
            </a:ln>
          </p:spPr>
        </p:cxnSp>
        <p:cxnSp>
          <p:nvCxnSpPr>
            <p:cNvPr id="345" name="Google Shape;345;p49"/>
            <p:cNvCxnSpPr/>
            <p:nvPr/>
          </p:nvCxnSpPr>
          <p:spPr>
            <a:xfrm flipH="1">
              <a:off x="5242500" y="2179118"/>
              <a:ext cx="783600" cy="266100"/>
            </a:xfrm>
            <a:prstGeom prst="bentConnector3">
              <a:avLst>
                <a:gd fmla="val 49999" name="adj1"/>
              </a:avLst>
            </a:prstGeom>
            <a:noFill/>
            <a:ln cap="flat" cmpd="sng" w="19050">
              <a:solidFill>
                <a:srgbClr val="000000"/>
              </a:solidFill>
              <a:prstDash val="solid"/>
              <a:round/>
              <a:headEnd len="med" w="med" type="oval"/>
              <a:tailEnd len="med" w="med" type="oval"/>
            </a:ln>
          </p:spPr>
        </p:cxnSp>
        <p:cxnSp>
          <p:nvCxnSpPr>
            <p:cNvPr id="346" name="Google Shape;346;p49"/>
            <p:cNvCxnSpPr/>
            <p:nvPr/>
          </p:nvCxnSpPr>
          <p:spPr>
            <a:xfrm flipH="1" rot="10800000">
              <a:off x="3037625" y="3556043"/>
              <a:ext cx="783600" cy="266100"/>
            </a:xfrm>
            <a:prstGeom prst="bentConnector3">
              <a:avLst>
                <a:gd fmla="val 49999" name="adj1"/>
              </a:avLst>
            </a:prstGeom>
            <a:noFill/>
            <a:ln cap="flat" cmpd="sng" w="19050">
              <a:solidFill>
                <a:srgbClr val="000000"/>
              </a:solidFill>
              <a:prstDash val="solid"/>
              <a:round/>
              <a:headEnd len="med" w="med" type="oval"/>
              <a:tailEnd len="med" w="med" type="oval"/>
            </a:ln>
          </p:spPr>
        </p:cxnSp>
        <p:cxnSp>
          <p:nvCxnSpPr>
            <p:cNvPr id="347" name="Google Shape;347;p49"/>
            <p:cNvCxnSpPr/>
            <p:nvPr/>
          </p:nvCxnSpPr>
          <p:spPr>
            <a:xfrm rot="10800000">
              <a:off x="5242500" y="3556043"/>
              <a:ext cx="783600" cy="266100"/>
            </a:xfrm>
            <a:prstGeom prst="bentConnector3">
              <a:avLst>
                <a:gd fmla="val 49999" name="adj1"/>
              </a:avLst>
            </a:prstGeom>
            <a:noFill/>
            <a:ln cap="flat" cmpd="sng" w="19050">
              <a:solidFill>
                <a:srgbClr val="000000"/>
              </a:solidFill>
              <a:prstDash val="solid"/>
              <a:round/>
              <a:headEnd len="med" w="med" type="oval"/>
              <a:tailEnd len="med" w="med" type="oval"/>
            </a:ln>
          </p:spPr>
        </p:cxnSp>
      </p:grpSp>
      <p:grpSp>
        <p:nvGrpSpPr>
          <p:cNvPr id="348" name="Google Shape;348;p49"/>
          <p:cNvGrpSpPr/>
          <p:nvPr/>
        </p:nvGrpSpPr>
        <p:grpSpPr>
          <a:xfrm>
            <a:off x="3959998" y="2887826"/>
            <a:ext cx="1224004" cy="1012164"/>
            <a:chOff x="2436000" y="3869050"/>
            <a:chExt cx="330125" cy="272975"/>
          </a:xfrm>
        </p:grpSpPr>
        <p:sp>
          <p:nvSpPr>
            <p:cNvPr id="349" name="Google Shape;349;p49"/>
            <p:cNvSpPr/>
            <p:nvPr/>
          </p:nvSpPr>
          <p:spPr>
            <a:xfrm>
              <a:off x="2436000" y="3869050"/>
              <a:ext cx="330125" cy="272975"/>
            </a:xfrm>
            <a:custGeom>
              <a:rect b="b" l="l" r="r" t="t"/>
              <a:pathLst>
                <a:path extrusionOk="0" h="10919" w="13205">
                  <a:moveTo>
                    <a:pt x="3049" y="3358"/>
                  </a:moveTo>
                  <a:lnTo>
                    <a:pt x="3656" y="4573"/>
                  </a:lnTo>
                  <a:lnTo>
                    <a:pt x="2442" y="4573"/>
                  </a:lnTo>
                  <a:lnTo>
                    <a:pt x="3049" y="3358"/>
                  </a:lnTo>
                  <a:close/>
                  <a:moveTo>
                    <a:pt x="12693" y="525"/>
                  </a:moveTo>
                  <a:lnTo>
                    <a:pt x="12693" y="8121"/>
                  </a:lnTo>
                  <a:lnTo>
                    <a:pt x="4311" y="8121"/>
                  </a:lnTo>
                  <a:lnTo>
                    <a:pt x="4311" y="4823"/>
                  </a:lnTo>
                  <a:lnTo>
                    <a:pt x="4311" y="4799"/>
                  </a:lnTo>
                  <a:lnTo>
                    <a:pt x="4311" y="4787"/>
                  </a:lnTo>
                  <a:lnTo>
                    <a:pt x="4311" y="4763"/>
                  </a:lnTo>
                  <a:cubicBezTo>
                    <a:pt x="4311" y="4739"/>
                    <a:pt x="4311" y="4739"/>
                    <a:pt x="4299" y="4728"/>
                  </a:cubicBezTo>
                  <a:cubicBezTo>
                    <a:pt x="4299" y="4716"/>
                    <a:pt x="4299" y="4716"/>
                    <a:pt x="4287" y="4716"/>
                  </a:cubicBezTo>
                  <a:lnTo>
                    <a:pt x="3275" y="2692"/>
                  </a:lnTo>
                  <a:cubicBezTo>
                    <a:pt x="3227" y="2596"/>
                    <a:pt x="3144" y="2561"/>
                    <a:pt x="3049" y="2561"/>
                  </a:cubicBezTo>
                  <a:cubicBezTo>
                    <a:pt x="2965" y="2561"/>
                    <a:pt x="2870" y="2620"/>
                    <a:pt x="2823" y="2692"/>
                  </a:cubicBezTo>
                  <a:lnTo>
                    <a:pt x="1811" y="4716"/>
                  </a:lnTo>
                  <a:cubicBezTo>
                    <a:pt x="1811" y="4716"/>
                    <a:pt x="1811" y="4728"/>
                    <a:pt x="1799" y="4728"/>
                  </a:cubicBezTo>
                  <a:cubicBezTo>
                    <a:pt x="1799" y="4739"/>
                    <a:pt x="1799" y="4739"/>
                    <a:pt x="1787" y="4763"/>
                  </a:cubicBezTo>
                  <a:lnTo>
                    <a:pt x="1787" y="4787"/>
                  </a:lnTo>
                  <a:lnTo>
                    <a:pt x="1787" y="4799"/>
                  </a:lnTo>
                  <a:lnTo>
                    <a:pt x="1787" y="4823"/>
                  </a:lnTo>
                  <a:lnTo>
                    <a:pt x="1787" y="8121"/>
                  </a:lnTo>
                  <a:lnTo>
                    <a:pt x="525" y="8121"/>
                  </a:lnTo>
                  <a:lnTo>
                    <a:pt x="525" y="1537"/>
                  </a:lnTo>
                  <a:lnTo>
                    <a:pt x="2037" y="1537"/>
                  </a:lnTo>
                  <a:cubicBezTo>
                    <a:pt x="2168" y="1537"/>
                    <a:pt x="2287" y="1418"/>
                    <a:pt x="2287" y="1275"/>
                  </a:cubicBezTo>
                  <a:cubicBezTo>
                    <a:pt x="2287" y="1144"/>
                    <a:pt x="2168" y="1025"/>
                    <a:pt x="2037" y="1025"/>
                  </a:cubicBezTo>
                  <a:lnTo>
                    <a:pt x="525" y="1025"/>
                  </a:lnTo>
                  <a:lnTo>
                    <a:pt x="525" y="525"/>
                  </a:lnTo>
                  <a:close/>
                  <a:moveTo>
                    <a:pt x="2799" y="5073"/>
                  </a:moveTo>
                  <a:lnTo>
                    <a:pt x="2799" y="9133"/>
                  </a:lnTo>
                  <a:lnTo>
                    <a:pt x="2287" y="9133"/>
                  </a:lnTo>
                  <a:lnTo>
                    <a:pt x="2287" y="8371"/>
                  </a:lnTo>
                  <a:lnTo>
                    <a:pt x="2287" y="5073"/>
                  </a:lnTo>
                  <a:close/>
                  <a:moveTo>
                    <a:pt x="3811" y="5073"/>
                  </a:moveTo>
                  <a:lnTo>
                    <a:pt x="3811" y="8383"/>
                  </a:lnTo>
                  <a:lnTo>
                    <a:pt x="3811" y="9133"/>
                  </a:lnTo>
                  <a:lnTo>
                    <a:pt x="3299" y="9133"/>
                  </a:lnTo>
                  <a:lnTo>
                    <a:pt x="3299" y="5073"/>
                  </a:lnTo>
                  <a:close/>
                  <a:moveTo>
                    <a:pt x="3823" y="9645"/>
                  </a:moveTo>
                  <a:lnTo>
                    <a:pt x="3811" y="10169"/>
                  </a:lnTo>
                  <a:cubicBezTo>
                    <a:pt x="3811" y="10300"/>
                    <a:pt x="3704" y="10407"/>
                    <a:pt x="3573" y="10407"/>
                  </a:cubicBezTo>
                  <a:lnTo>
                    <a:pt x="2537" y="10407"/>
                  </a:lnTo>
                  <a:cubicBezTo>
                    <a:pt x="2406" y="10407"/>
                    <a:pt x="2299" y="10300"/>
                    <a:pt x="2299" y="10169"/>
                  </a:cubicBezTo>
                  <a:lnTo>
                    <a:pt x="2299" y="9645"/>
                  </a:lnTo>
                  <a:close/>
                  <a:moveTo>
                    <a:pt x="251" y="1"/>
                  </a:moveTo>
                  <a:cubicBezTo>
                    <a:pt x="120" y="1"/>
                    <a:pt x="1" y="120"/>
                    <a:pt x="1" y="251"/>
                  </a:cubicBezTo>
                  <a:lnTo>
                    <a:pt x="1" y="8383"/>
                  </a:lnTo>
                  <a:cubicBezTo>
                    <a:pt x="1" y="8514"/>
                    <a:pt x="120" y="8633"/>
                    <a:pt x="251" y="8633"/>
                  </a:cubicBezTo>
                  <a:lnTo>
                    <a:pt x="1775" y="8633"/>
                  </a:lnTo>
                  <a:lnTo>
                    <a:pt x="1775" y="9395"/>
                  </a:lnTo>
                  <a:lnTo>
                    <a:pt x="1775" y="10169"/>
                  </a:lnTo>
                  <a:cubicBezTo>
                    <a:pt x="1775" y="10585"/>
                    <a:pt x="2108" y="10919"/>
                    <a:pt x="2525" y="10919"/>
                  </a:cubicBezTo>
                  <a:lnTo>
                    <a:pt x="3561" y="10919"/>
                  </a:lnTo>
                  <a:cubicBezTo>
                    <a:pt x="3977" y="10919"/>
                    <a:pt x="4311" y="10585"/>
                    <a:pt x="4311" y="10169"/>
                  </a:cubicBezTo>
                  <a:lnTo>
                    <a:pt x="4311" y="9395"/>
                  </a:lnTo>
                  <a:lnTo>
                    <a:pt x="4311" y="8633"/>
                  </a:lnTo>
                  <a:lnTo>
                    <a:pt x="12943" y="8633"/>
                  </a:lnTo>
                  <a:cubicBezTo>
                    <a:pt x="13086" y="8633"/>
                    <a:pt x="13205" y="8514"/>
                    <a:pt x="13205" y="8383"/>
                  </a:cubicBezTo>
                  <a:lnTo>
                    <a:pt x="13205" y="251"/>
                  </a:lnTo>
                  <a:cubicBezTo>
                    <a:pt x="13205" y="120"/>
                    <a:pt x="13086" y="1"/>
                    <a:pt x="12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9"/>
            <p:cNvSpPr/>
            <p:nvPr/>
          </p:nvSpPr>
          <p:spPr>
            <a:xfrm>
              <a:off x="2569350" y="3907450"/>
              <a:ext cx="139625" cy="139325"/>
            </a:xfrm>
            <a:custGeom>
              <a:rect b="b" l="l" r="r" t="t"/>
              <a:pathLst>
                <a:path extrusionOk="0" h="5573" w="5585">
                  <a:moveTo>
                    <a:pt x="2037" y="501"/>
                  </a:moveTo>
                  <a:cubicBezTo>
                    <a:pt x="2870" y="501"/>
                    <a:pt x="3549" y="1179"/>
                    <a:pt x="3549" y="2025"/>
                  </a:cubicBezTo>
                  <a:cubicBezTo>
                    <a:pt x="3549" y="2203"/>
                    <a:pt x="3525" y="2358"/>
                    <a:pt x="3465" y="2525"/>
                  </a:cubicBezTo>
                  <a:lnTo>
                    <a:pt x="1263" y="2525"/>
                  </a:lnTo>
                  <a:cubicBezTo>
                    <a:pt x="1120" y="2525"/>
                    <a:pt x="1025" y="2644"/>
                    <a:pt x="1025" y="2775"/>
                  </a:cubicBezTo>
                  <a:lnTo>
                    <a:pt x="1025" y="3156"/>
                  </a:lnTo>
                  <a:cubicBezTo>
                    <a:pt x="703" y="2870"/>
                    <a:pt x="513" y="2453"/>
                    <a:pt x="513" y="2025"/>
                  </a:cubicBezTo>
                  <a:cubicBezTo>
                    <a:pt x="513" y="1179"/>
                    <a:pt x="1203" y="501"/>
                    <a:pt x="2037" y="501"/>
                  </a:cubicBezTo>
                  <a:close/>
                  <a:moveTo>
                    <a:pt x="5073" y="3037"/>
                  </a:moveTo>
                  <a:lnTo>
                    <a:pt x="5073" y="5061"/>
                  </a:lnTo>
                  <a:lnTo>
                    <a:pt x="1513" y="5061"/>
                  </a:lnTo>
                  <a:lnTo>
                    <a:pt x="1513" y="3632"/>
                  </a:lnTo>
                  <a:lnTo>
                    <a:pt x="1513" y="3037"/>
                  </a:lnTo>
                  <a:close/>
                  <a:moveTo>
                    <a:pt x="2025" y="1"/>
                  </a:moveTo>
                  <a:cubicBezTo>
                    <a:pt x="918" y="1"/>
                    <a:pt x="1" y="906"/>
                    <a:pt x="1" y="2025"/>
                  </a:cubicBezTo>
                  <a:cubicBezTo>
                    <a:pt x="1" y="2751"/>
                    <a:pt x="394" y="3418"/>
                    <a:pt x="1013" y="3775"/>
                  </a:cubicBezTo>
                  <a:lnTo>
                    <a:pt x="1013" y="5323"/>
                  </a:lnTo>
                  <a:cubicBezTo>
                    <a:pt x="1013" y="5454"/>
                    <a:pt x="1132" y="5573"/>
                    <a:pt x="1275" y="5573"/>
                  </a:cubicBezTo>
                  <a:lnTo>
                    <a:pt x="5335" y="5573"/>
                  </a:lnTo>
                  <a:cubicBezTo>
                    <a:pt x="5466" y="5573"/>
                    <a:pt x="5585" y="5454"/>
                    <a:pt x="5585" y="5323"/>
                  </a:cubicBezTo>
                  <a:lnTo>
                    <a:pt x="5585" y="2775"/>
                  </a:lnTo>
                  <a:cubicBezTo>
                    <a:pt x="5585" y="2644"/>
                    <a:pt x="5466" y="2525"/>
                    <a:pt x="5335" y="2525"/>
                  </a:cubicBezTo>
                  <a:lnTo>
                    <a:pt x="4001" y="2525"/>
                  </a:lnTo>
                  <a:cubicBezTo>
                    <a:pt x="4037" y="2358"/>
                    <a:pt x="4049" y="2203"/>
                    <a:pt x="4049" y="2025"/>
                  </a:cubicBezTo>
                  <a:cubicBezTo>
                    <a:pt x="4049" y="906"/>
                    <a:pt x="3144" y="1"/>
                    <a:pt x="2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9"/>
            <p:cNvSpPr/>
            <p:nvPr/>
          </p:nvSpPr>
          <p:spPr>
            <a:xfrm>
              <a:off x="2669675" y="3905075"/>
              <a:ext cx="66100" cy="48550"/>
            </a:xfrm>
            <a:custGeom>
              <a:rect b="b" l="l" r="r" t="t"/>
              <a:pathLst>
                <a:path extrusionOk="0" h="1942" w="2644">
                  <a:moveTo>
                    <a:pt x="250" y="0"/>
                  </a:moveTo>
                  <a:cubicBezTo>
                    <a:pt x="119" y="0"/>
                    <a:pt x="0" y="120"/>
                    <a:pt x="0" y="250"/>
                  </a:cubicBezTo>
                  <a:cubicBezTo>
                    <a:pt x="0" y="393"/>
                    <a:pt x="119" y="512"/>
                    <a:pt x="250" y="512"/>
                  </a:cubicBezTo>
                  <a:lnTo>
                    <a:pt x="607" y="512"/>
                  </a:lnTo>
                  <a:cubicBezTo>
                    <a:pt x="667" y="512"/>
                    <a:pt x="715" y="548"/>
                    <a:pt x="715" y="608"/>
                  </a:cubicBezTo>
                  <a:cubicBezTo>
                    <a:pt x="715" y="953"/>
                    <a:pt x="976" y="1227"/>
                    <a:pt x="1322" y="1227"/>
                  </a:cubicBezTo>
                  <a:cubicBezTo>
                    <a:pt x="1381" y="1227"/>
                    <a:pt x="1429" y="1263"/>
                    <a:pt x="1429" y="1322"/>
                  </a:cubicBezTo>
                  <a:cubicBezTo>
                    <a:pt x="1429" y="1667"/>
                    <a:pt x="1691" y="1941"/>
                    <a:pt x="2036" y="1941"/>
                  </a:cubicBezTo>
                  <a:lnTo>
                    <a:pt x="2393" y="1941"/>
                  </a:lnTo>
                  <a:cubicBezTo>
                    <a:pt x="2524" y="1941"/>
                    <a:pt x="2643" y="1822"/>
                    <a:pt x="2643" y="1679"/>
                  </a:cubicBezTo>
                  <a:cubicBezTo>
                    <a:pt x="2643" y="1548"/>
                    <a:pt x="2524" y="1429"/>
                    <a:pt x="2393" y="1429"/>
                  </a:cubicBezTo>
                  <a:lnTo>
                    <a:pt x="2036" y="1429"/>
                  </a:lnTo>
                  <a:cubicBezTo>
                    <a:pt x="1977" y="1429"/>
                    <a:pt x="1929" y="1382"/>
                    <a:pt x="1929" y="1322"/>
                  </a:cubicBezTo>
                  <a:cubicBezTo>
                    <a:pt x="1929" y="989"/>
                    <a:pt x="1667" y="715"/>
                    <a:pt x="1322" y="715"/>
                  </a:cubicBezTo>
                  <a:cubicBezTo>
                    <a:pt x="1262" y="715"/>
                    <a:pt x="1215" y="667"/>
                    <a:pt x="1215" y="608"/>
                  </a:cubicBezTo>
                  <a:cubicBezTo>
                    <a:pt x="1215" y="274"/>
                    <a:pt x="953" y="0"/>
                    <a:pt x="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49"/>
            <p:cNvSpPr/>
            <p:nvPr/>
          </p:nvSpPr>
          <p:spPr>
            <a:xfrm>
              <a:off x="2499100" y="3894350"/>
              <a:ext cx="13125" cy="12525"/>
            </a:xfrm>
            <a:custGeom>
              <a:rect b="b" l="l" r="r" t="t"/>
              <a:pathLst>
                <a:path extrusionOk="0" h="501" w="525">
                  <a:moveTo>
                    <a:pt x="215" y="1"/>
                  </a:moveTo>
                  <a:cubicBezTo>
                    <a:pt x="203" y="1"/>
                    <a:pt x="179" y="13"/>
                    <a:pt x="168" y="13"/>
                  </a:cubicBezTo>
                  <a:cubicBezTo>
                    <a:pt x="156" y="13"/>
                    <a:pt x="144" y="25"/>
                    <a:pt x="120" y="48"/>
                  </a:cubicBezTo>
                  <a:cubicBezTo>
                    <a:pt x="108" y="60"/>
                    <a:pt x="96" y="60"/>
                    <a:pt x="84" y="72"/>
                  </a:cubicBezTo>
                  <a:cubicBezTo>
                    <a:pt x="60" y="84"/>
                    <a:pt x="49" y="108"/>
                    <a:pt x="49" y="120"/>
                  </a:cubicBezTo>
                  <a:cubicBezTo>
                    <a:pt x="37" y="132"/>
                    <a:pt x="37" y="144"/>
                    <a:pt x="25" y="168"/>
                  </a:cubicBezTo>
                  <a:cubicBezTo>
                    <a:pt x="25" y="179"/>
                    <a:pt x="1" y="191"/>
                    <a:pt x="1" y="203"/>
                  </a:cubicBezTo>
                  <a:lnTo>
                    <a:pt x="1" y="251"/>
                  </a:lnTo>
                  <a:lnTo>
                    <a:pt x="1" y="298"/>
                  </a:lnTo>
                  <a:cubicBezTo>
                    <a:pt x="1" y="310"/>
                    <a:pt x="25" y="322"/>
                    <a:pt x="25" y="334"/>
                  </a:cubicBezTo>
                  <a:cubicBezTo>
                    <a:pt x="25" y="358"/>
                    <a:pt x="37" y="370"/>
                    <a:pt x="49" y="382"/>
                  </a:cubicBezTo>
                  <a:cubicBezTo>
                    <a:pt x="60" y="394"/>
                    <a:pt x="60" y="418"/>
                    <a:pt x="84" y="429"/>
                  </a:cubicBezTo>
                  <a:cubicBezTo>
                    <a:pt x="96" y="441"/>
                    <a:pt x="108" y="453"/>
                    <a:pt x="120" y="453"/>
                  </a:cubicBezTo>
                  <a:cubicBezTo>
                    <a:pt x="144" y="477"/>
                    <a:pt x="156" y="477"/>
                    <a:pt x="168" y="489"/>
                  </a:cubicBezTo>
                  <a:cubicBezTo>
                    <a:pt x="179" y="489"/>
                    <a:pt x="203" y="501"/>
                    <a:pt x="215" y="501"/>
                  </a:cubicBezTo>
                  <a:lnTo>
                    <a:pt x="299" y="501"/>
                  </a:lnTo>
                  <a:cubicBezTo>
                    <a:pt x="310" y="501"/>
                    <a:pt x="334" y="489"/>
                    <a:pt x="346" y="489"/>
                  </a:cubicBezTo>
                  <a:cubicBezTo>
                    <a:pt x="358" y="489"/>
                    <a:pt x="370" y="477"/>
                    <a:pt x="394" y="453"/>
                  </a:cubicBezTo>
                  <a:cubicBezTo>
                    <a:pt x="406" y="441"/>
                    <a:pt x="418" y="441"/>
                    <a:pt x="430" y="429"/>
                  </a:cubicBezTo>
                  <a:cubicBezTo>
                    <a:pt x="477" y="382"/>
                    <a:pt x="513" y="310"/>
                    <a:pt x="513" y="251"/>
                  </a:cubicBezTo>
                  <a:cubicBezTo>
                    <a:pt x="525" y="239"/>
                    <a:pt x="525" y="227"/>
                    <a:pt x="525" y="203"/>
                  </a:cubicBezTo>
                  <a:cubicBezTo>
                    <a:pt x="525" y="191"/>
                    <a:pt x="513" y="179"/>
                    <a:pt x="513" y="168"/>
                  </a:cubicBezTo>
                  <a:cubicBezTo>
                    <a:pt x="513" y="144"/>
                    <a:pt x="501" y="132"/>
                    <a:pt x="477" y="120"/>
                  </a:cubicBezTo>
                  <a:cubicBezTo>
                    <a:pt x="465" y="108"/>
                    <a:pt x="465" y="84"/>
                    <a:pt x="453" y="72"/>
                  </a:cubicBezTo>
                  <a:cubicBezTo>
                    <a:pt x="430" y="60"/>
                    <a:pt x="418" y="60"/>
                    <a:pt x="406" y="48"/>
                  </a:cubicBezTo>
                  <a:cubicBezTo>
                    <a:pt x="394" y="25"/>
                    <a:pt x="370" y="25"/>
                    <a:pt x="358" y="13"/>
                  </a:cubicBezTo>
                  <a:cubicBezTo>
                    <a:pt x="346" y="13"/>
                    <a:pt x="334" y="1"/>
                    <a:pt x="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 name="Shape 356"/>
        <p:cNvGrpSpPr/>
        <p:nvPr/>
      </p:nvGrpSpPr>
      <p:grpSpPr>
        <a:xfrm>
          <a:off x="0" y="0"/>
          <a:ext cx="0" cy="0"/>
          <a:chOff x="0" y="0"/>
          <a:chExt cx="0" cy="0"/>
        </a:xfrm>
      </p:grpSpPr>
      <p:sp>
        <p:nvSpPr>
          <p:cNvPr id="357" name="Google Shape;357;p50"/>
          <p:cNvSpPr txBox="1"/>
          <p:nvPr>
            <p:ph type="title"/>
          </p:nvPr>
        </p:nvSpPr>
        <p:spPr>
          <a:xfrm>
            <a:off x="2212800" y="1331400"/>
            <a:ext cx="4718400" cy="141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Every Artist Was First an Amateur</a:t>
            </a:r>
            <a:endParaRPr/>
          </a:p>
        </p:txBody>
      </p:sp>
      <p:sp>
        <p:nvSpPr>
          <p:cNvPr id="358" name="Google Shape;358;p50"/>
          <p:cNvSpPr txBox="1"/>
          <p:nvPr>
            <p:ph idx="2" type="title"/>
          </p:nvPr>
        </p:nvSpPr>
        <p:spPr>
          <a:xfrm>
            <a:off x="3561600" y="602700"/>
            <a:ext cx="2020800" cy="79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59" name="Google Shape;359;p50"/>
          <p:cNvSpPr txBox="1"/>
          <p:nvPr>
            <p:ph idx="1" type="subTitle"/>
          </p:nvPr>
        </p:nvSpPr>
        <p:spPr>
          <a:xfrm>
            <a:off x="3168450" y="4018575"/>
            <a:ext cx="2807100" cy="66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 name="Shape 363"/>
        <p:cNvGrpSpPr/>
        <p:nvPr/>
      </p:nvGrpSpPr>
      <p:grpSpPr>
        <a:xfrm>
          <a:off x="0" y="0"/>
          <a:ext cx="0" cy="0"/>
          <a:chOff x="0" y="0"/>
          <a:chExt cx="0" cy="0"/>
        </a:xfrm>
      </p:grpSpPr>
      <p:sp>
        <p:nvSpPr>
          <p:cNvPr id="364" name="Google Shape;364;p51"/>
          <p:cNvSpPr txBox="1"/>
          <p:nvPr>
            <p:ph type="title"/>
          </p:nvPr>
        </p:nvSpPr>
        <p:spPr>
          <a:xfrm>
            <a:off x="713100" y="628525"/>
            <a:ext cx="771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Explain Your Thoughts</a:t>
            </a:r>
            <a:endParaRPr/>
          </a:p>
        </p:txBody>
      </p:sp>
      <p:sp>
        <p:nvSpPr>
          <p:cNvPr id="365" name="Google Shape;365;p51"/>
          <p:cNvSpPr txBox="1"/>
          <p:nvPr>
            <p:ph idx="2" type="subTitle"/>
          </p:nvPr>
        </p:nvSpPr>
        <p:spPr>
          <a:xfrm>
            <a:off x="1601500" y="3545525"/>
            <a:ext cx="2286000" cy="77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actually a gas giant and also the biggest planet in the Solar System</a:t>
            </a:r>
            <a:endParaRPr/>
          </a:p>
        </p:txBody>
      </p:sp>
      <p:sp>
        <p:nvSpPr>
          <p:cNvPr id="366" name="Google Shape;366;p51"/>
          <p:cNvSpPr txBox="1"/>
          <p:nvPr>
            <p:ph idx="1" type="subTitle"/>
          </p:nvPr>
        </p:nvSpPr>
        <p:spPr>
          <a:xfrm>
            <a:off x="1386100" y="3218100"/>
            <a:ext cx="27168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67" name="Google Shape;367;p51"/>
          <p:cNvSpPr txBox="1"/>
          <p:nvPr>
            <p:ph idx="3" type="subTitle"/>
          </p:nvPr>
        </p:nvSpPr>
        <p:spPr>
          <a:xfrm>
            <a:off x="5043475" y="3218100"/>
            <a:ext cx="27156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68" name="Google Shape;368;p51"/>
          <p:cNvSpPr txBox="1"/>
          <p:nvPr>
            <p:ph idx="4" type="subTitle"/>
          </p:nvPr>
        </p:nvSpPr>
        <p:spPr>
          <a:xfrm>
            <a:off x="5258275" y="3545525"/>
            <a:ext cx="2286000" cy="77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369" name="Google Shape;369;p51"/>
          <p:cNvSpPr txBox="1"/>
          <p:nvPr>
            <p:ph idx="5" type="subTitle"/>
          </p:nvPr>
        </p:nvSpPr>
        <p:spPr>
          <a:xfrm>
            <a:off x="1386100" y="1656550"/>
            <a:ext cx="27168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70" name="Google Shape;370;p51"/>
          <p:cNvSpPr txBox="1"/>
          <p:nvPr>
            <p:ph idx="6" type="subTitle"/>
          </p:nvPr>
        </p:nvSpPr>
        <p:spPr>
          <a:xfrm>
            <a:off x="1601500" y="1983972"/>
            <a:ext cx="2286000" cy="77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sp>
        <p:nvSpPr>
          <p:cNvPr id="371" name="Google Shape;371;p51"/>
          <p:cNvSpPr txBox="1"/>
          <p:nvPr>
            <p:ph idx="7" type="subTitle"/>
          </p:nvPr>
        </p:nvSpPr>
        <p:spPr>
          <a:xfrm>
            <a:off x="5043475" y="1656550"/>
            <a:ext cx="27156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72" name="Google Shape;372;p51"/>
          <p:cNvSpPr txBox="1"/>
          <p:nvPr>
            <p:ph idx="8" type="subTitle"/>
          </p:nvPr>
        </p:nvSpPr>
        <p:spPr>
          <a:xfrm>
            <a:off x="5258275" y="1983972"/>
            <a:ext cx="2286000" cy="77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entire Solar System</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 name="Shape 376"/>
        <p:cNvGrpSpPr/>
        <p:nvPr/>
      </p:nvGrpSpPr>
      <p:grpSpPr>
        <a:xfrm>
          <a:off x="0" y="0"/>
          <a:ext cx="0" cy="0"/>
          <a:chOff x="0" y="0"/>
          <a:chExt cx="0" cy="0"/>
        </a:xfrm>
      </p:grpSpPr>
      <p:sp>
        <p:nvSpPr>
          <p:cNvPr id="377" name="Google Shape;377;p52"/>
          <p:cNvSpPr txBox="1"/>
          <p:nvPr>
            <p:ph type="title"/>
          </p:nvPr>
        </p:nvSpPr>
        <p:spPr>
          <a:xfrm>
            <a:off x="2903250" y="1363150"/>
            <a:ext cx="33375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Text Seems to Be Important...</a:t>
            </a:r>
            <a:endParaRPr/>
          </a:p>
        </p:txBody>
      </p:sp>
      <p:sp>
        <p:nvSpPr>
          <p:cNvPr id="378" name="Google Shape;378;p52"/>
          <p:cNvSpPr txBox="1"/>
          <p:nvPr>
            <p:ph idx="1" type="subTitle"/>
          </p:nvPr>
        </p:nvSpPr>
        <p:spPr>
          <a:xfrm>
            <a:off x="2903250" y="2530789"/>
            <a:ext cx="3337500" cy="121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2" name="Shape 382"/>
        <p:cNvGrpSpPr/>
        <p:nvPr/>
      </p:nvGrpSpPr>
      <p:grpSpPr>
        <a:xfrm>
          <a:off x="0" y="0"/>
          <a:ext cx="0" cy="0"/>
          <a:chOff x="0" y="0"/>
          <a:chExt cx="0" cy="0"/>
        </a:xfrm>
      </p:grpSpPr>
      <p:sp>
        <p:nvSpPr>
          <p:cNvPr id="383" name="Google Shape;383;p53"/>
          <p:cNvSpPr txBox="1"/>
          <p:nvPr>
            <p:ph type="title"/>
          </p:nvPr>
        </p:nvSpPr>
        <p:spPr>
          <a:xfrm>
            <a:off x="713100" y="628525"/>
            <a:ext cx="771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Table!</a:t>
            </a:r>
            <a:endParaRPr/>
          </a:p>
        </p:txBody>
      </p:sp>
      <p:pic>
        <p:nvPicPr>
          <p:cNvPr id="384" name="Google Shape;384;p53"/>
          <p:cNvPicPr preferRelativeResize="0"/>
          <p:nvPr/>
        </p:nvPicPr>
        <p:blipFill>
          <a:blip r:embed="rId3">
            <a:alphaModFix/>
          </a:blip>
          <a:stretch>
            <a:fillRect/>
          </a:stretch>
        </p:blipFill>
        <p:spPr>
          <a:xfrm rot="10800000">
            <a:off x="571974" y="1810900"/>
            <a:ext cx="7688601" cy="653325"/>
          </a:xfrm>
          <a:prstGeom prst="rect">
            <a:avLst/>
          </a:prstGeom>
          <a:noFill/>
          <a:ln>
            <a:noFill/>
          </a:ln>
        </p:spPr>
      </p:pic>
      <p:graphicFrame>
        <p:nvGraphicFramePr>
          <p:cNvPr id="385" name="Google Shape;385;p53"/>
          <p:cNvGraphicFramePr/>
          <p:nvPr/>
        </p:nvGraphicFramePr>
        <p:xfrm>
          <a:off x="1100188" y="1799425"/>
          <a:ext cx="3000000" cy="3000000"/>
        </p:xfrm>
        <a:graphic>
          <a:graphicData uri="http://schemas.openxmlformats.org/drawingml/2006/table">
            <a:tbl>
              <a:tblPr>
                <a:noFill/>
                <a:tableStyleId>{E6B55EB7-3E92-4261-904E-90E8EAC20F63}</a:tableStyleId>
              </a:tblPr>
              <a:tblGrid>
                <a:gridCol w="1433300"/>
                <a:gridCol w="1918250"/>
                <a:gridCol w="1918250"/>
                <a:gridCol w="1673825"/>
              </a:tblGrid>
              <a:tr h="627675">
                <a:tc>
                  <a:txBody>
                    <a:bodyPr/>
                    <a:lstStyle/>
                    <a:p>
                      <a:pPr indent="0" lvl="0" marL="0" rtl="0" algn="ctr">
                        <a:spcBef>
                          <a:spcPts val="0"/>
                        </a:spcBef>
                        <a:spcAft>
                          <a:spcPts val="0"/>
                        </a:spcAft>
                        <a:buNone/>
                      </a:pPr>
                      <a:r>
                        <a:t/>
                      </a:r>
                      <a:endParaRPr b="1">
                        <a:solidFill>
                          <a:srgbClr val="FFFFFF"/>
                        </a:solidFill>
                        <a:latin typeface="Red Hat Display"/>
                        <a:ea typeface="Red Hat Display"/>
                        <a:cs typeface="Red Hat Display"/>
                        <a:sym typeface="Red Hat Display"/>
                      </a:endParaRPr>
                    </a:p>
                  </a:txBody>
                  <a:tcPr marT="91425" marB="91425" marR="91425" marL="91425">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rgbClr val="FFFFFF"/>
                          </a:solidFill>
                          <a:latin typeface="Red Hat Display"/>
                          <a:ea typeface="Red Hat Display"/>
                          <a:cs typeface="Red Hat Display"/>
                          <a:sym typeface="Red Hat Display"/>
                        </a:rPr>
                        <a:t>Mass </a:t>
                      </a:r>
                      <a:endParaRPr b="1">
                        <a:solidFill>
                          <a:srgbClr val="FFFFFF"/>
                        </a:solidFill>
                        <a:latin typeface="Red Hat Display"/>
                        <a:ea typeface="Red Hat Display"/>
                        <a:cs typeface="Red Hat Display"/>
                        <a:sym typeface="Red Hat Display"/>
                      </a:endParaRPr>
                    </a:p>
                  </a:txBody>
                  <a:tcPr marT="91425" marB="9142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rgbClr val="FFFFFF"/>
                          </a:solidFill>
                          <a:latin typeface="Red Hat Display"/>
                          <a:ea typeface="Red Hat Display"/>
                          <a:cs typeface="Red Hat Display"/>
                          <a:sym typeface="Red Hat Display"/>
                        </a:rPr>
                        <a:t>Diameter </a:t>
                      </a:r>
                      <a:endParaRPr b="1">
                        <a:solidFill>
                          <a:srgbClr val="FFFFFF"/>
                        </a:solidFill>
                        <a:latin typeface="Red Hat Display"/>
                        <a:ea typeface="Red Hat Display"/>
                        <a:cs typeface="Red Hat Display"/>
                        <a:sym typeface="Red Hat Display"/>
                      </a:endParaRPr>
                    </a:p>
                  </a:txBody>
                  <a:tcPr marT="91425" marB="9142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rgbClr val="FFFFFF"/>
                          </a:solidFill>
                          <a:latin typeface="Red Hat Display"/>
                          <a:ea typeface="Red Hat Display"/>
                          <a:cs typeface="Red Hat Display"/>
                          <a:sym typeface="Red Hat Display"/>
                        </a:rPr>
                        <a:t>Surface Gravity </a:t>
                      </a:r>
                      <a:endParaRPr b="1">
                        <a:solidFill>
                          <a:srgbClr val="FFFFFF"/>
                        </a:solidFill>
                        <a:latin typeface="Red Hat Display"/>
                        <a:ea typeface="Red Hat Display"/>
                        <a:cs typeface="Red Hat Display"/>
                        <a:sym typeface="Red Hat Display"/>
                      </a:endParaRPr>
                    </a:p>
                  </a:txBody>
                  <a:tcPr marT="91425" marB="9142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r>
              <a:tr h="602325">
                <a:tc>
                  <a:txBody>
                    <a:bodyPr/>
                    <a:lstStyle/>
                    <a:p>
                      <a:pPr indent="0" lvl="0" marL="0" rtl="0" algn="ctr">
                        <a:spcBef>
                          <a:spcPts val="0"/>
                        </a:spcBef>
                        <a:spcAft>
                          <a:spcPts val="0"/>
                        </a:spcAft>
                        <a:buClr>
                          <a:srgbClr val="000000"/>
                        </a:buClr>
                        <a:buSzPts val="1100"/>
                        <a:buFont typeface="Arial"/>
                        <a:buNone/>
                      </a:pPr>
                      <a:r>
                        <a:rPr b="1" lang="en">
                          <a:solidFill>
                            <a:srgbClr val="000000"/>
                          </a:solidFill>
                          <a:latin typeface="Red Hat Display"/>
                          <a:ea typeface="Red Hat Display"/>
                          <a:cs typeface="Red Hat Display"/>
                          <a:sym typeface="Red Hat Display"/>
                        </a:rPr>
                        <a:t>Mercury</a:t>
                      </a:r>
                      <a:endParaRPr>
                        <a:solidFill>
                          <a:srgbClr val="000000"/>
                        </a:solidFill>
                        <a:latin typeface="Red Hat Display"/>
                        <a:ea typeface="Red Hat Display"/>
                        <a:cs typeface="Red Hat Display"/>
                        <a:sym typeface="Red Hat Display"/>
                      </a:endParaRPr>
                    </a:p>
                  </a:txBody>
                  <a:tcPr marT="91425" marB="9142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0</a:t>
                      </a:r>
                      <a:r>
                        <a:rPr lang="en">
                          <a:latin typeface="Red Hat Display"/>
                          <a:ea typeface="Red Hat Display"/>
                          <a:cs typeface="Red Hat Display"/>
                          <a:sym typeface="Red Hat Display"/>
                        </a:rPr>
                        <a:t>.</a:t>
                      </a:r>
                      <a:r>
                        <a:rPr lang="en">
                          <a:solidFill>
                            <a:srgbClr val="000000"/>
                          </a:solidFill>
                          <a:latin typeface="Red Hat Display"/>
                          <a:ea typeface="Red Hat Display"/>
                          <a:cs typeface="Red Hat Display"/>
                          <a:sym typeface="Red Hat Display"/>
                        </a:rPr>
                        <a:t>06</a:t>
                      </a:r>
                      <a:endParaRPr>
                        <a:solidFill>
                          <a:srgbClr val="000000"/>
                        </a:solidFill>
                        <a:latin typeface="Red Hat Display"/>
                        <a:ea typeface="Red Hat Display"/>
                        <a:cs typeface="Red Hat Display"/>
                        <a:sym typeface="Red Hat Display"/>
                      </a:endParaRPr>
                    </a:p>
                  </a:txBody>
                  <a:tcPr marT="68575" marB="6857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0</a:t>
                      </a:r>
                      <a:r>
                        <a:rPr lang="en">
                          <a:latin typeface="Red Hat Display"/>
                          <a:ea typeface="Red Hat Display"/>
                          <a:cs typeface="Red Hat Display"/>
                          <a:sym typeface="Red Hat Display"/>
                        </a:rPr>
                        <a:t>.</a:t>
                      </a:r>
                      <a:r>
                        <a:rPr lang="en">
                          <a:solidFill>
                            <a:srgbClr val="000000"/>
                          </a:solidFill>
                          <a:latin typeface="Red Hat Display"/>
                          <a:ea typeface="Red Hat Display"/>
                          <a:cs typeface="Red Hat Display"/>
                          <a:sym typeface="Red Hat Display"/>
                        </a:rPr>
                        <a:t>38</a:t>
                      </a:r>
                      <a:endParaRPr>
                        <a:solidFill>
                          <a:srgbClr val="000000"/>
                        </a:solidFill>
                        <a:latin typeface="Red Hat Display"/>
                        <a:ea typeface="Red Hat Display"/>
                        <a:cs typeface="Red Hat Display"/>
                        <a:sym typeface="Red Hat Display"/>
                      </a:endParaRPr>
                    </a:p>
                  </a:txBody>
                  <a:tcPr marT="68575" marB="6857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0</a:t>
                      </a:r>
                      <a:r>
                        <a:rPr lang="en">
                          <a:latin typeface="Red Hat Display"/>
                          <a:ea typeface="Red Hat Display"/>
                          <a:cs typeface="Red Hat Display"/>
                          <a:sym typeface="Red Hat Display"/>
                        </a:rPr>
                        <a:t>.</a:t>
                      </a:r>
                      <a:r>
                        <a:rPr lang="en">
                          <a:solidFill>
                            <a:srgbClr val="000000"/>
                          </a:solidFill>
                          <a:latin typeface="Red Hat Display"/>
                          <a:ea typeface="Red Hat Display"/>
                          <a:cs typeface="Red Hat Display"/>
                          <a:sym typeface="Red Hat Display"/>
                        </a:rPr>
                        <a:t>38</a:t>
                      </a:r>
                      <a:endParaRPr>
                        <a:solidFill>
                          <a:srgbClr val="000000"/>
                        </a:solidFill>
                        <a:latin typeface="Red Hat Display"/>
                        <a:ea typeface="Red Hat Display"/>
                        <a:cs typeface="Red Hat Display"/>
                        <a:sym typeface="Red Hat Display"/>
                      </a:endParaRPr>
                    </a:p>
                  </a:txBody>
                  <a:tcPr marT="68575" marB="6857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r>
              <a:tr h="602325">
                <a:tc>
                  <a:txBody>
                    <a:bodyPr/>
                    <a:lstStyle/>
                    <a:p>
                      <a:pPr indent="0" lvl="0" marL="0" rtl="0" algn="ctr">
                        <a:spcBef>
                          <a:spcPts val="0"/>
                        </a:spcBef>
                        <a:spcAft>
                          <a:spcPts val="0"/>
                        </a:spcAft>
                        <a:buClr>
                          <a:srgbClr val="000000"/>
                        </a:buClr>
                        <a:buSzPts val="1100"/>
                        <a:buFont typeface="Arial"/>
                        <a:buNone/>
                      </a:pPr>
                      <a:r>
                        <a:rPr b="1" lang="en">
                          <a:solidFill>
                            <a:srgbClr val="000000"/>
                          </a:solidFill>
                          <a:latin typeface="Red Hat Display"/>
                          <a:ea typeface="Red Hat Display"/>
                          <a:cs typeface="Red Hat Display"/>
                          <a:sym typeface="Red Hat Display"/>
                        </a:rPr>
                        <a:t>Mars</a:t>
                      </a:r>
                      <a:endParaRPr>
                        <a:solidFill>
                          <a:srgbClr val="000000"/>
                        </a:solidFill>
                        <a:latin typeface="Red Hat Display"/>
                        <a:ea typeface="Red Hat Display"/>
                        <a:cs typeface="Red Hat Display"/>
                        <a:sym typeface="Red Hat Display"/>
                      </a:endParaRPr>
                    </a:p>
                  </a:txBody>
                  <a:tcPr marT="91425" marB="9142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0</a:t>
                      </a:r>
                      <a:r>
                        <a:rPr lang="en">
                          <a:latin typeface="Red Hat Display"/>
                          <a:ea typeface="Red Hat Display"/>
                          <a:cs typeface="Red Hat Display"/>
                          <a:sym typeface="Red Hat Display"/>
                        </a:rPr>
                        <a:t>.</a:t>
                      </a:r>
                      <a:r>
                        <a:rPr lang="en">
                          <a:solidFill>
                            <a:srgbClr val="000000"/>
                          </a:solidFill>
                          <a:latin typeface="Red Hat Display"/>
                          <a:ea typeface="Red Hat Display"/>
                          <a:cs typeface="Red Hat Display"/>
                          <a:sym typeface="Red Hat Display"/>
                        </a:rPr>
                        <a:t>11</a:t>
                      </a:r>
                      <a:endParaRPr>
                        <a:solidFill>
                          <a:srgbClr val="000000"/>
                        </a:solidFill>
                        <a:latin typeface="Red Hat Display"/>
                        <a:ea typeface="Red Hat Display"/>
                        <a:cs typeface="Red Hat Display"/>
                        <a:sym typeface="Red Hat Display"/>
                      </a:endParaRPr>
                    </a:p>
                  </a:txBody>
                  <a:tcPr marT="68575" marB="6857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0</a:t>
                      </a:r>
                      <a:r>
                        <a:rPr lang="en">
                          <a:latin typeface="Red Hat Display"/>
                          <a:ea typeface="Red Hat Display"/>
                          <a:cs typeface="Red Hat Display"/>
                          <a:sym typeface="Red Hat Display"/>
                        </a:rPr>
                        <a:t>.</a:t>
                      </a:r>
                      <a:r>
                        <a:rPr lang="en">
                          <a:solidFill>
                            <a:srgbClr val="000000"/>
                          </a:solidFill>
                          <a:latin typeface="Red Hat Display"/>
                          <a:ea typeface="Red Hat Display"/>
                          <a:cs typeface="Red Hat Display"/>
                          <a:sym typeface="Red Hat Display"/>
                        </a:rPr>
                        <a:t>53</a:t>
                      </a:r>
                      <a:endParaRPr>
                        <a:solidFill>
                          <a:srgbClr val="000000"/>
                        </a:solidFill>
                        <a:latin typeface="Red Hat Display"/>
                        <a:ea typeface="Red Hat Display"/>
                        <a:cs typeface="Red Hat Display"/>
                        <a:sym typeface="Red Hat Display"/>
                      </a:endParaRPr>
                    </a:p>
                  </a:txBody>
                  <a:tcPr marT="68575" marB="6857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0</a:t>
                      </a:r>
                      <a:r>
                        <a:rPr lang="en">
                          <a:latin typeface="Red Hat Display"/>
                          <a:ea typeface="Red Hat Display"/>
                          <a:cs typeface="Red Hat Display"/>
                          <a:sym typeface="Red Hat Display"/>
                        </a:rPr>
                        <a:t>.</a:t>
                      </a:r>
                      <a:r>
                        <a:rPr lang="en">
                          <a:solidFill>
                            <a:srgbClr val="000000"/>
                          </a:solidFill>
                          <a:latin typeface="Red Hat Display"/>
                          <a:ea typeface="Red Hat Display"/>
                          <a:cs typeface="Red Hat Display"/>
                          <a:sym typeface="Red Hat Display"/>
                        </a:rPr>
                        <a:t>38</a:t>
                      </a:r>
                      <a:endParaRPr>
                        <a:solidFill>
                          <a:srgbClr val="000000"/>
                        </a:solidFill>
                        <a:latin typeface="Red Hat Display"/>
                        <a:ea typeface="Red Hat Display"/>
                        <a:cs typeface="Red Hat Display"/>
                        <a:sym typeface="Red Hat Display"/>
                      </a:endParaRPr>
                    </a:p>
                  </a:txBody>
                  <a:tcPr marT="68575" marB="6857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r>
              <a:tr h="602325">
                <a:tc>
                  <a:txBody>
                    <a:bodyPr/>
                    <a:lstStyle/>
                    <a:p>
                      <a:pPr indent="0" lvl="0" marL="0" rtl="0" algn="ctr">
                        <a:spcBef>
                          <a:spcPts val="0"/>
                        </a:spcBef>
                        <a:spcAft>
                          <a:spcPts val="0"/>
                        </a:spcAft>
                        <a:buClr>
                          <a:srgbClr val="000000"/>
                        </a:buClr>
                        <a:buSzPts val="1100"/>
                        <a:buFont typeface="Arial"/>
                        <a:buNone/>
                      </a:pPr>
                      <a:r>
                        <a:rPr b="1" lang="en">
                          <a:solidFill>
                            <a:srgbClr val="000000"/>
                          </a:solidFill>
                          <a:latin typeface="Red Hat Display"/>
                          <a:ea typeface="Red Hat Display"/>
                          <a:cs typeface="Red Hat Display"/>
                          <a:sym typeface="Red Hat Display"/>
                        </a:rPr>
                        <a:t>Saturn</a:t>
                      </a:r>
                      <a:endParaRPr>
                        <a:solidFill>
                          <a:srgbClr val="000000"/>
                        </a:solidFill>
                        <a:latin typeface="Red Hat Display"/>
                        <a:ea typeface="Red Hat Display"/>
                        <a:cs typeface="Red Hat Display"/>
                        <a:sym typeface="Red Hat Display"/>
                      </a:endParaRPr>
                    </a:p>
                  </a:txBody>
                  <a:tcPr marT="91425" marB="9142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95</a:t>
                      </a:r>
                      <a:r>
                        <a:rPr lang="en">
                          <a:latin typeface="Red Hat Display"/>
                          <a:ea typeface="Red Hat Display"/>
                          <a:cs typeface="Red Hat Display"/>
                          <a:sym typeface="Red Hat Display"/>
                        </a:rPr>
                        <a:t>.</a:t>
                      </a:r>
                      <a:r>
                        <a:rPr lang="en">
                          <a:solidFill>
                            <a:srgbClr val="000000"/>
                          </a:solidFill>
                          <a:latin typeface="Red Hat Display"/>
                          <a:ea typeface="Red Hat Display"/>
                          <a:cs typeface="Red Hat Display"/>
                          <a:sym typeface="Red Hat Display"/>
                        </a:rPr>
                        <a:t>2</a:t>
                      </a:r>
                      <a:endParaRPr>
                        <a:solidFill>
                          <a:srgbClr val="000000"/>
                        </a:solidFill>
                        <a:latin typeface="Red Hat Display"/>
                        <a:ea typeface="Red Hat Display"/>
                        <a:cs typeface="Red Hat Display"/>
                        <a:sym typeface="Red Hat Display"/>
                      </a:endParaRPr>
                    </a:p>
                  </a:txBody>
                  <a:tcPr marT="68575" marB="6857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9</a:t>
                      </a:r>
                      <a:r>
                        <a:rPr lang="en">
                          <a:latin typeface="Red Hat Display"/>
                          <a:ea typeface="Red Hat Display"/>
                          <a:cs typeface="Red Hat Display"/>
                          <a:sym typeface="Red Hat Display"/>
                        </a:rPr>
                        <a:t>.</a:t>
                      </a:r>
                      <a:r>
                        <a:rPr lang="en">
                          <a:solidFill>
                            <a:srgbClr val="000000"/>
                          </a:solidFill>
                          <a:latin typeface="Red Hat Display"/>
                          <a:ea typeface="Red Hat Display"/>
                          <a:cs typeface="Red Hat Display"/>
                          <a:sym typeface="Red Hat Display"/>
                        </a:rPr>
                        <a:t>4</a:t>
                      </a:r>
                      <a:endParaRPr>
                        <a:solidFill>
                          <a:srgbClr val="000000"/>
                        </a:solidFill>
                        <a:latin typeface="Red Hat Display"/>
                        <a:ea typeface="Red Hat Display"/>
                        <a:cs typeface="Red Hat Display"/>
                        <a:sym typeface="Red Hat Display"/>
                      </a:endParaRPr>
                    </a:p>
                  </a:txBody>
                  <a:tcPr marT="68575" marB="6857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1</a:t>
                      </a:r>
                      <a:r>
                        <a:rPr lang="en">
                          <a:latin typeface="Red Hat Display"/>
                          <a:ea typeface="Red Hat Display"/>
                          <a:cs typeface="Red Hat Display"/>
                          <a:sym typeface="Red Hat Display"/>
                        </a:rPr>
                        <a:t>.</a:t>
                      </a:r>
                      <a:r>
                        <a:rPr lang="en">
                          <a:solidFill>
                            <a:srgbClr val="000000"/>
                          </a:solidFill>
                          <a:latin typeface="Red Hat Display"/>
                          <a:ea typeface="Red Hat Display"/>
                          <a:cs typeface="Red Hat Display"/>
                          <a:sym typeface="Red Hat Display"/>
                        </a:rPr>
                        <a:t>16</a:t>
                      </a:r>
                      <a:endParaRPr>
                        <a:solidFill>
                          <a:srgbClr val="000000"/>
                        </a:solidFill>
                        <a:latin typeface="Red Hat Display"/>
                        <a:ea typeface="Red Hat Display"/>
                        <a:cs typeface="Red Hat Display"/>
                        <a:sym typeface="Red Hat Display"/>
                      </a:endParaRPr>
                    </a:p>
                  </a:txBody>
                  <a:tcPr marT="68575" marB="68575" marR="91425" marL="91425" anchor="ctr">
                    <a:lnL cap="flat" cmpd="sng" w="19050">
                      <a:solidFill>
                        <a:srgbClr val="B2F3F9">
                          <a:alpha val="0"/>
                        </a:srgbClr>
                      </a:solidFill>
                      <a:prstDash val="solid"/>
                      <a:round/>
                      <a:headEnd len="sm" w="sm" type="none"/>
                      <a:tailEnd len="sm" w="sm" type="none"/>
                    </a:lnL>
                    <a:lnR cap="flat" cmpd="sng" w="19050">
                      <a:solidFill>
                        <a:srgbClr val="B2F3F9">
                          <a:alpha val="0"/>
                        </a:srgbClr>
                      </a:solidFill>
                      <a:prstDash val="solid"/>
                      <a:round/>
                      <a:headEnd len="sm" w="sm" type="none"/>
                      <a:tailEnd len="sm" w="sm" type="none"/>
                    </a:lnR>
                    <a:lnT cap="flat" cmpd="sng" w="19050">
                      <a:solidFill>
                        <a:srgbClr val="B2F3F9">
                          <a:alpha val="0"/>
                        </a:srgbClr>
                      </a:solidFill>
                      <a:prstDash val="solid"/>
                      <a:round/>
                      <a:headEnd len="sm" w="sm" type="none"/>
                      <a:tailEnd len="sm" w="sm" type="none"/>
                    </a:lnT>
                    <a:lnB cap="flat" cmpd="sng" w="19050">
                      <a:solidFill>
                        <a:srgbClr val="B2F3F9">
                          <a:alpha val="0"/>
                        </a:srgbClr>
                      </a:solidFill>
                      <a:prstDash val="solid"/>
                      <a:round/>
                      <a:headEnd len="sm" w="sm" type="none"/>
                      <a:tailEnd len="sm" w="sm" type="none"/>
                    </a:lnB>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 name="Shape 389"/>
        <p:cNvGrpSpPr/>
        <p:nvPr/>
      </p:nvGrpSpPr>
      <p:grpSpPr>
        <a:xfrm>
          <a:off x="0" y="0"/>
          <a:ext cx="0" cy="0"/>
          <a:chOff x="0" y="0"/>
          <a:chExt cx="0" cy="0"/>
        </a:xfrm>
      </p:grpSpPr>
      <p:sp>
        <p:nvSpPr>
          <p:cNvPr id="390" name="Google Shape;390;p54"/>
          <p:cNvSpPr txBox="1"/>
          <p:nvPr>
            <p:ph type="title"/>
          </p:nvPr>
        </p:nvSpPr>
        <p:spPr>
          <a:xfrm>
            <a:off x="720300" y="628525"/>
            <a:ext cx="7703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grpSp>
        <p:nvGrpSpPr>
          <p:cNvPr id="391" name="Google Shape;391;p54"/>
          <p:cNvGrpSpPr/>
          <p:nvPr/>
        </p:nvGrpSpPr>
        <p:grpSpPr>
          <a:xfrm>
            <a:off x="2989432" y="1481821"/>
            <a:ext cx="5441478" cy="2938037"/>
            <a:chOff x="233350" y="949250"/>
            <a:chExt cx="7137300" cy="3802300"/>
          </a:xfrm>
        </p:grpSpPr>
        <p:sp>
          <p:nvSpPr>
            <p:cNvPr id="392" name="Google Shape;392;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 name="Google Shape;443;p54"/>
          <p:cNvGrpSpPr/>
          <p:nvPr/>
        </p:nvGrpSpPr>
        <p:grpSpPr>
          <a:xfrm>
            <a:off x="3501573" y="2136711"/>
            <a:ext cx="334500" cy="334500"/>
            <a:chOff x="3501573" y="1936686"/>
            <a:chExt cx="334500" cy="334500"/>
          </a:xfrm>
        </p:grpSpPr>
        <p:sp>
          <p:nvSpPr>
            <p:cNvPr id="444" name="Google Shape;444;p54"/>
            <p:cNvSpPr/>
            <p:nvPr/>
          </p:nvSpPr>
          <p:spPr>
            <a:xfrm>
              <a:off x="3501573" y="1936686"/>
              <a:ext cx="334500" cy="334500"/>
            </a:xfrm>
            <a:prstGeom prst="ellipse">
              <a:avLst/>
            </a:prstGeom>
            <a:solidFill>
              <a:srgbClr val="6EE1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54"/>
            <p:cNvSpPr/>
            <p:nvPr/>
          </p:nvSpPr>
          <p:spPr>
            <a:xfrm>
              <a:off x="3594277" y="2029366"/>
              <a:ext cx="149100" cy="149100"/>
            </a:xfrm>
            <a:prstGeom prst="ellipse">
              <a:avLst/>
            </a:prstGeom>
            <a:solidFill>
              <a:srgbClr val="32B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 name="Google Shape;446;p54"/>
          <p:cNvGrpSpPr/>
          <p:nvPr/>
        </p:nvGrpSpPr>
        <p:grpSpPr>
          <a:xfrm>
            <a:off x="4209398" y="3839636"/>
            <a:ext cx="334500" cy="334500"/>
            <a:chOff x="4209398" y="3639611"/>
            <a:chExt cx="334500" cy="334500"/>
          </a:xfrm>
        </p:grpSpPr>
        <p:sp>
          <p:nvSpPr>
            <p:cNvPr id="447" name="Google Shape;447;p54"/>
            <p:cNvSpPr/>
            <p:nvPr/>
          </p:nvSpPr>
          <p:spPr>
            <a:xfrm>
              <a:off x="4209398" y="3639611"/>
              <a:ext cx="334500" cy="334500"/>
            </a:xfrm>
            <a:prstGeom prst="ellipse">
              <a:avLst/>
            </a:prstGeom>
            <a:solidFill>
              <a:srgbClr val="6EE1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54"/>
            <p:cNvSpPr/>
            <p:nvPr/>
          </p:nvSpPr>
          <p:spPr>
            <a:xfrm>
              <a:off x="4302103" y="3732306"/>
              <a:ext cx="149100" cy="149100"/>
            </a:xfrm>
            <a:prstGeom prst="ellipse">
              <a:avLst/>
            </a:prstGeom>
            <a:solidFill>
              <a:srgbClr val="32B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 name="Google Shape;449;p54"/>
          <p:cNvSpPr txBox="1"/>
          <p:nvPr/>
        </p:nvSpPr>
        <p:spPr>
          <a:xfrm>
            <a:off x="713100" y="3529600"/>
            <a:ext cx="20328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Red Hat Display"/>
                <a:ea typeface="Red Hat Display"/>
                <a:cs typeface="Red Hat Display"/>
                <a:sym typeface="Red Hat Display"/>
              </a:rPr>
              <a:t>Mercury</a:t>
            </a:r>
            <a:endParaRPr b="1" sz="2000">
              <a:solidFill>
                <a:srgbClr val="000000"/>
              </a:solidFill>
              <a:latin typeface="Red Hat Display"/>
              <a:ea typeface="Red Hat Display"/>
              <a:cs typeface="Red Hat Display"/>
              <a:sym typeface="Red Hat Display"/>
            </a:endParaRPr>
          </a:p>
        </p:txBody>
      </p:sp>
      <p:sp>
        <p:nvSpPr>
          <p:cNvPr id="450" name="Google Shape;450;p54"/>
          <p:cNvSpPr txBox="1"/>
          <p:nvPr/>
        </p:nvSpPr>
        <p:spPr>
          <a:xfrm>
            <a:off x="713100" y="3929422"/>
            <a:ext cx="2032800" cy="70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It’s the closest planet to the Sun</a:t>
            </a:r>
            <a:endParaRPr>
              <a:solidFill>
                <a:srgbClr val="000000"/>
              </a:solidFill>
              <a:latin typeface="Red Hat Display"/>
              <a:ea typeface="Red Hat Display"/>
              <a:cs typeface="Red Hat Display"/>
              <a:sym typeface="Red Hat Display"/>
            </a:endParaRPr>
          </a:p>
        </p:txBody>
      </p:sp>
      <p:sp>
        <p:nvSpPr>
          <p:cNvPr id="451" name="Google Shape;451;p54"/>
          <p:cNvSpPr txBox="1"/>
          <p:nvPr/>
        </p:nvSpPr>
        <p:spPr>
          <a:xfrm>
            <a:off x="713100" y="2537063"/>
            <a:ext cx="20328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Red Hat Display"/>
                <a:ea typeface="Red Hat Display"/>
                <a:cs typeface="Red Hat Display"/>
                <a:sym typeface="Red Hat Display"/>
              </a:rPr>
              <a:t>Mars</a:t>
            </a:r>
            <a:endParaRPr b="1" sz="2000">
              <a:solidFill>
                <a:srgbClr val="000000"/>
              </a:solidFill>
              <a:latin typeface="Red Hat Display"/>
              <a:ea typeface="Red Hat Display"/>
              <a:cs typeface="Red Hat Display"/>
              <a:sym typeface="Red Hat Display"/>
            </a:endParaRPr>
          </a:p>
        </p:txBody>
      </p:sp>
      <p:sp>
        <p:nvSpPr>
          <p:cNvPr id="452" name="Google Shape;452;p54"/>
          <p:cNvSpPr txBox="1"/>
          <p:nvPr/>
        </p:nvSpPr>
        <p:spPr>
          <a:xfrm>
            <a:off x="713100" y="2936885"/>
            <a:ext cx="2032800" cy="70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ed Hat Display"/>
                <a:ea typeface="Red Hat Display"/>
                <a:cs typeface="Red Hat Display"/>
                <a:sym typeface="Red Hat Display"/>
              </a:rPr>
              <a:t>Despite being red, Mars is actually a cold place</a:t>
            </a:r>
            <a:endParaRPr>
              <a:solidFill>
                <a:srgbClr val="000000"/>
              </a:solidFill>
              <a:latin typeface="Red Hat Display"/>
              <a:ea typeface="Red Hat Display"/>
              <a:cs typeface="Red Hat Display"/>
              <a:sym typeface="Red Hat Display"/>
            </a:endParaRPr>
          </a:p>
        </p:txBody>
      </p:sp>
      <p:sp>
        <p:nvSpPr>
          <p:cNvPr id="453" name="Google Shape;453;p54"/>
          <p:cNvSpPr txBox="1"/>
          <p:nvPr/>
        </p:nvSpPr>
        <p:spPr>
          <a:xfrm>
            <a:off x="713100" y="1417313"/>
            <a:ext cx="20328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Red Hat Display"/>
                <a:ea typeface="Red Hat Display"/>
                <a:cs typeface="Red Hat Display"/>
                <a:sym typeface="Red Hat Display"/>
              </a:rPr>
              <a:t>Saturn</a:t>
            </a:r>
            <a:endParaRPr b="1" sz="2000">
              <a:solidFill>
                <a:srgbClr val="000000"/>
              </a:solidFill>
              <a:latin typeface="Red Hat Display"/>
              <a:ea typeface="Red Hat Display"/>
              <a:cs typeface="Red Hat Display"/>
              <a:sym typeface="Red Hat Display"/>
            </a:endParaRPr>
          </a:p>
        </p:txBody>
      </p:sp>
      <p:sp>
        <p:nvSpPr>
          <p:cNvPr id="454" name="Google Shape;454;p54"/>
          <p:cNvSpPr txBox="1"/>
          <p:nvPr/>
        </p:nvSpPr>
        <p:spPr>
          <a:xfrm>
            <a:off x="713100" y="1817135"/>
            <a:ext cx="2032800" cy="70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Saturn is the ringed one and a gas giant</a:t>
            </a:r>
            <a:endParaRPr>
              <a:solidFill>
                <a:srgbClr val="000000"/>
              </a:solidFill>
              <a:latin typeface="Red Hat Display"/>
              <a:ea typeface="Red Hat Display"/>
              <a:cs typeface="Red Hat Display"/>
              <a:sym typeface="Red Hat Display"/>
            </a:endParaRPr>
          </a:p>
        </p:txBody>
      </p:sp>
      <p:grpSp>
        <p:nvGrpSpPr>
          <p:cNvPr id="455" name="Google Shape;455;p54"/>
          <p:cNvGrpSpPr/>
          <p:nvPr/>
        </p:nvGrpSpPr>
        <p:grpSpPr>
          <a:xfrm>
            <a:off x="5542910" y="1894911"/>
            <a:ext cx="334500" cy="334500"/>
            <a:chOff x="5542910" y="1694886"/>
            <a:chExt cx="334500" cy="334500"/>
          </a:xfrm>
        </p:grpSpPr>
        <p:sp>
          <p:nvSpPr>
            <p:cNvPr id="456" name="Google Shape;456;p54"/>
            <p:cNvSpPr/>
            <p:nvPr/>
          </p:nvSpPr>
          <p:spPr>
            <a:xfrm>
              <a:off x="5542910" y="1694886"/>
              <a:ext cx="334500" cy="334500"/>
            </a:xfrm>
            <a:prstGeom prst="ellipse">
              <a:avLst/>
            </a:prstGeom>
            <a:solidFill>
              <a:srgbClr val="6EE1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54"/>
            <p:cNvSpPr/>
            <p:nvPr/>
          </p:nvSpPr>
          <p:spPr>
            <a:xfrm>
              <a:off x="5635622" y="1787566"/>
              <a:ext cx="149100" cy="149100"/>
            </a:xfrm>
            <a:prstGeom prst="ellipse">
              <a:avLst/>
            </a:prstGeom>
            <a:solidFill>
              <a:srgbClr val="32B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 name="Google Shape;458;p54"/>
          <p:cNvGrpSpPr/>
          <p:nvPr/>
        </p:nvGrpSpPr>
        <p:grpSpPr>
          <a:xfrm>
            <a:off x="5725235" y="3003936"/>
            <a:ext cx="334500" cy="334500"/>
            <a:chOff x="5725235" y="2803911"/>
            <a:chExt cx="334500" cy="334500"/>
          </a:xfrm>
        </p:grpSpPr>
        <p:sp>
          <p:nvSpPr>
            <p:cNvPr id="459" name="Google Shape;459;p54"/>
            <p:cNvSpPr/>
            <p:nvPr/>
          </p:nvSpPr>
          <p:spPr>
            <a:xfrm>
              <a:off x="5725235" y="2803911"/>
              <a:ext cx="334500" cy="334500"/>
            </a:xfrm>
            <a:prstGeom prst="ellipse">
              <a:avLst/>
            </a:prstGeom>
            <a:solidFill>
              <a:srgbClr val="6EE1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54"/>
            <p:cNvSpPr/>
            <p:nvPr/>
          </p:nvSpPr>
          <p:spPr>
            <a:xfrm>
              <a:off x="5817947" y="2896591"/>
              <a:ext cx="149100" cy="149100"/>
            </a:xfrm>
            <a:prstGeom prst="ellipse">
              <a:avLst/>
            </a:prstGeom>
            <a:solidFill>
              <a:srgbClr val="32B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 name="Google Shape;461;p54"/>
          <p:cNvGrpSpPr/>
          <p:nvPr/>
        </p:nvGrpSpPr>
        <p:grpSpPr>
          <a:xfrm>
            <a:off x="4342648" y="3061261"/>
            <a:ext cx="334500" cy="334500"/>
            <a:chOff x="4342648" y="2861236"/>
            <a:chExt cx="334500" cy="334500"/>
          </a:xfrm>
        </p:grpSpPr>
        <p:sp>
          <p:nvSpPr>
            <p:cNvPr id="462" name="Google Shape;462;p54"/>
            <p:cNvSpPr/>
            <p:nvPr/>
          </p:nvSpPr>
          <p:spPr>
            <a:xfrm>
              <a:off x="4342648" y="2861236"/>
              <a:ext cx="334500" cy="334500"/>
            </a:xfrm>
            <a:prstGeom prst="ellipse">
              <a:avLst/>
            </a:prstGeom>
            <a:solidFill>
              <a:srgbClr val="6EE1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54"/>
            <p:cNvSpPr/>
            <p:nvPr/>
          </p:nvSpPr>
          <p:spPr>
            <a:xfrm>
              <a:off x="4435353" y="2953931"/>
              <a:ext cx="149100" cy="149100"/>
            </a:xfrm>
            <a:prstGeom prst="ellipse">
              <a:avLst/>
            </a:prstGeom>
            <a:solidFill>
              <a:srgbClr val="32B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 name="Shape 467"/>
        <p:cNvGrpSpPr/>
        <p:nvPr/>
      </p:nvGrpSpPr>
      <p:grpSpPr>
        <a:xfrm>
          <a:off x="0" y="0"/>
          <a:ext cx="0" cy="0"/>
          <a:chOff x="0" y="0"/>
          <a:chExt cx="0" cy="0"/>
        </a:xfrm>
      </p:grpSpPr>
      <p:sp>
        <p:nvSpPr>
          <p:cNvPr id="468" name="Google Shape;468;p55"/>
          <p:cNvSpPr txBox="1"/>
          <p:nvPr>
            <p:ph type="title"/>
          </p:nvPr>
        </p:nvSpPr>
        <p:spPr>
          <a:xfrm>
            <a:off x="713100" y="1944000"/>
            <a:ext cx="3208500" cy="125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 the True Artist in You</a:t>
            </a:r>
            <a:endParaRPr/>
          </a:p>
        </p:txBody>
      </p:sp>
      <p:pic>
        <p:nvPicPr>
          <p:cNvPr id="469" name="Google Shape;469;p55"/>
          <p:cNvPicPr preferRelativeResize="0"/>
          <p:nvPr/>
        </p:nvPicPr>
        <p:blipFill>
          <a:blip r:embed="rId3">
            <a:alphaModFix/>
          </a:blip>
          <a:stretch>
            <a:fillRect/>
          </a:stretch>
        </p:blipFill>
        <p:spPr>
          <a:xfrm>
            <a:off x="6106650" y="3106881"/>
            <a:ext cx="2478001" cy="496825"/>
          </a:xfrm>
          <a:prstGeom prst="rect">
            <a:avLst/>
          </a:prstGeom>
          <a:noFill/>
          <a:ln>
            <a:noFill/>
          </a:ln>
        </p:spPr>
      </p:pic>
      <p:pic>
        <p:nvPicPr>
          <p:cNvPr id="470" name="Google Shape;470;p55"/>
          <p:cNvPicPr preferRelativeResize="0"/>
          <p:nvPr/>
        </p:nvPicPr>
        <p:blipFill>
          <a:blip r:embed="rId3">
            <a:alphaModFix/>
          </a:blip>
          <a:stretch>
            <a:fillRect/>
          </a:stretch>
        </p:blipFill>
        <p:spPr>
          <a:xfrm>
            <a:off x="3389150" y="3106883"/>
            <a:ext cx="2365699" cy="496825"/>
          </a:xfrm>
          <a:prstGeom prst="rect">
            <a:avLst/>
          </a:prstGeom>
          <a:noFill/>
          <a:ln>
            <a:noFill/>
          </a:ln>
        </p:spPr>
      </p:pic>
      <p:sp>
        <p:nvSpPr>
          <p:cNvPr id="471" name="Google Shape;471;p55"/>
          <p:cNvSpPr txBox="1"/>
          <p:nvPr/>
        </p:nvSpPr>
        <p:spPr>
          <a:xfrm>
            <a:off x="3546300" y="3195544"/>
            <a:ext cx="1975200" cy="402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Red Hat Display"/>
                <a:ea typeface="Red Hat Display"/>
                <a:cs typeface="Red Hat Display"/>
                <a:sym typeface="Red Hat Display"/>
              </a:rPr>
              <a:t>Artsy Anna</a:t>
            </a:r>
            <a:endParaRPr b="1" sz="2000">
              <a:solidFill>
                <a:srgbClr val="FFFFFF"/>
              </a:solidFill>
              <a:latin typeface="Red Hat Display"/>
              <a:ea typeface="Red Hat Display"/>
              <a:cs typeface="Red Hat Display"/>
              <a:sym typeface="Red Hat Display"/>
            </a:endParaRPr>
          </a:p>
        </p:txBody>
      </p:sp>
      <p:sp>
        <p:nvSpPr>
          <p:cNvPr id="472" name="Google Shape;472;p55"/>
          <p:cNvSpPr txBox="1"/>
          <p:nvPr/>
        </p:nvSpPr>
        <p:spPr>
          <a:xfrm>
            <a:off x="3546300" y="3607006"/>
            <a:ext cx="1975200" cy="59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Here you could talk a bit about this person</a:t>
            </a:r>
            <a:endParaRPr>
              <a:solidFill>
                <a:srgbClr val="000000"/>
              </a:solidFill>
              <a:latin typeface="Red Hat Display"/>
              <a:ea typeface="Red Hat Display"/>
              <a:cs typeface="Red Hat Display"/>
              <a:sym typeface="Red Hat Display"/>
            </a:endParaRPr>
          </a:p>
        </p:txBody>
      </p:sp>
      <p:sp>
        <p:nvSpPr>
          <p:cNvPr id="473" name="Google Shape;473;p55"/>
          <p:cNvSpPr txBox="1"/>
          <p:nvPr/>
        </p:nvSpPr>
        <p:spPr>
          <a:xfrm>
            <a:off x="6322975" y="3195544"/>
            <a:ext cx="1975200" cy="402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Red Hat Display"/>
                <a:ea typeface="Red Hat Display"/>
                <a:cs typeface="Red Hat Display"/>
                <a:sym typeface="Red Hat Display"/>
              </a:rPr>
              <a:t>Brilliant Birdie</a:t>
            </a:r>
            <a:endParaRPr b="1" sz="2000">
              <a:solidFill>
                <a:srgbClr val="FFFFFF"/>
              </a:solidFill>
              <a:latin typeface="Red Hat Display"/>
              <a:ea typeface="Red Hat Display"/>
              <a:cs typeface="Red Hat Display"/>
              <a:sym typeface="Red Hat Display"/>
            </a:endParaRPr>
          </a:p>
        </p:txBody>
      </p:sp>
      <p:sp>
        <p:nvSpPr>
          <p:cNvPr id="474" name="Google Shape;474;p55"/>
          <p:cNvSpPr txBox="1"/>
          <p:nvPr/>
        </p:nvSpPr>
        <p:spPr>
          <a:xfrm>
            <a:off x="6322975" y="3607006"/>
            <a:ext cx="1975200" cy="59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Here you could talk a bit about this person</a:t>
            </a:r>
            <a:endParaRPr>
              <a:solidFill>
                <a:srgbClr val="000000"/>
              </a:solidFill>
              <a:latin typeface="Red Hat Display"/>
              <a:ea typeface="Red Hat Display"/>
              <a:cs typeface="Red Hat Display"/>
              <a:sym typeface="Red Hat Display"/>
            </a:endParaRPr>
          </a:p>
        </p:txBody>
      </p:sp>
      <p:pic>
        <p:nvPicPr>
          <p:cNvPr id="475" name="Google Shape;475;p55"/>
          <p:cNvPicPr preferRelativeResize="0"/>
          <p:nvPr/>
        </p:nvPicPr>
        <p:blipFill>
          <a:blip r:embed="rId4">
            <a:alphaModFix/>
          </a:blip>
          <a:stretch>
            <a:fillRect/>
          </a:stretch>
        </p:blipFill>
        <p:spPr>
          <a:xfrm>
            <a:off x="3648076" y="943694"/>
            <a:ext cx="1771200" cy="1771200"/>
          </a:xfrm>
          <a:prstGeom prst="ellipse">
            <a:avLst/>
          </a:prstGeom>
          <a:noFill/>
          <a:ln>
            <a:noFill/>
          </a:ln>
        </p:spPr>
      </p:pic>
      <p:pic>
        <p:nvPicPr>
          <p:cNvPr id="476" name="Google Shape;476;p55"/>
          <p:cNvPicPr preferRelativeResize="0"/>
          <p:nvPr/>
        </p:nvPicPr>
        <p:blipFill>
          <a:blip r:embed="rId5">
            <a:alphaModFix/>
          </a:blip>
          <a:stretch>
            <a:fillRect/>
          </a:stretch>
        </p:blipFill>
        <p:spPr>
          <a:xfrm>
            <a:off x="6425136" y="943706"/>
            <a:ext cx="1771200" cy="1771200"/>
          </a:xfrm>
          <a:prstGeom prst="ellipse">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 name="Shape 480"/>
        <p:cNvGrpSpPr/>
        <p:nvPr/>
      </p:nvGrpSpPr>
      <p:grpSpPr>
        <a:xfrm>
          <a:off x="0" y="0"/>
          <a:ext cx="0" cy="0"/>
          <a:chOff x="0" y="0"/>
          <a:chExt cx="0" cy="0"/>
        </a:xfrm>
      </p:grpSpPr>
      <p:sp>
        <p:nvSpPr>
          <p:cNvPr id="481" name="Google Shape;481;p56"/>
          <p:cNvSpPr txBox="1"/>
          <p:nvPr>
            <p:ph type="title"/>
          </p:nvPr>
        </p:nvSpPr>
        <p:spPr>
          <a:xfrm>
            <a:off x="713100" y="628525"/>
            <a:ext cx="771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cxnSp>
        <p:nvCxnSpPr>
          <p:cNvPr id="482" name="Google Shape;482;p56"/>
          <p:cNvCxnSpPr/>
          <p:nvPr/>
        </p:nvCxnSpPr>
        <p:spPr>
          <a:xfrm>
            <a:off x="1601850" y="2273662"/>
            <a:ext cx="5940300" cy="0"/>
          </a:xfrm>
          <a:prstGeom prst="straightConnector1">
            <a:avLst/>
          </a:prstGeom>
          <a:noFill/>
          <a:ln cap="flat" cmpd="sng" w="19050">
            <a:solidFill>
              <a:schemeClr val="dk1"/>
            </a:solidFill>
            <a:prstDash val="solid"/>
            <a:round/>
            <a:headEnd len="med" w="med" type="none"/>
            <a:tailEnd len="med" w="med" type="none"/>
          </a:ln>
        </p:spPr>
      </p:cxnSp>
      <p:pic>
        <p:nvPicPr>
          <p:cNvPr id="483" name="Google Shape;483;p56"/>
          <p:cNvPicPr preferRelativeResize="0"/>
          <p:nvPr/>
        </p:nvPicPr>
        <p:blipFill>
          <a:blip r:embed="rId3">
            <a:alphaModFix/>
          </a:blip>
          <a:stretch>
            <a:fillRect/>
          </a:stretch>
        </p:blipFill>
        <p:spPr>
          <a:xfrm rot="-2700000">
            <a:off x="3018062" y="1737675"/>
            <a:ext cx="1102475" cy="1071974"/>
          </a:xfrm>
          <a:prstGeom prst="rect">
            <a:avLst/>
          </a:prstGeom>
          <a:noFill/>
          <a:ln>
            <a:noFill/>
          </a:ln>
        </p:spPr>
      </p:pic>
      <p:pic>
        <p:nvPicPr>
          <p:cNvPr id="484" name="Google Shape;484;p56"/>
          <p:cNvPicPr preferRelativeResize="0"/>
          <p:nvPr/>
        </p:nvPicPr>
        <p:blipFill>
          <a:blip r:embed="rId3">
            <a:alphaModFix/>
          </a:blip>
          <a:stretch>
            <a:fillRect/>
          </a:stretch>
        </p:blipFill>
        <p:spPr>
          <a:xfrm>
            <a:off x="5021362" y="1737675"/>
            <a:ext cx="1102475" cy="1071975"/>
          </a:xfrm>
          <a:prstGeom prst="rect">
            <a:avLst/>
          </a:prstGeom>
          <a:noFill/>
          <a:ln>
            <a:noFill/>
          </a:ln>
        </p:spPr>
      </p:pic>
      <p:pic>
        <p:nvPicPr>
          <p:cNvPr id="485" name="Google Shape;485;p56"/>
          <p:cNvPicPr preferRelativeResize="0"/>
          <p:nvPr/>
        </p:nvPicPr>
        <p:blipFill>
          <a:blip r:embed="rId3">
            <a:alphaModFix/>
          </a:blip>
          <a:stretch>
            <a:fillRect/>
          </a:stretch>
        </p:blipFill>
        <p:spPr>
          <a:xfrm rot="-7200000">
            <a:off x="7024662" y="1737675"/>
            <a:ext cx="1102475" cy="1071975"/>
          </a:xfrm>
          <a:prstGeom prst="rect">
            <a:avLst/>
          </a:prstGeom>
          <a:noFill/>
          <a:ln>
            <a:noFill/>
          </a:ln>
        </p:spPr>
      </p:pic>
      <p:pic>
        <p:nvPicPr>
          <p:cNvPr id="486" name="Google Shape;486;p56"/>
          <p:cNvPicPr preferRelativeResize="0"/>
          <p:nvPr/>
        </p:nvPicPr>
        <p:blipFill>
          <a:blip r:embed="rId3">
            <a:alphaModFix/>
          </a:blip>
          <a:stretch>
            <a:fillRect/>
          </a:stretch>
        </p:blipFill>
        <p:spPr>
          <a:xfrm>
            <a:off x="1014762" y="1737675"/>
            <a:ext cx="1102475" cy="1071975"/>
          </a:xfrm>
          <a:prstGeom prst="rect">
            <a:avLst/>
          </a:prstGeom>
          <a:noFill/>
          <a:ln>
            <a:noFill/>
          </a:ln>
        </p:spPr>
      </p:pic>
      <p:sp>
        <p:nvSpPr>
          <p:cNvPr id="487" name="Google Shape;487;p56"/>
          <p:cNvSpPr txBox="1"/>
          <p:nvPr/>
        </p:nvSpPr>
        <p:spPr>
          <a:xfrm>
            <a:off x="716850" y="3135575"/>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000000"/>
                </a:solidFill>
                <a:latin typeface="Red Hat Display"/>
                <a:ea typeface="Red Hat Display"/>
                <a:cs typeface="Red Hat Display"/>
                <a:sym typeface="Red Hat Display"/>
              </a:rPr>
              <a:t>Mars</a:t>
            </a:r>
            <a:endParaRPr b="1" sz="2000">
              <a:solidFill>
                <a:srgbClr val="000000"/>
              </a:solidFill>
              <a:latin typeface="Red Hat Display"/>
              <a:ea typeface="Red Hat Display"/>
              <a:cs typeface="Red Hat Display"/>
              <a:sym typeface="Red Hat Display"/>
            </a:endParaRPr>
          </a:p>
        </p:txBody>
      </p:sp>
      <p:sp>
        <p:nvSpPr>
          <p:cNvPr id="488" name="Google Shape;488;p56"/>
          <p:cNvSpPr txBox="1"/>
          <p:nvPr/>
        </p:nvSpPr>
        <p:spPr>
          <a:xfrm>
            <a:off x="716850" y="3524777"/>
            <a:ext cx="1698300" cy="937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Red Hat Display"/>
                <a:ea typeface="Red Hat Display"/>
                <a:cs typeface="Red Hat Display"/>
                <a:sym typeface="Red Hat Display"/>
              </a:rPr>
              <a:t>Despite being red, Mars is actually a cold place</a:t>
            </a:r>
            <a:endParaRPr>
              <a:solidFill>
                <a:srgbClr val="000000"/>
              </a:solidFill>
              <a:latin typeface="Red Hat Display"/>
              <a:ea typeface="Red Hat Display"/>
              <a:cs typeface="Red Hat Display"/>
              <a:sym typeface="Red Hat Display"/>
            </a:endParaRPr>
          </a:p>
        </p:txBody>
      </p:sp>
      <p:sp>
        <p:nvSpPr>
          <p:cNvPr id="489" name="Google Shape;489;p56"/>
          <p:cNvSpPr txBox="1"/>
          <p:nvPr/>
        </p:nvSpPr>
        <p:spPr>
          <a:xfrm>
            <a:off x="2720150" y="3135575"/>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000000"/>
                </a:solidFill>
                <a:latin typeface="Red Hat Display"/>
                <a:ea typeface="Red Hat Display"/>
                <a:cs typeface="Red Hat Display"/>
                <a:sym typeface="Red Hat Display"/>
              </a:rPr>
              <a:t>Mercury</a:t>
            </a:r>
            <a:endParaRPr b="1" sz="2000">
              <a:solidFill>
                <a:srgbClr val="000000"/>
              </a:solidFill>
              <a:latin typeface="Red Hat Display"/>
              <a:ea typeface="Red Hat Display"/>
              <a:cs typeface="Red Hat Display"/>
              <a:sym typeface="Red Hat Display"/>
            </a:endParaRPr>
          </a:p>
        </p:txBody>
      </p:sp>
      <p:sp>
        <p:nvSpPr>
          <p:cNvPr id="490" name="Google Shape;490;p56"/>
          <p:cNvSpPr txBox="1"/>
          <p:nvPr/>
        </p:nvSpPr>
        <p:spPr>
          <a:xfrm>
            <a:off x="2720150" y="3524777"/>
            <a:ext cx="1698300" cy="937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Mercury is the closest planet to the Sun</a:t>
            </a:r>
            <a:endParaRPr>
              <a:solidFill>
                <a:srgbClr val="000000"/>
              </a:solidFill>
              <a:latin typeface="Red Hat Display"/>
              <a:ea typeface="Red Hat Display"/>
              <a:cs typeface="Red Hat Display"/>
              <a:sym typeface="Red Hat Display"/>
            </a:endParaRPr>
          </a:p>
        </p:txBody>
      </p:sp>
      <p:sp>
        <p:nvSpPr>
          <p:cNvPr id="491" name="Google Shape;491;p56"/>
          <p:cNvSpPr txBox="1"/>
          <p:nvPr/>
        </p:nvSpPr>
        <p:spPr>
          <a:xfrm>
            <a:off x="4723450" y="3135575"/>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000000"/>
                </a:solidFill>
                <a:latin typeface="Red Hat Display"/>
                <a:ea typeface="Red Hat Display"/>
                <a:cs typeface="Red Hat Display"/>
                <a:sym typeface="Red Hat Display"/>
              </a:rPr>
              <a:t>Saturn</a:t>
            </a:r>
            <a:endParaRPr b="1" sz="2000">
              <a:solidFill>
                <a:srgbClr val="000000"/>
              </a:solidFill>
              <a:latin typeface="Red Hat Display"/>
              <a:ea typeface="Red Hat Display"/>
              <a:cs typeface="Red Hat Display"/>
              <a:sym typeface="Red Hat Display"/>
            </a:endParaRPr>
          </a:p>
        </p:txBody>
      </p:sp>
      <p:sp>
        <p:nvSpPr>
          <p:cNvPr id="492" name="Google Shape;492;p56"/>
          <p:cNvSpPr txBox="1"/>
          <p:nvPr/>
        </p:nvSpPr>
        <p:spPr>
          <a:xfrm>
            <a:off x="4723450" y="3524777"/>
            <a:ext cx="1698300" cy="937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Saturn is </a:t>
            </a:r>
            <a:r>
              <a:rPr lang="en">
                <a:latin typeface="Red Hat Display"/>
                <a:ea typeface="Red Hat Display"/>
                <a:cs typeface="Red Hat Display"/>
                <a:sym typeface="Red Hat Display"/>
              </a:rPr>
              <a:t>a gas giant and has several rings</a:t>
            </a:r>
            <a:endParaRPr>
              <a:solidFill>
                <a:srgbClr val="000000"/>
              </a:solidFill>
              <a:latin typeface="Red Hat Display"/>
              <a:ea typeface="Red Hat Display"/>
              <a:cs typeface="Red Hat Display"/>
              <a:sym typeface="Red Hat Display"/>
            </a:endParaRPr>
          </a:p>
        </p:txBody>
      </p:sp>
      <p:sp>
        <p:nvSpPr>
          <p:cNvPr id="493" name="Google Shape;493;p56"/>
          <p:cNvSpPr txBox="1"/>
          <p:nvPr/>
        </p:nvSpPr>
        <p:spPr>
          <a:xfrm>
            <a:off x="6726750" y="3135575"/>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000000"/>
                </a:solidFill>
                <a:latin typeface="Red Hat Display"/>
                <a:ea typeface="Red Hat Display"/>
                <a:cs typeface="Red Hat Display"/>
                <a:sym typeface="Red Hat Display"/>
              </a:rPr>
              <a:t>Venus</a:t>
            </a:r>
            <a:endParaRPr b="1" sz="2000">
              <a:solidFill>
                <a:srgbClr val="000000"/>
              </a:solidFill>
              <a:latin typeface="Red Hat Display"/>
              <a:ea typeface="Red Hat Display"/>
              <a:cs typeface="Red Hat Display"/>
              <a:sym typeface="Red Hat Display"/>
            </a:endParaRPr>
          </a:p>
        </p:txBody>
      </p:sp>
      <p:sp>
        <p:nvSpPr>
          <p:cNvPr id="494" name="Google Shape;494;p56"/>
          <p:cNvSpPr txBox="1"/>
          <p:nvPr/>
        </p:nvSpPr>
        <p:spPr>
          <a:xfrm>
            <a:off x="6726750" y="3524777"/>
            <a:ext cx="1698300" cy="937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Venus has a beautiful name, but is terribly hot</a:t>
            </a:r>
            <a:endParaRPr>
              <a:solidFill>
                <a:srgbClr val="000000"/>
              </a:solidFill>
              <a:latin typeface="Red Hat Display"/>
              <a:ea typeface="Red Hat Display"/>
              <a:cs typeface="Red Hat Display"/>
              <a:sym typeface="Red Hat Display"/>
            </a:endParaRPr>
          </a:p>
        </p:txBody>
      </p:sp>
      <p:sp>
        <p:nvSpPr>
          <p:cNvPr id="495" name="Google Shape;495;p56"/>
          <p:cNvSpPr txBox="1"/>
          <p:nvPr/>
        </p:nvSpPr>
        <p:spPr>
          <a:xfrm>
            <a:off x="1102950" y="2072513"/>
            <a:ext cx="926100" cy="40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Red Hat Display"/>
                <a:ea typeface="Red Hat Display"/>
                <a:cs typeface="Red Hat Display"/>
                <a:sym typeface="Red Hat Display"/>
              </a:rPr>
              <a:t>2015</a:t>
            </a:r>
            <a:endParaRPr b="1" sz="2000">
              <a:solidFill>
                <a:srgbClr val="FFFFFF"/>
              </a:solidFill>
              <a:latin typeface="Red Hat Display"/>
              <a:ea typeface="Red Hat Display"/>
              <a:cs typeface="Red Hat Display"/>
              <a:sym typeface="Red Hat Display"/>
            </a:endParaRPr>
          </a:p>
        </p:txBody>
      </p:sp>
      <p:sp>
        <p:nvSpPr>
          <p:cNvPr id="496" name="Google Shape;496;p56"/>
          <p:cNvSpPr txBox="1"/>
          <p:nvPr/>
        </p:nvSpPr>
        <p:spPr>
          <a:xfrm>
            <a:off x="3106250" y="2072513"/>
            <a:ext cx="926100" cy="40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Red Hat Display"/>
                <a:ea typeface="Red Hat Display"/>
                <a:cs typeface="Red Hat Display"/>
                <a:sym typeface="Red Hat Display"/>
              </a:rPr>
              <a:t>2017</a:t>
            </a:r>
            <a:endParaRPr b="1" sz="2000">
              <a:solidFill>
                <a:srgbClr val="FFFFFF"/>
              </a:solidFill>
              <a:latin typeface="Red Hat Display"/>
              <a:ea typeface="Red Hat Display"/>
              <a:cs typeface="Red Hat Display"/>
              <a:sym typeface="Red Hat Display"/>
            </a:endParaRPr>
          </a:p>
        </p:txBody>
      </p:sp>
      <p:sp>
        <p:nvSpPr>
          <p:cNvPr id="497" name="Google Shape;497;p56"/>
          <p:cNvSpPr txBox="1"/>
          <p:nvPr/>
        </p:nvSpPr>
        <p:spPr>
          <a:xfrm>
            <a:off x="5109550" y="2072513"/>
            <a:ext cx="926100" cy="40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Red Hat Display"/>
                <a:ea typeface="Red Hat Display"/>
                <a:cs typeface="Red Hat Display"/>
                <a:sym typeface="Red Hat Display"/>
              </a:rPr>
              <a:t>2020</a:t>
            </a:r>
            <a:endParaRPr b="1" sz="2000">
              <a:solidFill>
                <a:srgbClr val="FFFFFF"/>
              </a:solidFill>
              <a:latin typeface="Red Hat Display"/>
              <a:ea typeface="Red Hat Display"/>
              <a:cs typeface="Red Hat Display"/>
              <a:sym typeface="Red Hat Display"/>
            </a:endParaRPr>
          </a:p>
        </p:txBody>
      </p:sp>
      <p:sp>
        <p:nvSpPr>
          <p:cNvPr id="498" name="Google Shape;498;p56"/>
          <p:cNvSpPr txBox="1"/>
          <p:nvPr/>
        </p:nvSpPr>
        <p:spPr>
          <a:xfrm>
            <a:off x="7112850" y="2072513"/>
            <a:ext cx="926100" cy="40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Red Hat Display"/>
                <a:ea typeface="Red Hat Display"/>
                <a:cs typeface="Red Hat Display"/>
                <a:sym typeface="Red Hat Display"/>
              </a:rPr>
              <a:t>2023</a:t>
            </a:r>
            <a:endParaRPr b="1" sz="2000">
              <a:solidFill>
                <a:srgbClr val="FFFFFF"/>
              </a:solidFill>
              <a:latin typeface="Red Hat Display"/>
              <a:ea typeface="Red Hat Display"/>
              <a:cs typeface="Red Hat Display"/>
              <a:sym typeface="Red Hat Display"/>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 name="Shape 502"/>
        <p:cNvGrpSpPr/>
        <p:nvPr/>
      </p:nvGrpSpPr>
      <p:grpSpPr>
        <a:xfrm>
          <a:off x="0" y="0"/>
          <a:ext cx="0" cy="0"/>
          <a:chOff x="0" y="0"/>
          <a:chExt cx="0" cy="0"/>
        </a:xfrm>
      </p:grpSpPr>
      <p:sp>
        <p:nvSpPr>
          <p:cNvPr id="503" name="Google Shape;503;p57"/>
          <p:cNvSpPr txBox="1"/>
          <p:nvPr>
            <p:ph type="title"/>
          </p:nvPr>
        </p:nvSpPr>
        <p:spPr>
          <a:xfrm>
            <a:off x="720300" y="628525"/>
            <a:ext cx="7703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Try This Other Timeline</a:t>
            </a:r>
            <a:endParaRPr/>
          </a:p>
        </p:txBody>
      </p:sp>
      <p:cxnSp>
        <p:nvCxnSpPr>
          <p:cNvPr id="504" name="Google Shape;504;p57"/>
          <p:cNvCxnSpPr/>
          <p:nvPr/>
        </p:nvCxnSpPr>
        <p:spPr>
          <a:xfrm>
            <a:off x="2829738" y="2079723"/>
            <a:ext cx="0" cy="1910400"/>
          </a:xfrm>
          <a:prstGeom prst="straightConnector1">
            <a:avLst/>
          </a:prstGeom>
          <a:noFill/>
          <a:ln cap="flat" cmpd="sng" w="19050">
            <a:solidFill>
              <a:schemeClr val="dk1"/>
            </a:solidFill>
            <a:prstDash val="solid"/>
            <a:round/>
            <a:headEnd len="med" w="med" type="none"/>
            <a:tailEnd len="med" w="med" type="none"/>
          </a:ln>
        </p:spPr>
      </p:cxnSp>
      <p:pic>
        <p:nvPicPr>
          <p:cNvPr id="505" name="Google Shape;505;p57"/>
          <p:cNvPicPr preferRelativeResize="0"/>
          <p:nvPr/>
        </p:nvPicPr>
        <p:blipFill>
          <a:blip r:embed="rId3">
            <a:alphaModFix/>
          </a:blip>
          <a:stretch>
            <a:fillRect/>
          </a:stretch>
        </p:blipFill>
        <p:spPr>
          <a:xfrm>
            <a:off x="1839887" y="1825125"/>
            <a:ext cx="1979549" cy="572701"/>
          </a:xfrm>
          <a:prstGeom prst="rect">
            <a:avLst/>
          </a:prstGeom>
          <a:noFill/>
          <a:ln>
            <a:noFill/>
          </a:ln>
        </p:spPr>
      </p:pic>
      <p:sp>
        <p:nvSpPr>
          <p:cNvPr id="506" name="Google Shape;506;p57"/>
          <p:cNvSpPr txBox="1"/>
          <p:nvPr/>
        </p:nvSpPr>
        <p:spPr>
          <a:xfrm>
            <a:off x="2227938" y="1863100"/>
            <a:ext cx="1203600" cy="49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Red Hat Display"/>
                <a:ea typeface="Red Hat Display"/>
                <a:cs typeface="Red Hat Display"/>
                <a:sym typeface="Red Hat Display"/>
              </a:rPr>
              <a:t>2015</a:t>
            </a:r>
            <a:endParaRPr b="1" sz="2000">
              <a:solidFill>
                <a:srgbClr val="FFFFFF"/>
              </a:solidFill>
              <a:latin typeface="Red Hat Display"/>
              <a:ea typeface="Red Hat Display"/>
              <a:cs typeface="Red Hat Display"/>
              <a:sym typeface="Red Hat Display"/>
            </a:endParaRPr>
          </a:p>
        </p:txBody>
      </p:sp>
      <p:sp>
        <p:nvSpPr>
          <p:cNvPr id="507" name="Google Shape;507;p57"/>
          <p:cNvSpPr txBox="1"/>
          <p:nvPr/>
        </p:nvSpPr>
        <p:spPr>
          <a:xfrm>
            <a:off x="5271336" y="1811175"/>
            <a:ext cx="1878900" cy="600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Saturn is the ringed one and a gas giant</a:t>
            </a:r>
            <a:endParaRPr>
              <a:solidFill>
                <a:srgbClr val="000000"/>
              </a:solidFill>
              <a:latin typeface="Red Hat Display"/>
              <a:ea typeface="Red Hat Display"/>
              <a:cs typeface="Red Hat Display"/>
              <a:sym typeface="Red Hat Display"/>
            </a:endParaRPr>
          </a:p>
        </p:txBody>
      </p:sp>
      <p:sp>
        <p:nvSpPr>
          <p:cNvPr id="508" name="Google Shape;508;p57"/>
          <p:cNvSpPr txBox="1"/>
          <p:nvPr/>
        </p:nvSpPr>
        <p:spPr>
          <a:xfrm>
            <a:off x="3915975" y="1863079"/>
            <a:ext cx="1258800" cy="49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000000"/>
                </a:solidFill>
                <a:latin typeface="Red Hat Display"/>
                <a:ea typeface="Red Hat Display"/>
                <a:cs typeface="Red Hat Display"/>
                <a:sym typeface="Red Hat Display"/>
              </a:rPr>
              <a:t>Saturn</a:t>
            </a:r>
            <a:endParaRPr b="1" sz="2000">
              <a:solidFill>
                <a:srgbClr val="000000"/>
              </a:solidFill>
              <a:latin typeface="Red Hat Display"/>
              <a:ea typeface="Red Hat Display"/>
              <a:cs typeface="Red Hat Display"/>
              <a:sym typeface="Red Hat Display"/>
            </a:endParaRPr>
          </a:p>
        </p:txBody>
      </p:sp>
      <p:pic>
        <p:nvPicPr>
          <p:cNvPr id="509" name="Google Shape;509;p57"/>
          <p:cNvPicPr preferRelativeResize="0"/>
          <p:nvPr/>
        </p:nvPicPr>
        <p:blipFill>
          <a:blip r:embed="rId3">
            <a:alphaModFix/>
          </a:blip>
          <a:stretch>
            <a:fillRect/>
          </a:stretch>
        </p:blipFill>
        <p:spPr>
          <a:xfrm>
            <a:off x="1839887" y="2714071"/>
            <a:ext cx="1979549" cy="576072"/>
          </a:xfrm>
          <a:prstGeom prst="rect">
            <a:avLst/>
          </a:prstGeom>
          <a:noFill/>
          <a:ln>
            <a:noFill/>
          </a:ln>
        </p:spPr>
      </p:pic>
      <p:sp>
        <p:nvSpPr>
          <p:cNvPr id="510" name="Google Shape;510;p57"/>
          <p:cNvSpPr txBox="1"/>
          <p:nvPr/>
        </p:nvSpPr>
        <p:spPr>
          <a:xfrm>
            <a:off x="2227938" y="2755215"/>
            <a:ext cx="1203600" cy="49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Red Hat Display"/>
                <a:ea typeface="Red Hat Display"/>
                <a:cs typeface="Red Hat Display"/>
                <a:sym typeface="Red Hat Display"/>
              </a:rPr>
              <a:t>2017</a:t>
            </a:r>
            <a:endParaRPr b="1" sz="2000">
              <a:solidFill>
                <a:srgbClr val="FFFFFF"/>
              </a:solidFill>
              <a:latin typeface="Red Hat Display"/>
              <a:ea typeface="Red Hat Display"/>
              <a:cs typeface="Red Hat Display"/>
              <a:sym typeface="Red Hat Display"/>
            </a:endParaRPr>
          </a:p>
        </p:txBody>
      </p:sp>
      <p:sp>
        <p:nvSpPr>
          <p:cNvPr id="511" name="Google Shape;511;p57"/>
          <p:cNvSpPr txBox="1"/>
          <p:nvPr/>
        </p:nvSpPr>
        <p:spPr>
          <a:xfrm>
            <a:off x="5271324" y="2700326"/>
            <a:ext cx="1878900" cy="60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ed Hat Display"/>
                <a:ea typeface="Red Hat Display"/>
                <a:cs typeface="Red Hat Display"/>
                <a:sym typeface="Red Hat Display"/>
              </a:rPr>
              <a:t>Despite being red, Mars is a cold place</a:t>
            </a:r>
            <a:endParaRPr>
              <a:solidFill>
                <a:srgbClr val="000000"/>
              </a:solidFill>
              <a:latin typeface="Red Hat Display"/>
              <a:ea typeface="Red Hat Display"/>
              <a:cs typeface="Red Hat Display"/>
              <a:sym typeface="Red Hat Display"/>
            </a:endParaRPr>
          </a:p>
        </p:txBody>
      </p:sp>
      <p:sp>
        <p:nvSpPr>
          <p:cNvPr id="512" name="Google Shape;512;p57"/>
          <p:cNvSpPr txBox="1"/>
          <p:nvPr/>
        </p:nvSpPr>
        <p:spPr>
          <a:xfrm>
            <a:off x="3915975" y="2753710"/>
            <a:ext cx="1258800" cy="49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000000"/>
                </a:solidFill>
                <a:latin typeface="Red Hat Display"/>
                <a:ea typeface="Red Hat Display"/>
                <a:cs typeface="Red Hat Display"/>
                <a:sym typeface="Red Hat Display"/>
              </a:rPr>
              <a:t>Mars</a:t>
            </a:r>
            <a:endParaRPr b="1" sz="2000">
              <a:solidFill>
                <a:srgbClr val="000000"/>
              </a:solidFill>
              <a:latin typeface="Red Hat Display"/>
              <a:ea typeface="Red Hat Display"/>
              <a:cs typeface="Red Hat Display"/>
              <a:sym typeface="Red Hat Display"/>
            </a:endParaRPr>
          </a:p>
        </p:txBody>
      </p:sp>
      <p:pic>
        <p:nvPicPr>
          <p:cNvPr id="513" name="Google Shape;513;p57"/>
          <p:cNvPicPr preferRelativeResize="0"/>
          <p:nvPr/>
        </p:nvPicPr>
        <p:blipFill>
          <a:blip r:embed="rId3">
            <a:alphaModFix/>
          </a:blip>
          <a:stretch>
            <a:fillRect/>
          </a:stretch>
        </p:blipFill>
        <p:spPr>
          <a:xfrm>
            <a:off x="1839887" y="3604703"/>
            <a:ext cx="1979549" cy="576072"/>
          </a:xfrm>
          <a:prstGeom prst="rect">
            <a:avLst/>
          </a:prstGeom>
          <a:noFill/>
          <a:ln>
            <a:noFill/>
          </a:ln>
        </p:spPr>
      </p:pic>
      <p:sp>
        <p:nvSpPr>
          <p:cNvPr id="514" name="Google Shape;514;p57"/>
          <p:cNvSpPr txBox="1"/>
          <p:nvPr/>
        </p:nvSpPr>
        <p:spPr>
          <a:xfrm>
            <a:off x="2227938" y="3645850"/>
            <a:ext cx="1203600" cy="49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FFFFFF"/>
                </a:solidFill>
                <a:latin typeface="Red Hat Display"/>
                <a:ea typeface="Red Hat Display"/>
                <a:cs typeface="Red Hat Display"/>
                <a:sym typeface="Red Hat Display"/>
              </a:rPr>
              <a:t>2020</a:t>
            </a:r>
            <a:endParaRPr b="1" sz="2000">
              <a:solidFill>
                <a:srgbClr val="FFFFFF"/>
              </a:solidFill>
              <a:latin typeface="Red Hat Display"/>
              <a:ea typeface="Red Hat Display"/>
              <a:cs typeface="Red Hat Display"/>
              <a:sym typeface="Red Hat Display"/>
            </a:endParaRPr>
          </a:p>
        </p:txBody>
      </p:sp>
      <p:sp>
        <p:nvSpPr>
          <p:cNvPr id="515" name="Google Shape;515;p57"/>
          <p:cNvSpPr txBox="1"/>
          <p:nvPr/>
        </p:nvSpPr>
        <p:spPr>
          <a:xfrm>
            <a:off x="5271324" y="3592473"/>
            <a:ext cx="1878900" cy="60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It’s the closest planet to the Sun</a:t>
            </a:r>
            <a:endParaRPr>
              <a:solidFill>
                <a:srgbClr val="000000"/>
              </a:solidFill>
              <a:latin typeface="Red Hat Display"/>
              <a:ea typeface="Red Hat Display"/>
              <a:cs typeface="Red Hat Display"/>
              <a:sym typeface="Red Hat Display"/>
            </a:endParaRPr>
          </a:p>
        </p:txBody>
      </p:sp>
      <p:sp>
        <p:nvSpPr>
          <p:cNvPr id="516" name="Google Shape;516;p57"/>
          <p:cNvSpPr txBox="1"/>
          <p:nvPr/>
        </p:nvSpPr>
        <p:spPr>
          <a:xfrm>
            <a:off x="3915975" y="3644342"/>
            <a:ext cx="1258800" cy="49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000000"/>
                </a:solidFill>
                <a:latin typeface="Red Hat Display"/>
                <a:ea typeface="Red Hat Display"/>
                <a:cs typeface="Red Hat Display"/>
                <a:sym typeface="Red Hat Display"/>
              </a:rPr>
              <a:t>Mercury</a:t>
            </a:r>
            <a:endParaRPr b="1" sz="2000">
              <a:solidFill>
                <a:srgbClr val="000000"/>
              </a:solidFill>
              <a:latin typeface="Red Hat Display"/>
              <a:ea typeface="Red Hat Display"/>
              <a:cs typeface="Red Hat Display"/>
              <a:sym typeface="Red Hat Display"/>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0" name="Shape 520"/>
        <p:cNvGrpSpPr/>
        <p:nvPr/>
      </p:nvGrpSpPr>
      <p:grpSpPr>
        <a:xfrm>
          <a:off x="0" y="0"/>
          <a:ext cx="0" cy="0"/>
          <a:chOff x="0" y="0"/>
          <a:chExt cx="0" cy="0"/>
        </a:xfrm>
      </p:grpSpPr>
      <p:pic>
        <p:nvPicPr>
          <p:cNvPr id="521" name="Google Shape;521;p58"/>
          <p:cNvPicPr preferRelativeResize="0"/>
          <p:nvPr/>
        </p:nvPicPr>
        <p:blipFill>
          <a:blip r:embed="rId3">
            <a:alphaModFix/>
          </a:blip>
          <a:stretch>
            <a:fillRect/>
          </a:stretch>
        </p:blipFill>
        <p:spPr>
          <a:xfrm>
            <a:off x="2144125" y="3064351"/>
            <a:ext cx="4854226" cy="551525"/>
          </a:xfrm>
          <a:prstGeom prst="rect">
            <a:avLst/>
          </a:prstGeom>
          <a:noFill/>
          <a:ln>
            <a:noFill/>
          </a:ln>
        </p:spPr>
      </p:pic>
      <p:sp>
        <p:nvSpPr>
          <p:cNvPr id="522" name="Google Shape;522;p58"/>
          <p:cNvSpPr txBox="1"/>
          <p:nvPr>
            <p:ph type="title"/>
          </p:nvPr>
        </p:nvSpPr>
        <p:spPr>
          <a:xfrm>
            <a:off x="1741175" y="1606125"/>
            <a:ext cx="5660100" cy="138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7,498,300</a:t>
            </a:r>
            <a:endParaRPr/>
          </a:p>
        </p:txBody>
      </p:sp>
      <p:sp>
        <p:nvSpPr>
          <p:cNvPr id="523" name="Google Shape;523;p58"/>
          <p:cNvSpPr txBox="1"/>
          <p:nvPr>
            <p:ph idx="1" type="subTitle"/>
          </p:nvPr>
        </p:nvSpPr>
        <p:spPr>
          <a:xfrm>
            <a:off x="1741225" y="3108650"/>
            <a:ext cx="5660100" cy="42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Big numbers catch your audience’s attention</a:t>
            </a:r>
            <a:endParaRPr>
              <a:solidFill>
                <a:schemeClr val="lt1"/>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 name="Shape 527"/>
        <p:cNvGrpSpPr/>
        <p:nvPr/>
      </p:nvGrpSpPr>
      <p:grpSpPr>
        <a:xfrm>
          <a:off x="0" y="0"/>
          <a:ext cx="0" cy="0"/>
          <a:chOff x="0" y="0"/>
          <a:chExt cx="0" cy="0"/>
        </a:xfrm>
      </p:grpSpPr>
      <p:sp>
        <p:nvSpPr>
          <p:cNvPr id="528" name="Google Shape;528;p59"/>
          <p:cNvSpPr txBox="1"/>
          <p:nvPr>
            <p:ph type="title"/>
          </p:nvPr>
        </p:nvSpPr>
        <p:spPr>
          <a:xfrm>
            <a:off x="713100" y="628525"/>
            <a:ext cx="771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Are Some Percentages</a:t>
            </a:r>
            <a:endParaRPr/>
          </a:p>
        </p:txBody>
      </p:sp>
      <p:grpSp>
        <p:nvGrpSpPr>
          <p:cNvPr id="529" name="Google Shape;529;p59"/>
          <p:cNvGrpSpPr/>
          <p:nvPr/>
        </p:nvGrpSpPr>
        <p:grpSpPr>
          <a:xfrm>
            <a:off x="1205050" y="1558700"/>
            <a:ext cx="1673400" cy="1673400"/>
            <a:chOff x="1248250" y="1502250"/>
            <a:chExt cx="1673400" cy="1673400"/>
          </a:xfrm>
        </p:grpSpPr>
        <p:pic>
          <p:nvPicPr>
            <p:cNvPr id="530" name="Google Shape;530;p59"/>
            <p:cNvPicPr preferRelativeResize="0"/>
            <p:nvPr/>
          </p:nvPicPr>
          <p:blipFill rotWithShape="1">
            <a:blip r:embed="rId3">
              <a:alphaModFix/>
            </a:blip>
            <a:srcRect b="6166" l="6166" r="10396" t="10396"/>
            <a:stretch/>
          </p:blipFill>
          <p:spPr>
            <a:xfrm>
              <a:off x="1250350" y="1502250"/>
              <a:ext cx="1669200" cy="1673400"/>
            </a:xfrm>
            <a:prstGeom prst="ellipse">
              <a:avLst/>
            </a:prstGeom>
            <a:noFill/>
            <a:ln>
              <a:noFill/>
            </a:ln>
          </p:spPr>
        </p:pic>
        <p:sp>
          <p:nvSpPr>
            <p:cNvPr id="531" name="Google Shape;531;p59"/>
            <p:cNvSpPr/>
            <p:nvPr/>
          </p:nvSpPr>
          <p:spPr>
            <a:xfrm>
              <a:off x="1248250" y="1502250"/>
              <a:ext cx="1673400" cy="1673400"/>
            </a:xfrm>
            <a:prstGeom prst="pie">
              <a:avLst>
                <a:gd fmla="val 2735294" name="adj1"/>
                <a:gd fmla="val 16200000" name="adj2"/>
              </a:avLst>
            </a:pr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9"/>
            <p:cNvSpPr/>
            <p:nvPr/>
          </p:nvSpPr>
          <p:spPr>
            <a:xfrm>
              <a:off x="1605100" y="1859100"/>
              <a:ext cx="959700" cy="9597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 name="Google Shape;533;p59"/>
          <p:cNvGrpSpPr/>
          <p:nvPr/>
        </p:nvGrpSpPr>
        <p:grpSpPr>
          <a:xfrm>
            <a:off x="3737400" y="1558700"/>
            <a:ext cx="1669200" cy="1673400"/>
            <a:chOff x="3737400" y="1502250"/>
            <a:chExt cx="1669200" cy="1673400"/>
          </a:xfrm>
        </p:grpSpPr>
        <p:pic>
          <p:nvPicPr>
            <p:cNvPr id="534" name="Google Shape;534;p59"/>
            <p:cNvPicPr preferRelativeResize="0"/>
            <p:nvPr/>
          </p:nvPicPr>
          <p:blipFill rotWithShape="1">
            <a:blip r:embed="rId3">
              <a:alphaModFix/>
            </a:blip>
            <a:srcRect b="6166" l="6166" r="10396" t="10396"/>
            <a:stretch/>
          </p:blipFill>
          <p:spPr>
            <a:xfrm>
              <a:off x="3737400" y="1502250"/>
              <a:ext cx="1669200" cy="1673400"/>
            </a:xfrm>
            <a:prstGeom prst="ellipse">
              <a:avLst/>
            </a:prstGeom>
            <a:noFill/>
            <a:ln>
              <a:noFill/>
            </a:ln>
          </p:spPr>
        </p:pic>
        <p:sp>
          <p:nvSpPr>
            <p:cNvPr id="535" name="Google Shape;535;p59"/>
            <p:cNvSpPr/>
            <p:nvPr/>
          </p:nvSpPr>
          <p:spPr>
            <a:xfrm>
              <a:off x="3737400" y="1504350"/>
              <a:ext cx="1669200" cy="1669200"/>
            </a:xfrm>
            <a:prstGeom prst="pie">
              <a:avLst>
                <a:gd fmla="val 8298706" name="adj1"/>
                <a:gd fmla="val 16200000" name="adj2"/>
              </a:avLst>
            </a:pr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9"/>
            <p:cNvSpPr/>
            <p:nvPr/>
          </p:nvSpPr>
          <p:spPr>
            <a:xfrm>
              <a:off x="4092150" y="1859100"/>
              <a:ext cx="959700" cy="9597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 name="Google Shape;537;p59"/>
          <p:cNvGrpSpPr/>
          <p:nvPr/>
        </p:nvGrpSpPr>
        <p:grpSpPr>
          <a:xfrm>
            <a:off x="6267650" y="1558700"/>
            <a:ext cx="1669200" cy="1673400"/>
            <a:chOff x="6310850" y="1502250"/>
            <a:chExt cx="1669200" cy="1673400"/>
          </a:xfrm>
        </p:grpSpPr>
        <p:pic>
          <p:nvPicPr>
            <p:cNvPr id="538" name="Google Shape;538;p59"/>
            <p:cNvPicPr preferRelativeResize="0"/>
            <p:nvPr/>
          </p:nvPicPr>
          <p:blipFill rotWithShape="1">
            <a:blip r:embed="rId3">
              <a:alphaModFix/>
            </a:blip>
            <a:srcRect b="6166" l="6166" r="10396" t="10396"/>
            <a:stretch/>
          </p:blipFill>
          <p:spPr>
            <a:xfrm>
              <a:off x="6310850" y="1502250"/>
              <a:ext cx="1669200" cy="1673400"/>
            </a:xfrm>
            <a:prstGeom prst="ellipse">
              <a:avLst/>
            </a:prstGeom>
            <a:noFill/>
            <a:ln>
              <a:noFill/>
            </a:ln>
          </p:spPr>
        </p:pic>
        <p:sp>
          <p:nvSpPr>
            <p:cNvPr id="539" name="Google Shape;539;p59"/>
            <p:cNvSpPr/>
            <p:nvPr/>
          </p:nvSpPr>
          <p:spPr>
            <a:xfrm>
              <a:off x="6310850" y="1504350"/>
              <a:ext cx="1669200" cy="1669200"/>
            </a:xfrm>
            <a:prstGeom prst="pie">
              <a:avLst>
                <a:gd fmla="val 13189522" name="adj1"/>
                <a:gd fmla="val 16200000" name="adj2"/>
              </a:avLst>
            </a:prstGeom>
            <a:solidFill>
              <a:srgbClr val="B2F3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9"/>
            <p:cNvSpPr/>
            <p:nvPr/>
          </p:nvSpPr>
          <p:spPr>
            <a:xfrm>
              <a:off x="6665600" y="1859100"/>
              <a:ext cx="959700" cy="9597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 name="Google Shape;541;p59"/>
          <p:cNvSpPr txBox="1"/>
          <p:nvPr/>
        </p:nvSpPr>
        <p:spPr>
          <a:xfrm>
            <a:off x="1561900" y="2159150"/>
            <a:ext cx="959700" cy="472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Red Hat Display"/>
                <a:ea typeface="Red Hat Display"/>
                <a:cs typeface="Red Hat Display"/>
                <a:sym typeface="Red Hat Display"/>
              </a:rPr>
              <a:t>37%</a:t>
            </a:r>
            <a:endParaRPr b="1" sz="2400">
              <a:solidFill>
                <a:srgbClr val="000000"/>
              </a:solidFill>
              <a:latin typeface="Red Hat Display"/>
              <a:ea typeface="Red Hat Display"/>
              <a:cs typeface="Red Hat Display"/>
              <a:sym typeface="Red Hat Display"/>
            </a:endParaRPr>
          </a:p>
        </p:txBody>
      </p:sp>
      <p:sp>
        <p:nvSpPr>
          <p:cNvPr id="542" name="Google Shape;542;p59"/>
          <p:cNvSpPr txBox="1"/>
          <p:nvPr/>
        </p:nvSpPr>
        <p:spPr>
          <a:xfrm>
            <a:off x="4092150" y="2159150"/>
            <a:ext cx="959700" cy="472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Red Hat Display"/>
                <a:ea typeface="Red Hat Display"/>
                <a:cs typeface="Red Hat Display"/>
                <a:sym typeface="Red Hat Display"/>
              </a:rPr>
              <a:t>59%</a:t>
            </a:r>
            <a:endParaRPr b="1" sz="2400">
              <a:solidFill>
                <a:srgbClr val="000000"/>
              </a:solidFill>
              <a:latin typeface="Red Hat Display"/>
              <a:ea typeface="Red Hat Display"/>
              <a:cs typeface="Red Hat Display"/>
              <a:sym typeface="Red Hat Display"/>
            </a:endParaRPr>
          </a:p>
        </p:txBody>
      </p:sp>
      <p:sp>
        <p:nvSpPr>
          <p:cNvPr id="543" name="Google Shape;543;p59"/>
          <p:cNvSpPr txBox="1"/>
          <p:nvPr/>
        </p:nvSpPr>
        <p:spPr>
          <a:xfrm>
            <a:off x="6665600" y="2159150"/>
            <a:ext cx="959700" cy="472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Red Hat Display"/>
                <a:ea typeface="Red Hat Display"/>
                <a:cs typeface="Red Hat Display"/>
                <a:sym typeface="Red Hat Display"/>
              </a:rPr>
              <a:t>85%</a:t>
            </a:r>
            <a:endParaRPr b="1" sz="2400">
              <a:solidFill>
                <a:srgbClr val="000000"/>
              </a:solidFill>
              <a:latin typeface="Red Hat Display"/>
              <a:ea typeface="Red Hat Display"/>
              <a:cs typeface="Red Hat Display"/>
              <a:sym typeface="Red Hat Display"/>
            </a:endParaRPr>
          </a:p>
        </p:txBody>
      </p:sp>
      <p:sp>
        <p:nvSpPr>
          <p:cNvPr id="544" name="Google Shape;544;p59"/>
          <p:cNvSpPr txBox="1"/>
          <p:nvPr/>
        </p:nvSpPr>
        <p:spPr>
          <a:xfrm>
            <a:off x="1235800" y="3450450"/>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000000"/>
                </a:solidFill>
                <a:latin typeface="Red Hat Display"/>
                <a:ea typeface="Red Hat Display"/>
                <a:cs typeface="Red Hat Display"/>
                <a:sym typeface="Red Hat Display"/>
              </a:rPr>
              <a:t>Mars</a:t>
            </a:r>
            <a:endParaRPr b="1" sz="2000">
              <a:solidFill>
                <a:srgbClr val="000000"/>
              </a:solidFill>
              <a:latin typeface="Red Hat Display"/>
              <a:ea typeface="Red Hat Display"/>
              <a:cs typeface="Red Hat Display"/>
              <a:sym typeface="Red Hat Display"/>
            </a:endParaRPr>
          </a:p>
        </p:txBody>
      </p:sp>
      <p:sp>
        <p:nvSpPr>
          <p:cNvPr id="545" name="Google Shape;545;p59"/>
          <p:cNvSpPr txBox="1"/>
          <p:nvPr/>
        </p:nvSpPr>
        <p:spPr>
          <a:xfrm>
            <a:off x="1065450" y="3842487"/>
            <a:ext cx="2039100" cy="68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Red Hat Display"/>
                <a:ea typeface="Red Hat Display"/>
                <a:cs typeface="Red Hat Display"/>
                <a:sym typeface="Red Hat Display"/>
              </a:rPr>
              <a:t>Despite being red, Mars is actually a cold place</a:t>
            </a:r>
            <a:endParaRPr>
              <a:solidFill>
                <a:srgbClr val="000000"/>
              </a:solidFill>
              <a:latin typeface="Red Hat Display"/>
              <a:ea typeface="Red Hat Display"/>
              <a:cs typeface="Red Hat Display"/>
              <a:sym typeface="Red Hat Display"/>
            </a:endParaRPr>
          </a:p>
        </p:txBody>
      </p:sp>
      <p:sp>
        <p:nvSpPr>
          <p:cNvPr id="546" name="Google Shape;546;p59"/>
          <p:cNvSpPr txBox="1"/>
          <p:nvPr/>
        </p:nvSpPr>
        <p:spPr>
          <a:xfrm>
            <a:off x="3722850" y="3450450"/>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000000"/>
                </a:solidFill>
                <a:latin typeface="Red Hat Display"/>
                <a:ea typeface="Red Hat Display"/>
                <a:cs typeface="Red Hat Display"/>
                <a:sym typeface="Red Hat Display"/>
              </a:rPr>
              <a:t>Mercury</a:t>
            </a:r>
            <a:endParaRPr b="1" sz="2000">
              <a:solidFill>
                <a:srgbClr val="000000"/>
              </a:solidFill>
              <a:latin typeface="Red Hat Display"/>
              <a:ea typeface="Red Hat Display"/>
              <a:cs typeface="Red Hat Display"/>
              <a:sym typeface="Red Hat Display"/>
            </a:endParaRPr>
          </a:p>
        </p:txBody>
      </p:sp>
      <p:sp>
        <p:nvSpPr>
          <p:cNvPr id="547" name="Google Shape;547;p59"/>
          <p:cNvSpPr txBox="1"/>
          <p:nvPr/>
        </p:nvSpPr>
        <p:spPr>
          <a:xfrm>
            <a:off x="3552450" y="3842486"/>
            <a:ext cx="2039100" cy="685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Mercury is the closest planet to the Sun</a:t>
            </a:r>
            <a:endParaRPr>
              <a:solidFill>
                <a:srgbClr val="000000"/>
              </a:solidFill>
              <a:latin typeface="Red Hat Display"/>
              <a:ea typeface="Red Hat Display"/>
              <a:cs typeface="Red Hat Display"/>
              <a:sym typeface="Red Hat Display"/>
            </a:endParaRPr>
          </a:p>
        </p:txBody>
      </p:sp>
      <p:sp>
        <p:nvSpPr>
          <p:cNvPr id="548" name="Google Shape;548;p59"/>
          <p:cNvSpPr txBox="1"/>
          <p:nvPr/>
        </p:nvSpPr>
        <p:spPr>
          <a:xfrm>
            <a:off x="6296300" y="3450450"/>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000000"/>
                </a:solidFill>
                <a:latin typeface="Red Hat Display"/>
                <a:ea typeface="Red Hat Display"/>
                <a:cs typeface="Red Hat Display"/>
                <a:sym typeface="Red Hat Display"/>
              </a:rPr>
              <a:t>Saturn</a:t>
            </a:r>
            <a:endParaRPr b="1" sz="2000">
              <a:solidFill>
                <a:srgbClr val="000000"/>
              </a:solidFill>
              <a:latin typeface="Red Hat Display"/>
              <a:ea typeface="Red Hat Display"/>
              <a:cs typeface="Red Hat Display"/>
              <a:sym typeface="Red Hat Display"/>
            </a:endParaRPr>
          </a:p>
        </p:txBody>
      </p:sp>
      <p:sp>
        <p:nvSpPr>
          <p:cNvPr id="549" name="Google Shape;549;p59"/>
          <p:cNvSpPr txBox="1"/>
          <p:nvPr/>
        </p:nvSpPr>
        <p:spPr>
          <a:xfrm>
            <a:off x="6125900" y="3842486"/>
            <a:ext cx="2039100" cy="685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00000"/>
                </a:solidFill>
                <a:latin typeface="Red Hat Display"/>
                <a:ea typeface="Red Hat Display"/>
                <a:cs typeface="Red Hat Display"/>
                <a:sym typeface="Red Hat Display"/>
              </a:rPr>
              <a:t>Saturn is the ringed one and it’s a gas giant</a:t>
            </a:r>
            <a:endParaRPr>
              <a:solidFill>
                <a:srgbClr val="000000"/>
              </a:solidFill>
              <a:latin typeface="Red Hat Display"/>
              <a:ea typeface="Red Hat Display"/>
              <a:cs typeface="Red Hat Display"/>
              <a:sym typeface="Red Hat Display"/>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 name="Shape 553"/>
        <p:cNvGrpSpPr/>
        <p:nvPr/>
      </p:nvGrpSpPr>
      <p:grpSpPr>
        <a:xfrm>
          <a:off x="0" y="0"/>
          <a:ext cx="0" cy="0"/>
          <a:chOff x="0" y="0"/>
          <a:chExt cx="0" cy="0"/>
        </a:xfrm>
      </p:grpSpPr>
      <p:pic>
        <p:nvPicPr>
          <p:cNvPr id="554" name="Google Shape;554;p60"/>
          <p:cNvPicPr preferRelativeResize="0"/>
          <p:nvPr/>
        </p:nvPicPr>
        <p:blipFill>
          <a:blip r:embed="rId3">
            <a:alphaModFix/>
          </a:blip>
          <a:stretch>
            <a:fillRect/>
          </a:stretch>
        </p:blipFill>
        <p:spPr>
          <a:xfrm>
            <a:off x="3250313" y="945713"/>
            <a:ext cx="2641850" cy="793350"/>
          </a:xfrm>
          <a:prstGeom prst="rect">
            <a:avLst/>
          </a:prstGeom>
          <a:noFill/>
          <a:ln>
            <a:noFill/>
          </a:ln>
        </p:spPr>
      </p:pic>
      <p:pic>
        <p:nvPicPr>
          <p:cNvPr id="555" name="Google Shape;555;p60"/>
          <p:cNvPicPr preferRelativeResize="0"/>
          <p:nvPr/>
        </p:nvPicPr>
        <p:blipFill>
          <a:blip r:embed="rId3">
            <a:alphaModFix/>
          </a:blip>
          <a:stretch>
            <a:fillRect/>
          </a:stretch>
        </p:blipFill>
        <p:spPr>
          <a:xfrm>
            <a:off x="1485713" y="2751938"/>
            <a:ext cx="2641850" cy="793350"/>
          </a:xfrm>
          <a:prstGeom prst="rect">
            <a:avLst/>
          </a:prstGeom>
          <a:noFill/>
          <a:ln>
            <a:noFill/>
          </a:ln>
        </p:spPr>
      </p:pic>
      <p:pic>
        <p:nvPicPr>
          <p:cNvPr id="556" name="Google Shape;556;p60"/>
          <p:cNvPicPr preferRelativeResize="0"/>
          <p:nvPr/>
        </p:nvPicPr>
        <p:blipFill>
          <a:blip r:embed="rId3">
            <a:alphaModFix/>
          </a:blip>
          <a:stretch>
            <a:fillRect/>
          </a:stretch>
        </p:blipFill>
        <p:spPr>
          <a:xfrm>
            <a:off x="5014913" y="2751938"/>
            <a:ext cx="2641850" cy="793350"/>
          </a:xfrm>
          <a:prstGeom prst="rect">
            <a:avLst/>
          </a:prstGeom>
          <a:noFill/>
          <a:ln>
            <a:noFill/>
          </a:ln>
        </p:spPr>
      </p:pic>
      <p:sp>
        <p:nvSpPr>
          <p:cNvPr id="557" name="Google Shape;557;p60"/>
          <p:cNvSpPr txBox="1"/>
          <p:nvPr>
            <p:ph idx="2" type="title"/>
          </p:nvPr>
        </p:nvSpPr>
        <p:spPr>
          <a:xfrm>
            <a:off x="3410700" y="1086063"/>
            <a:ext cx="23226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386,000 km</a:t>
            </a:r>
            <a:endParaRPr>
              <a:solidFill>
                <a:schemeClr val="lt1"/>
              </a:solidFill>
            </a:endParaRPr>
          </a:p>
        </p:txBody>
      </p:sp>
      <p:sp>
        <p:nvSpPr>
          <p:cNvPr id="558" name="Google Shape;558;p60"/>
          <p:cNvSpPr txBox="1"/>
          <p:nvPr>
            <p:ph type="title"/>
          </p:nvPr>
        </p:nvSpPr>
        <p:spPr>
          <a:xfrm>
            <a:off x="5175300" y="2889888"/>
            <a:ext cx="23226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24h 37m 23s</a:t>
            </a:r>
            <a:endParaRPr>
              <a:solidFill>
                <a:schemeClr val="lt1"/>
              </a:solidFill>
            </a:endParaRPr>
          </a:p>
        </p:txBody>
      </p:sp>
      <p:sp>
        <p:nvSpPr>
          <p:cNvPr id="559" name="Google Shape;559;p60"/>
          <p:cNvSpPr txBox="1"/>
          <p:nvPr>
            <p:ph idx="1" type="subTitle"/>
          </p:nvPr>
        </p:nvSpPr>
        <p:spPr>
          <a:xfrm>
            <a:off x="5175300" y="3502963"/>
            <a:ext cx="2319000" cy="6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the total of Jupiter’s rotation period</a:t>
            </a:r>
            <a:endParaRPr/>
          </a:p>
        </p:txBody>
      </p:sp>
      <p:sp>
        <p:nvSpPr>
          <p:cNvPr id="560" name="Google Shape;560;p60"/>
          <p:cNvSpPr txBox="1"/>
          <p:nvPr>
            <p:ph idx="3" type="subTitle"/>
          </p:nvPr>
        </p:nvSpPr>
        <p:spPr>
          <a:xfrm>
            <a:off x="3410700" y="1699138"/>
            <a:ext cx="2319000" cy="6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the distance from Earth and the Moon</a:t>
            </a:r>
            <a:endParaRPr/>
          </a:p>
        </p:txBody>
      </p:sp>
      <p:sp>
        <p:nvSpPr>
          <p:cNvPr id="561" name="Google Shape;561;p60"/>
          <p:cNvSpPr txBox="1"/>
          <p:nvPr>
            <p:ph idx="4" type="title"/>
          </p:nvPr>
        </p:nvSpPr>
        <p:spPr>
          <a:xfrm>
            <a:off x="1647900" y="2889888"/>
            <a:ext cx="23226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333,000.00</a:t>
            </a:r>
            <a:endParaRPr>
              <a:solidFill>
                <a:schemeClr val="lt1"/>
              </a:solidFill>
            </a:endParaRPr>
          </a:p>
        </p:txBody>
      </p:sp>
      <p:sp>
        <p:nvSpPr>
          <p:cNvPr id="562" name="Google Shape;562;p60"/>
          <p:cNvSpPr txBox="1"/>
          <p:nvPr>
            <p:ph idx="5" type="subTitle"/>
          </p:nvPr>
        </p:nvSpPr>
        <p:spPr>
          <a:xfrm>
            <a:off x="1647900" y="3502963"/>
            <a:ext cx="2319000" cy="6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earths</a:t>
            </a:r>
            <a:r>
              <a:rPr lang="en"/>
              <a:t> is the mass of the Sun</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 name="Shape 566"/>
        <p:cNvGrpSpPr/>
        <p:nvPr/>
      </p:nvGrpSpPr>
      <p:grpSpPr>
        <a:xfrm>
          <a:off x="0" y="0"/>
          <a:ext cx="0" cy="0"/>
          <a:chOff x="0" y="0"/>
          <a:chExt cx="0" cy="0"/>
        </a:xfrm>
      </p:grpSpPr>
      <p:sp>
        <p:nvSpPr>
          <p:cNvPr id="567" name="Google Shape;567;p61"/>
          <p:cNvSpPr txBox="1"/>
          <p:nvPr>
            <p:ph type="title"/>
          </p:nvPr>
        </p:nvSpPr>
        <p:spPr>
          <a:xfrm>
            <a:off x="6026100" y="1479600"/>
            <a:ext cx="2404800" cy="96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Software</a:t>
            </a:r>
            <a:endParaRPr/>
          </a:p>
        </p:txBody>
      </p:sp>
      <p:sp>
        <p:nvSpPr>
          <p:cNvPr id="568" name="Google Shape;568;p61"/>
          <p:cNvSpPr txBox="1"/>
          <p:nvPr>
            <p:ph idx="1" type="subTitle"/>
          </p:nvPr>
        </p:nvSpPr>
        <p:spPr>
          <a:xfrm>
            <a:off x="6022200" y="2439600"/>
            <a:ext cx="2183700" cy="122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center it properly</a:t>
            </a:r>
            <a:endParaRPr/>
          </a:p>
        </p:txBody>
      </p:sp>
      <p:pic>
        <p:nvPicPr>
          <p:cNvPr id="569" name="Google Shape;569;p61"/>
          <p:cNvPicPr preferRelativeResize="0"/>
          <p:nvPr/>
        </p:nvPicPr>
        <p:blipFill rotWithShape="1">
          <a:blip r:embed="rId3">
            <a:alphaModFix/>
          </a:blip>
          <a:srcRect b="0" l="0" r="0" t="5793"/>
          <a:stretch/>
        </p:blipFill>
        <p:spPr>
          <a:xfrm>
            <a:off x="1059375" y="973675"/>
            <a:ext cx="4197100" cy="2640625"/>
          </a:xfrm>
          <a:prstGeom prst="rect">
            <a:avLst/>
          </a:prstGeom>
          <a:noFill/>
          <a:ln>
            <a:noFill/>
          </a:ln>
        </p:spPr>
      </p:pic>
      <p:grpSp>
        <p:nvGrpSpPr>
          <p:cNvPr id="570" name="Google Shape;570;p61"/>
          <p:cNvGrpSpPr/>
          <p:nvPr/>
        </p:nvGrpSpPr>
        <p:grpSpPr>
          <a:xfrm>
            <a:off x="967893" y="911865"/>
            <a:ext cx="4380062" cy="3319767"/>
            <a:chOff x="1572575" y="3497750"/>
            <a:chExt cx="843650" cy="639425"/>
          </a:xfrm>
        </p:grpSpPr>
        <p:sp>
          <p:nvSpPr>
            <p:cNvPr id="571" name="Google Shape;571;p61"/>
            <p:cNvSpPr/>
            <p:nvPr/>
          </p:nvSpPr>
          <p:spPr>
            <a:xfrm>
              <a:off x="1572575" y="3497750"/>
              <a:ext cx="843650" cy="534600"/>
            </a:xfrm>
            <a:custGeom>
              <a:rect b="b" l="l" r="r" t="t"/>
              <a:pathLst>
                <a:path extrusionOk="0" h="21384" w="33746">
                  <a:moveTo>
                    <a:pt x="32548" y="1021"/>
                  </a:moveTo>
                  <a:lnTo>
                    <a:pt x="32548" y="20362"/>
                  </a:lnTo>
                  <a:lnTo>
                    <a:pt x="1197" y="20362"/>
                  </a:lnTo>
                  <a:lnTo>
                    <a:pt x="1197" y="1021"/>
                  </a:lnTo>
                  <a:close/>
                  <a:moveTo>
                    <a:pt x="477" y="0"/>
                  </a:moveTo>
                  <a:cubicBezTo>
                    <a:pt x="210" y="0"/>
                    <a:pt x="0" y="209"/>
                    <a:pt x="0" y="477"/>
                  </a:cubicBezTo>
                  <a:lnTo>
                    <a:pt x="0" y="20906"/>
                  </a:lnTo>
                  <a:cubicBezTo>
                    <a:pt x="0" y="21174"/>
                    <a:pt x="218" y="21384"/>
                    <a:pt x="477" y="21384"/>
                  </a:cubicBezTo>
                  <a:lnTo>
                    <a:pt x="33268" y="21384"/>
                  </a:lnTo>
                  <a:cubicBezTo>
                    <a:pt x="33536" y="21384"/>
                    <a:pt x="33745" y="21166"/>
                    <a:pt x="33745" y="20906"/>
                  </a:cubicBezTo>
                  <a:lnTo>
                    <a:pt x="33745" y="477"/>
                  </a:lnTo>
                  <a:cubicBezTo>
                    <a:pt x="33745" y="209"/>
                    <a:pt x="33536" y="0"/>
                    <a:pt x="33268" y="0"/>
                  </a:cubicBezTo>
                  <a:close/>
                </a:path>
              </a:pathLst>
            </a:custGeom>
            <a:solidFill>
              <a:srgbClr val="3039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61"/>
            <p:cNvSpPr/>
            <p:nvPr/>
          </p:nvSpPr>
          <p:spPr>
            <a:xfrm>
              <a:off x="1904398" y="4024708"/>
              <a:ext cx="179975" cy="112462"/>
            </a:xfrm>
            <a:custGeom>
              <a:rect b="b" l="l" r="r" t="t"/>
              <a:pathLst>
                <a:path extrusionOk="0" h="4194" w="7199">
                  <a:moveTo>
                    <a:pt x="1" y="1"/>
                  </a:moveTo>
                  <a:lnTo>
                    <a:pt x="1" y="4194"/>
                  </a:lnTo>
                  <a:lnTo>
                    <a:pt x="7198" y="4194"/>
                  </a:lnTo>
                  <a:lnTo>
                    <a:pt x="7198" y="1"/>
                  </a:lnTo>
                  <a:close/>
                </a:path>
              </a:pathLst>
            </a:custGeom>
            <a:solidFill>
              <a:srgbClr val="3039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61"/>
            <p:cNvSpPr/>
            <p:nvPr/>
          </p:nvSpPr>
          <p:spPr>
            <a:xfrm>
              <a:off x="1904400" y="4032325"/>
              <a:ext cx="179975" cy="49825"/>
            </a:xfrm>
            <a:custGeom>
              <a:rect b="b" l="l" r="r" t="t"/>
              <a:pathLst>
                <a:path extrusionOk="0" h="1993" w="7199">
                  <a:moveTo>
                    <a:pt x="1" y="1"/>
                  </a:moveTo>
                  <a:lnTo>
                    <a:pt x="1" y="980"/>
                  </a:lnTo>
                  <a:lnTo>
                    <a:pt x="7198" y="1992"/>
                  </a:lnTo>
                  <a:lnTo>
                    <a:pt x="7198" y="1"/>
                  </a:lnTo>
                  <a:close/>
                </a:path>
              </a:pathLst>
            </a:custGeom>
            <a:solidFill>
              <a:srgbClr val="000000">
                <a:alpha val="23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61"/>
            <p:cNvSpPr/>
            <p:nvPr/>
          </p:nvSpPr>
          <p:spPr>
            <a:xfrm>
              <a:off x="1852950" y="4127950"/>
              <a:ext cx="283100" cy="9225"/>
            </a:xfrm>
            <a:custGeom>
              <a:rect b="b" l="l" r="r" t="t"/>
              <a:pathLst>
                <a:path extrusionOk="0" h="369" w="11324">
                  <a:moveTo>
                    <a:pt x="67" y="0"/>
                  </a:moveTo>
                  <a:cubicBezTo>
                    <a:pt x="25" y="0"/>
                    <a:pt x="0" y="34"/>
                    <a:pt x="0" y="67"/>
                  </a:cubicBezTo>
                  <a:lnTo>
                    <a:pt x="0" y="293"/>
                  </a:lnTo>
                  <a:cubicBezTo>
                    <a:pt x="0" y="335"/>
                    <a:pt x="25" y="369"/>
                    <a:pt x="67" y="369"/>
                  </a:cubicBezTo>
                  <a:lnTo>
                    <a:pt x="11248" y="369"/>
                  </a:lnTo>
                  <a:cubicBezTo>
                    <a:pt x="11290" y="369"/>
                    <a:pt x="11324" y="335"/>
                    <a:pt x="11324" y="293"/>
                  </a:cubicBezTo>
                  <a:lnTo>
                    <a:pt x="11324" y="67"/>
                  </a:lnTo>
                  <a:cubicBezTo>
                    <a:pt x="11324" y="34"/>
                    <a:pt x="11290" y="0"/>
                    <a:pt x="11248" y="0"/>
                  </a:cubicBezTo>
                  <a:close/>
                </a:path>
              </a:pathLst>
            </a:custGeom>
            <a:solidFill>
              <a:srgbClr val="3039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8" name="Shape 578"/>
        <p:cNvGrpSpPr/>
        <p:nvPr/>
      </p:nvGrpSpPr>
      <p:grpSpPr>
        <a:xfrm>
          <a:off x="0" y="0"/>
          <a:ext cx="0" cy="0"/>
          <a:chOff x="0" y="0"/>
          <a:chExt cx="0" cy="0"/>
        </a:xfrm>
      </p:grpSpPr>
      <p:sp>
        <p:nvSpPr>
          <p:cNvPr id="579" name="Google Shape;579;p62"/>
          <p:cNvSpPr txBox="1"/>
          <p:nvPr>
            <p:ph idx="1" type="subTitle"/>
          </p:nvPr>
        </p:nvSpPr>
        <p:spPr>
          <a:xfrm>
            <a:off x="713100" y="2362488"/>
            <a:ext cx="2751300" cy="106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center it properly</a:t>
            </a:r>
            <a:endParaRPr/>
          </a:p>
        </p:txBody>
      </p:sp>
      <p:sp>
        <p:nvSpPr>
          <p:cNvPr id="580" name="Google Shape;580;p62"/>
          <p:cNvSpPr txBox="1"/>
          <p:nvPr>
            <p:ph type="title"/>
          </p:nvPr>
        </p:nvSpPr>
        <p:spPr>
          <a:xfrm>
            <a:off x="713100" y="1718700"/>
            <a:ext cx="2746800" cy="643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App</a:t>
            </a:r>
            <a:endParaRPr/>
          </a:p>
        </p:txBody>
      </p:sp>
      <p:pic>
        <p:nvPicPr>
          <p:cNvPr id="581" name="Google Shape;581;p62"/>
          <p:cNvPicPr preferRelativeResize="0"/>
          <p:nvPr/>
        </p:nvPicPr>
        <p:blipFill rotWithShape="1">
          <a:blip r:embed="rId3">
            <a:alphaModFix/>
          </a:blip>
          <a:srcRect b="0" l="6411" r="20064" t="0"/>
          <a:stretch/>
        </p:blipFill>
        <p:spPr>
          <a:xfrm>
            <a:off x="4261550" y="633275"/>
            <a:ext cx="2850450" cy="3877050"/>
          </a:xfrm>
          <a:prstGeom prst="rect">
            <a:avLst/>
          </a:prstGeom>
          <a:noFill/>
          <a:ln>
            <a:noFill/>
          </a:ln>
        </p:spPr>
      </p:pic>
      <p:grpSp>
        <p:nvGrpSpPr>
          <p:cNvPr id="582" name="Google Shape;582;p62"/>
          <p:cNvGrpSpPr/>
          <p:nvPr/>
        </p:nvGrpSpPr>
        <p:grpSpPr>
          <a:xfrm>
            <a:off x="4183479" y="539412"/>
            <a:ext cx="3000711" cy="4064752"/>
            <a:chOff x="2641950" y="3481825"/>
            <a:chExt cx="469125" cy="635475"/>
          </a:xfrm>
        </p:grpSpPr>
        <p:sp>
          <p:nvSpPr>
            <p:cNvPr id="583" name="Google Shape;583;p62"/>
            <p:cNvSpPr/>
            <p:nvPr/>
          </p:nvSpPr>
          <p:spPr>
            <a:xfrm>
              <a:off x="2641950" y="3481825"/>
              <a:ext cx="469125" cy="635475"/>
            </a:xfrm>
            <a:custGeom>
              <a:rect b="b" l="l" r="r" t="t"/>
              <a:pathLst>
                <a:path extrusionOk="0" h="25419" w="18765">
                  <a:moveTo>
                    <a:pt x="17861" y="1055"/>
                  </a:moveTo>
                  <a:lnTo>
                    <a:pt x="17861" y="24364"/>
                  </a:lnTo>
                  <a:lnTo>
                    <a:pt x="896" y="24364"/>
                  </a:lnTo>
                  <a:lnTo>
                    <a:pt x="896" y="1055"/>
                  </a:lnTo>
                  <a:close/>
                  <a:moveTo>
                    <a:pt x="419" y="1"/>
                  </a:moveTo>
                  <a:cubicBezTo>
                    <a:pt x="185" y="1"/>
                    <a:pt x="1" y="193"/>
                    <a:pt x="1" y="428"/>
                  </a:cubicBezTo>
                  <a:lnTo>
                    <a:pt x="1" y="24992"/>
                  </a:lnTo>
                  <a:cubicBezTo>
                    <a:pt x="1" y="25226"/>
                    <a:pt x="185" y="25418"/>
                    <a:pt x="419" y="25418"/>
                  </a:cubicBezTo>
                  <a:lnTo>
                    <a:pt x="18338" y="25418"/>
                  </a:lnTo>
                  <a:cubicBezTo>
                    <a:pt x="18572" y="25418"/>
                    <a:pt x="18764" y="25226"/>
                    <a:pt x="18764" y="24992"/>
                  </a:cubicBezTo>
                  <a:lnTo>
                    <a:pt x="18764" y="428"/>
                  </a:lnTo>
                  <a:cubicBezTo>
                    <a:pt x="18764" y="193"/>
                    <a:pt x="18572" y="1"/>
                    <a:pt x="18338" y="1"/>
                  </a:cubicBezTo>
                  <a:close/>
                </a:path>
              </a:pathLst>
            </a:custGeom>
            <a:solidFill>
              <a:srgbClr val="3039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62"/>
            <p:cNvSpPr/>
            <p:nvPr/>
          </p:nvSpPr>
          <p:spPr>
            <a:xfrm>
              <a:off x="2872325" y="3491050"/>
              <a:ext cx="8175" cy="7975"/>
            </a:xfrm>
            <a:custGeom>
              <a:rect b="b" l="l" r="r" t="t"/>
              <a:pathLst>
                <a:path extrusionOk="0" h="319" w="327">
                  <a:moveTo>
                    <a:pt x="168" y="0"/>
                  </a:moveTo>
                  <a:cubicBezTo>
                    <a:pt x="75" y="0"/>
                    <a:pt x="0" y="76"/>
                    <a:pt x="0" y="159"/>
                  </a:cubicBezTo>
                  <a:cubicBezTo>
                    <a:pt x="0" y="251"/>
                    <a:pt x="75" y="318"/>
                    <a:pt x="168" y="318"/>
                  </a:cubicBezTo>
                  <a:cubicBezTo>
                    <a:pt x="251" y="318"/>
                    <a:pt x="327" y="251"/>
                    <a:pt x="327" y="159"/>
                  </a:cubicBezTo>
                  <a:cubicBezTo>
                    <a:pt x="327" y="76"/>
                    <a:pt x="251" y="0"/>
                    <a:pt x="168" y="0"/>
                  </a:cubicBezTo>
                  <a:close/>
                </a:path>
              </a:pathLst>
            </a:custGeom>
            <a:solidFill>
              <a:srgbClr val="000000">
                <a:alpha val="23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8" name="Shape 588"/>
        <p:cNvGrpSpPr/>
        <p:nvPr/>
      </p:nvGrpSpPr>
      <p:grpSpPr>
        <a:xfrm>
          <a:off x="0" y="0"/>
          <a:ext cx="0" cy="0"/>
          <a:chOff x="0" y="0"/>
          <a:chExt cx="0" cy="0"/>
        </a:xfrm>
      </p:grpSpPr>
      <p:sp>
        <p:nvSpPr>
          <p:cNvPr id="589" name="Google Shape;589;p63"/>
          <p:cNvSpPr txBox="1"/>
          <p:nvPr>
            <p:ph idx="1" type="subTitle"/>
          </p:nvPr>
        </p:nvSpPr>
        <p:spPr>
          <a:xfrm>
            <a:off x="713100" y="2367300"/>
            <a:ext cx="2404800" cy="104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with your own work. Delete this one, add yours and center it properly</a:t>
            </a:r>
            <a:endParaRPr/>
          </a:p>
        </p:txBody>
      </p:sp>
      <p:sp>
        <p:nvSpPr>
          <p:cNvPr id="590" name="Google Shape;590;p63"/>
          <p:cNvSpPr txBox="1"/>
          <p:nvPr>
            <p:ph type="title"/>
          </p:nvPr>
        </p:nvSpPr>
        <p:spPr>
          <a:xfrm>
            <a:off x="713100" y="1727098"/>
            <a:ext cx="24048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Mobile Web</a:t>
            </a:r>
            <a:endParaRPr/>
          </a:p>
        </p:txBody>
      </p:sp>
      <p:pic>
        <p:nvPicPr>
          <p:cNvPr id="591" name="Google Shape;591;p63"/>
          <p:cNvPicPr preferRelativeResize="0"/>
          <p:nvPr/>
        </p:nvPicPr>
        <p:blipFill rotWithShape="1">
          <a:blip r:embed="rId3">
            <a:alphaModFix/>
          </a:blip>
          <a:srcRect b="0" l="7707" r="15675" t="0"/>
          <a:stretch/>
        </p:blipFill>
        <p:spPr>
          <a:xfrm>
            <a:off x="3626550" y="894700"/>
            <a:ext cx="1833913" cy="3593600"/>
          </a:xfrm>
          <a:prstGeom prst="rect">
            <a:avLst/>
          </a:prstGeom>
          <a:noFill/>
          <a:ln>
            <a:noFill/>
          </a:ln>
        </p:spPr>
      </p:pic>
      <p:grpSp>
        <p:nvGrpSpPr>
          <p:cNvPr id="592" name="Google Shape;592;p63"/>
          <p:cNvGrpSpPr/>
          <p:nvPr/>
        </p:nvGrpSpPr>
        <p:grpSpPr>
          <a:xfrm>
            <a:off x="3582164" y="853764"/>
            <a:ext cx="1915078" cy="3806369"/>
            <a:chOff x="3336600" y="3468450"/>
            <a:chExt cx="336250" cy="668300"/>
          </a:xfrm>
        </p:grpSpPr>
        <p:sp>
          <p:nvSpPr>
            <p:cNvPr id="593" name="Google Shape;593;p63"/>
            <p:cNvSpPr/>
            <p:nvPr/>
          </p:nvSpPr>
          <p:spPr>
            <a:xfrm>
              <a:off x="3336600" y="3468450"/>
              <a:ext cx="336250" cy="668300"/>
            </a:xfrm>
            <a:custGeom>
              <a:rect b="b" l="l" r="r" t="t"/>
              <a:pathLst>
                <a:path extrusionOk="0" h="26732" w="13450">
                  <a:moveTo>
                    <a:pt x="12354" y="461"/>
                  </a:moveTo>
                  <a:cubicBezTo>
                    <a:pt x="12730" y="461"/>
                    <a:pt x="13031" y="762"/>
                    <a:pt x="13031" y="1139"/>
                  </a:cubicBezTo>
                  <a:lnTo>
                    <a:pt x="13031" y="24221"/>
                  </a:lnTo>
                  <a:cubicBezTo>
                    <a:pt x="13031" y="24598"/>
                    <a:pt x="12730" y="24899"/>
                    <a:pt x="12354" y="24899"/>
                  </a:cubicBezTo>
                  <a:lnTo>
                    <a:pt x="1097" y="24899"/>
                  </a:lnTo>
                  <a:cubicBezTo>
                    <a:pt x="720" y="24899"/>
                    <a:pt x="419" y="24598"/>
                    <a:pt x="419" y="24221"/>
                  </a:cubicBezTo>
                  <a:lnTo>
                    <a:pt x="419" y="1139"/>
                  </a:lnTo>
                  <a:cubicBezTo>
                    <a:pt x="419" y="762"/>
                    <a:pt x="720" y="461"/>
                    <a:pt x="1097" y="461"/>
                  </a:cubicBezTo>
                  <a:close/>
                  <a:moveTo>
                    <a:pt x="1022" y="0"/>
                  </a:moveTo>
                  <a:cubicBezTo>
                    <a:pt x="461" y="0"/>
                    <a:pt x="1" y="452"/>
                    <a:pt x="1" y="1021"/>
                  </a:cubicBezTo>
                  <a:lnTo>
                    <a:pt x="1" y="25711"/>
                  </a:lnTo>
                  <a:cubicBezTo>
                    <a:pt x="1" y="26280"/>
                    <a:pt x="461" y="26732"/>
                    <a:pt x="1022" y="26732"/>
                  </a:cubicBezTo>
                  <a:lnTo>
                    <a:pt x="12429" y="26732"/>
                  </a:lnTo>
                  <a:cubicBezTo>
                    <a:pt x="12998" y="26732"/>
                    <a:pt x="13450" y="26271"/>
                    <a:pt x="13450" y="25711"/>
                  </a:cubicBezTo>
                  <a:lnTo>
                    <a:pt x="13450" y="1021"/>
                  </a:lnTo>
                  <a:cubicBezTo>
                    <a:pt x="13450" y="452"/>
                    <a:pt x="12998" y="0"/>
                    <a:pt x="12429" y="0"/>
                  </a:cubicBezTo>
                  <a:close/>
                </a:path>
              </a:pathLst>
            </a:custGeom>
            <a:solidFill>
              <a:srgbClr val="3039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63"/>
            <p:cNvSpPr/>
            <p:nvPr/>
          </p:nvSpPr>
          <p:spPr>
            <a:xfrm>
              <a:off x="3490375" y="4105350"/>
              <a:ext cx="18250" cy="18225"/>
            </a:xfrm>
            <a:custGeom>
              <a:rect b="b" l="l" r="r" t="t"/>
              <a:pathLst>
                <a:path extrusionOk="0" h="729" w="730">
                  <a:moveTo>
                    <a:pt x="511" y="84"/>
                  </a:moveTo>
                  <a:cubicBezTo>
                    <a:pt x="587" y="84"/>
                    <a:pt x="645" y="143"/>
                    <a:pt x="645" y="218"/>
                  </a:cubicBezTo>
                  <a:lnTo>
                    <a:pt x="645" y="511"/>
                  </a:lnTo>
                  <a:cubicBezTo>
                    <a:pt x="645" y="586"/>
                    <a:pt x="587" y="653"/>
                    <a:pt x="511" y="653"/>
                  </a:cubicBezTo>
                  <a:lnTo>
                    <a:pt x="219" y="653"/>
                  </a:lnTo>
                  <a:cubicBezTo>
                    <a:pt x="143" y="653"/>
                    <a:pt x="76" y="586"/>
                    <a:pt x="76" y="511"/>
                  </a:cubicBezTo>
                  <a:lnTo>
                    <a:pt x="76" y="218"/>
                  </a:lnTo>
                  <a:cubicBezTo>
                    <a:pt x="76" y="143"/>
                    <a:pt x="143" y="84"/>
                    <a:pt x="219" y="84"/>
                  </a:cubicBezTo>
                  <a:close/>
                  <a:moveTo>
                    <a:pt x="219" y="0"/>
                  </a:moveTo>
                  <a:cubicBezTo>
                    <a:pt x="101" y="0"/>
                    <a:pt x="1" y="101"/>
                    <a:pt x="1" y="218"/>
                  </a:cubicBezTo>
                  <a:lnTo>
                    <a:pt x="1" y="511"/>
                  </a:lnTo>
                  <a:cubicBezTo>
                    <a:pt x="1" y="628"/>
                    <a:pt x="101" y="729"/>
                    <a:pt x="219" y="729"/>
                  </a:cubicBezTo>
                  <a:lnTo>
                    <a:pt x="511" y="729"/>
                  </a:lnTo>
                  <a:cubicBezTo>
                    <a:pt x="629" y="729"/>
                    <a:pt x="729" y="628"/>
                    <a:pt x="729" y="511"/>
                  </a:cubicBezTo>
                  <a:lnTo>
                    <a:pt x="729" y="218"/>
                  </a:lnTo>
                  <a:cubicBezTo>
                    <a:pt x="729" y="101"/>
                    <a:pt x="629" y="0"/>
                    <a:pt x="5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 name="Google Shape;595;p63"/>
          <p:cNvSpPr txBox="1"/>
          <p:nvPr/>
        </p:nvSpPr>
        <p:spPr>
          <a:xfrm>
            <a:off x="5961525" y="676950"/>
            <a:ext cx="20328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Red Hat Display"/>
                <a:ea typeface="Red Hat Display"/>
                <a:cs typeface="Red Hat Display"/>
                <a:sym typeface="Red Hat Display"/>
              </a:rPr>
              <a:t>Mars</a:t>
            </a:r>
            <a:endParaRPr b="1" sz="2000">
              <a:solidFill>
                <a:srgbClr val="000000"/>
              </a:solidFill>
              <a:latin typeface="Red Hat Display"/>
              <a:ea typeface="Red Hat Display"/>
              <a:cs typeface="Red Hat Display"/>
              <a:sym typeface="Red Hat Display"/>
            </a:endParaRPr>
          </a:p>
        </p:txBody>
      </p:sp>
      <p:sp>
        <p:nvSpPr>
          <p:cNvPr id="596" name="Google Shape;596;p63"/>
          <p:cNvSpPr txBox="1"/>
          <p:nvPr/>
        </p:nvSpPr>
        <p:spPr>
          <a:xfrm>
            <a:off x="5961525" y="1071821"/>
            <a:ext cx="2032800" cy="70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ed Hat Display"/>
                <a:ea typeface="Red Hat Display"/>
                <a:cs typeface="Red Hat Display"/>
                <a:sym typeface="Red Hat Display"/>
              </a:rPr>
              <a:t>Despite being red, Mars is actually a cold place</a:t>
            </a:r>
            <a:endParaRPr>
              <a:solidFill>
                <a:srgbClr val="000000"/>
              </a:solidFill>
              <a:latin typeface="Red Hat Display"/>
              <a:ea typeface="Red Hat Display"/>
              <a:cs typeface="Red Hat Display"/>
              <a:sym typeface="Red Hat Display"/>
            </a:endParaRPr>
          </a:p>
        </p:txBody>
      </p:sp>
      <p:sp>
        <p:nvSpPr>
          <p:cNvPr id="597" name="Google Shape;597;p63"/>
          <p:cNvSpPr txBox="1"/>
          <p:nvPr/>
        </p:nvSpPr>
        <p:spPr>
          <a:xfrm>
            <a:off x="5961525" y="3392042"/>
            <a:ext cx="20301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Red Hat Display"/>
                <a:ea typeface="Red Hat Display"/>
                <a:cs typeface="Red Hat Display"/>
                <a:sym typeface="Red Hat Display"/>
              </a:rPr>
              <a:t>Saturn</a:t>
            </a:r>
            <a:endParaRPr b="1" sz="2000">
              <a:solidFill>
                <a:srgbClr val="000000"/>
              </a:solidFill>
              <a:latin typeface="Red Hat Display"/>
              <a:ea typeface="Red Hat Display"/>
              <a:cs typeface="Red Hat Display"/>
              <a:sym typeface="Red Hat Display"/>
            </a:endParaRPr>
          </a:p>
        </p:txBody>
      </p:sp>
      <p:sp>
        <p:nvSpPr>
          <p:cNvPr id="598" name="Google Shape;598;p63"/>
          <p:cNvSpPr txBox="1"/>
          <p:nvPr/>
        </p:nvSpPr>
        <p:spPr>
          <a:xfrm>
            <a:off x="5961525" y="3782042"/>
            <a:ext cx="2030100" cy="70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Saturn is the ringed one and a gas giant</a:t>
            </a:r>
            <a:endParaRPr>
              <a:solidFill>
                <a:srgbClr val="000000"/>
              </a:solidFill>
              <a:latin typeface="Red Hat Display"/>
              <a:ea typeface="Red Hat Display"/>
              <a:cs typeface="Red Hat Display"/>
              <a:sym typeface="Red Hat Display"/>
            </a:endParaRPr>
          </a:p>
        </p:txBody>
      </p:sp>
      <p:sp>
        <p:nvSpPr>
          <p:cNvPr id="599" name="Google Shape;599;p63"/>
          <p:cNvSpPr txBox="1"/>
          <p:nvPr/>
        </p:nvSpPr>
        <p:spPr>
          <a:xfrm>
            <a:off x="5961525" y="2034497"/>
            <a:ext cx="20328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Red Hat Display"/>
                <a:ea typeface="Red Hat Display"/>
                <a:cs typeface="Red Hat Display"/>
                <a:sym typeface="Red Hat Display"/>
              </a:rPr>
              <a:t>Mercury</a:t>
            </a:r>
            <a:endParaRPr b="1" sz="2000">
              <a:solidFill>
                <a:srgbClr val="000000"/>
              </a:solidFill>
              <a:latin typeface="Red Hat Display"/>
              <a:ea typeface="Red Hat Display"/>
              <a:cs typeface="Red Hat Display"/>
              <a:sym typeface="Red Hat Display"/>
            </a:endParaRPr>
          </a:p>
        </p:txBody>
      </p:sp>
      <p:sp>
        <p:nvSpPr>
          <p:cNvPr id="600" name="Google Shape;600;p63"/>
          <p:cNvSpPr txBox="1"/>
          <p:nvPr/>
        </p:nvSpPr>
        <p:spPr>
          <a:xfrm>
            <a:off x="5961525" y="2421437"/>
            <a:ext cx="2032800" cy="70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It’s the closest planet to the Sun</a:t>
            </a:r>
            <a:endParaRPr>
              <a:solidFill>
                <a:srgbClr val="000000"/>
              </a:solidFill>
              <a:latin typeface="Red Hat Display"/>
              <a:ea typeface="Red Hat Display"/>
              <a:cs typeface="Red Hat Display"/>
              <a:sym typeface="Red Hat Display"/>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4" name="Shape 604"/>
        <p:cNvGrpSpPr/>
        <p:nvPr/>
      </p:nvGrpSpPr>
      <p:grpSpPr>
        <a:xfrm>
          <a:off x="0" y="0"/>
          <a:ext cx="0" cy="0"/>
          <a:chOff x="0" y="0"/>
          <a:chExt cx="0" cy="0"/>
        </a:xfrm>
      </p:grpSpPr>
      <p:sp>
        <p:nvSpPr>
          <p:cNvPr id="605" name="Google Shape;605;p64"/>
          <p:cNvSpPr txBox="1"/>
          <p:nvPr>
            <p:ph type="title"/>
          </p:nvPr>
        </p:nvSpPr>
        <p:spPr>
          <a:xfrm>
            <a:off x="1543300" y="1931125"/>
            <a:ext cx="3218700" cy="110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 You!</a:t>
            </a:r>
            <a:endParaRPr/>
          </a:p>
        </p:txBody>
      </p:sp>
      <p:sp>
        <p:nvSpPr>
          <p:cNvPr id="606" name="Google Shape;606;p64"/>
          <p:cNvSpPr txBox="1"/>
          <p:nvPr/>
        </p:nvSpPr>
        <p:spPr>
          <a:xfrm>
            <a:off x="5834950" y="532200"/>
            <a:ext cx="2588700" cy="828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rgbClr val="000000"/>
                </a:solidFill>
                <a:latin typeface="Red Hat Display"/>
                <a:ea typeface="Red Hat Display"/>
                <a:cs typeface="Red Hat Display"/>
                <a:sym typeface="Red Hat Display"/>
              </a:rPr>
              <a:t>Do</a:t>
            </a:r>
            <a:r>
              <a:rPr lang="en" sz="2000">
                <a:latin typeface="Red Hat Display"/>
                <a:ea typeface="Red Hat Display"/>
                <a:cs typeface="Red Hat Display"/>
                <a:sym typeface="Red Hat Display"/>
              </a:rPr>
              <a:t> you</a:t>
            </a:r>
            <a:r>
              <a:rPr lang="en" sz="2000">
                <a:solidFill>
                  <a:srgbClr val="000000"/>
                </a:solidFill>
                <a:latin typeface="Red Hat Display"/>
                <a:ea typeface="Red Hat Display"/>
                <a:cs typeface="Red Hat Display"/>
                <a:sym typeface="Red Hat Display"/>
              </a:rPr>
              <a:t> have any questions?</a:t>
            </a:r>
            <a:endParaRPr sz="2000">
              <a:solidFill>
                <a:srgbClr val="000000"/>
              </a:solidFill>
              <a:latin typeface="Red Hat Display"/>
              <a:ea typeface="Red Hat Display"/>
              <a:cs typeface="Red Hat Display"/>
              <a:sym typeface="Red Hat Display"/>
            </a:endParaRPr>
          </a:p>
        </p:txBody>
      </p:sp>
      <p:sp>
        <p:nvSpPr>
          <p:cNvPr id="607" name="Google Shape;607;p64"/>
          <p:cNvSpPr txBox="1"/>
          <p:nvPr/>
        </p:nvSpPr>
        <p:spPr>
          <a:xfrm>
            <a:off x="5834950" y="1361400"/>
            <a:ext cx="2588700" cy="828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youremail@freepik.com </a:t>
            </a:r>
            <a:endParaRPr>
              <a:solidFill>
                <a:srgbClr val="000000"/>
              </a:solidFill>
              <a:latin typeface="Red Hat Display"/>
              <a:ea typeface="Red Hat Display"/>
              <a:cs typeface="Red Hat Display"/>
              <a:sym typeface="Red Hat Display"/>
            </a:endParaRPr>
          </a:p>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+91  620 421 838 </a:t>
            </a:r>
            <a:endParaRPr>
              <a:solidFill>
                <a:srgbClr val="000000"/>
              </a:solidFill>
              <a:latin typeface="Red Hat Display"/>
              <a:ea typeface="Red Hat Display"/>
              <a:cs typeface="Red Hat Display"/>
              <a:sym typeface="Red Hat Display"/>
            </a:endParaRPr>
          </a:p>
          <a:p>
            <a:pPr indent="0" lvl="0" marL="0" rtl="0" algn="l">
              <a:spcBef>
                <a:spcPts val="0"/>
              </a:spcBef>
              <a:spcAft>
                <a:spcPts val="0"/>
              </a:spcAft>
              <a:buNone/>
            </a:pPr>
            <a:r>
              <a:rPr lang="en">
                <a:solidFill>
                  <a:srgbClr val="000000"/>
                </a:solidFill>
                <a:latin typeface="Red Hat Display"/>
                <a:ea typeface="Red Hat Display"/>
                <a:cs typeface="Red Hat Display"/>
                <a:sym typeface="Red Hat Display"/>
              </a:rPr>
              <a:t>yourcompany.com</a:t>
            </a:r>
            <a:endParaRPr>
              <a:solidFill>
                <a:srgbClr val="000000"/>
              </a:solidFill>
              <a:latin typeface="Red Hat Display"/>
              <a:ea typeface="Red Hat Display"/>
              <a:cs typeface="Red Hat Display"/>
              <a:sym typeface="Red Hat Display"/>
            </a:endParaRPr>
          </a:p>
        </p:txBody>
      </p:sp>
      <p:grpSp>
        <p:nvGrpSpPr>
          <p:cNvPr id="608" name="Google Shape;608;p64"/>
          <p:cNvGrpSpPr/>
          <p:nvPr/>
        </p:nvGrpSpPr>
        <p:grpSpPr>
          <a:xfrm>
            <a:off x="5922301" y="2373313"/>
            <a:ext cx="1513063" cy="437498"/>
            <a:chOff x="2263375" y="2447750"/>
            <a:chExt cx="1973475" cy="570625"/>
          </a:xfrm>
        </p:grpSpPr>
        <p:sp>
          <p:nvSpPr>
            <p:cNvPr id="609" name="Google Shape;609;p64"/>
            <p:cNvSpPr/>
            <p:nvPr/>
          </p:nvSpPr>
          <p:spPr>
            <a:xfrm>
              <a:off x="3812675" y="2617875"/>
              <a:ext cx="275650" cy="229650"/>
            </a:xfrm>
            <a:custGeom>
              <a:rect b="b" l="l" r="r" t="t"/>
              <a:pathLst>
                <a:path extrusionOk="0" h="9186" w="11026">
                  <a:moveTo>
                    <a:pt x="7566" y="480"/>
                  </a:moveTo>
                  <a:cubicBezTo>
                    <a:pt x="7832" y="480"/>
                    <a:pt x="8088" y="529"/>
                    <a:pt x="8335" y="625"/>
                  </a:cubicBezTo>
                  <a:cubicBezTo>
                    <a:pt x="8525" y="708"/>
                    <a:pt x="8704" y="816"/>
                    <a:pt x="8882" y="958"/>
                  </a:cubicBezTo>
                  <a:cubicBezTo>
                    <a:pt x="8894" y="994"/>
                    <a:pt x="8930" y="1018"/>
                    <a:pt x="8966" y="1066"/>
                  </a:cubicBezTo>
                  <a:cubicBezTo>
                    <a:pt x="9029" y="1138"/>
                    <a:pt x="9114" y="1169"/>
                    <a:pt x="9193" y="1169"/>
                  </a:cubicBezTo>
                  <a:cubicBezTo>
                    <a:pt x="9217" y="1169"/>
                    <a:pt x="9241" y="1166"/>
                    <a:pt x="9263" y="1161"/>
                  </a:cubicBezTo>
                  <a:cubicBezTo>
                    <a:pt x="9561" y="1078"/>
                    <a:pt x="9847" y="994"/>
                    <a:pt x="10120" y="875"/>
                  </a:cubicBezTo>
                  <a:lnTo>
                    <a:pt x="10120" y="875"/>
                  </a:lnTo>
                  <a:cubicBezTo>
                    <a:pt x="10085" y="923"/>
                    <a:pt x="10037" y="958"/>
                    <a:pt x="10013" y="1006"/>
                  </a:cubicBezTo>
                  <a:cubicBezTo>
                    <a:pt x="9739" y="1351"/>
                    <a:pt x="9644" y="1399"/>
                    <a:pt x="9620" y="1399"/>
                  </a:cubicBezTo>
                  <a:cubicBezTo>
                    <a:pt x="9501" y="1411"/>
                    <a:pt x="9430" y="1530"/>
                    <a:pt x="9442" y="1649"/>
                  </a:cubicBezTo>
                  <a:cubicBezTo>
                    <a:pt x="9464" y="1759"/>
                    <a:pt x="9568" y="1829"/>
                    <a:pt x="9678" y="1829"/>
                  </a:cubicBezTo>
                  <a:cubicBezTo>
                    <a:pt x="9686" y="1829"/>
                    <a:pt x="9695" y="1828"/>
                    <a:pt x="9704" y="1828"/>
                  </a:cubicBezTo>
                  <a:cubicBezTo>
                    <a:pt x="9894" y="1792"/>
                    <a:pt x="10085" y="1756"/>
                    <a:pt x="10251" y="1709"/>
                  </a:cubicBezTo>
                  <a:lnTo>
                    <a:pt x="10251" y="1709"/>
                  </a:lnTo>
                  <a:cubicBezTo>
                    <a:pt x="10085" y="1899"/>
                    <a:pt x="9918" y="2054"/>
                    <a:pt x="9739" y="2185"/>
                  </a:cubicBezTo>
                  <a:lnTo>
                    <a:pt x="9728" y="2197"/>
                  </a:lnTo>
                  <a:cubicBezTo>
                    <a:pt x="9668" y="2244"/>
                    <a:pt x="9537" y="2328"/>
                    <a:pt x="9537" y="2506"/>
                  </a:cubicBezTo>
                  <a:cubicBezTo>
                    <a:pt x="9537" y="4471"/>
                    <a:pt x="8989" y="6019"/>
                    <a:pt x="7882" y="7114"/>
                  </a:cubicBezTo>
                  <a:cubicBezTo>
                    <a:pt x="6800" y="8179"/>
                    <a:pt x="5295" y="8753"/>
                    <a:pt x="3703" y="8753"/>
                  </a:cubicBezTo>
                  <a:cubicBezTo>
                    <a:pt x="3106" y="8753"/>
                    <a:pt x="2497" y="8673"/>
                    <a:pt x="1893" y="8507"/>
                  </a:cubicBezTo>
                  <a:cubicBezTo>
                    <a:pt x="1608" y="8424"/>
                    <a:pt x="1310" y="8316"/>
                    <a:pt x="1024" y="8186"/>
                  </a:cubicBezTo>
                  <a:cubicBezTo>
                    <a:pt x="1441" y="8150"/>
                    <a:pt x="1858" y="8066"/>
                    <a:pt x="2215" y="7888"/>
                  </a:cubicBezTo>
                  <a:lnTo>
                    <a:pt x="2274" y="7864"/>
                  </a:lnTo>
                  <a:cubicBezTo>
                    <a:pt x="2762" y="7709"/>
                    <a:pt x="3286" y="7507"/>
                    <a:pt x="3513" y="7197"/>
                  </a:cubicBezTo>
                  <a:cubicBezTo>
                    <a:pt x="3524" y="7185"/>
                    <a:pt x="3536" y="7185"/>
                    <a:pt x="3536" y="7173"/>
                  </a:cubicBezTo>
                  <a:cubicBezTo>
                    <a:pt x="3584" y="7114"/>
                    <a:pt x="3596" y="7031"/>
                    <a:pt x="3572" y="6959"/>
                  </a:cubicBezTo>
                  <a:cubicBezTo>
                    <a:pt x="3536" y="6900"/>
                    <a:pt x="3477" y="6840"/>
                    <a:pt x="3405" y="6828"/>
                  </a:cubicBezTo>
                  <a:cubicBezTo>
                    <a:pt x="3346" y="6816"/>
                    <a:pt x="3286" y="6792"/>
                    <a:pt x="3239" y="6792"/>
                  </a:cubicBezTo>
                  <a:cubicBezTo>
                    <a:pt x="3215" y="6781"/>
                    <a:pt x="3191" y="6781"/>
                    <a:pt x="3167" y="6781"/>
                  </a:cubicBezTo>
                  <a:cubicBezTo>
                    <a:pt x="2584" y="6614"/>
                    <a:pt x="2024" y="6364"/>
                    <a:pt x="1691" y="5709"/>
                  </a:cubicBezTo>
                  <a:lnTo>
                    <a:pt x="1691" y="5709"/>
                  </a:lnTo>
                  <a:cubicBezTo>
                    <a:pt x="1750" y="5711"/>
                    <a:pt x="1803" y="5712"/>
                    <a:pt x="1851" y="5712"/>
                  </a:cubicBezTo>
                  <a:cubicBezTo>
                    <a:pt x="2075" y="5712"/>
                    <a:pt x="2195" y="5691"/>
                    <a:pt x="2322" y="5661"/>
                  </a:cubicBezTo>
                  <a:cubicBezTo>
                    <a:pt x="2417" y="5638"/>
                    <a:pt x="2500" y="5542"/>
                    <a:pt x="2500" y="5447"/>
                  </a:cubicBezTo>
                  <a:cubicBezTo>
                    <a:pt x="2500" y="5340"/>
                    <a:pt x="2417" y="5245"/>
                    <a:pt x="2322" y="5233"/>
                  </a:cubicBezTo>
                  <a:cubicBezTo>
                    <a:pt x="2239" y="5221"/>
                    <a:pt x="2167" y="5209"/>
                    <a:pt x="2084" y="5161"/>
                  </a:cubicBezTo>
                  <a:cubicBezTo>
                    <a:pt x="1441" y="4923"/>
                    <a:pt x="953" y="4292"/>
                    <a:pt x="846" y="3614"/>
                  </a:cubicBezTo>
                  <a:lnTo>
                    <a:pt x="846" y="3614"/>
                  </a:lnTo>
                  <a:cubicBezTo>
                    <a:pt x="1113" y="3713"/>
                    <a:pt x="1381" y="3762"/>
                    <a:pt x="1511" y="3762"/>
                  </a:cubicBezTo>
                  <a:cubicBezTo>
                    <a:pt x="1537" y="3762"/>
                    <a:pt x="1558" y="3760"/>
                    <a:pt x="1572" y="3756"/>
                  </a:cubicBezTo>
                  <a:cubicBezTo>
                    <a:pt x="1667" y="3745"/>
                    <a:pt x="1738" y="3685"/>
                    <a:pt x="1750" y="3602"/>
                  </a:cubicBezTo>
                  <a:cubicBezTo>
                    <a:pt x="1786" y="3518"/>
                    <a:pt x="1750" y="3435"/>
                    <a:pt x="1679" y="3375"/>
                  </a:cubicBezTo>
                  <a:cubicBezTo>
                    <a:pt x="1584" y="3316"/>
                    <a:pt x="1512" y="3244"/>
                    <a:pt x="1429" y="3149"/>
                  </a:cubicBezTo>
                  <a:cubicBezTo>
                    <a:pt x="917" y="2673"/>
                    <a:pt x="655" y="1697"/>
                    <a:pt x="976" y="994"/>
                  </a:cubicBezTo>
                  <a:lnTo>
                    <a:pt x="976" y="994"/>
                  </a:lnTo>
                  <a:cubicBezTo>
                    <a:pt x="2084" y="2173"/>
                    <a:pt x="3465" y="2852"/>
                    <a:pt x="5334" y="3137"/>
                  </a:cubicBezTo>
                  <a:cubicBezTo>
                    <a:pt x="5356" y="3140"/>
                    <a:pt x="5376" y="3141"/>
                    <a:pt x="5395" y="3141"/>
                  </a:cubicBezTo>
                  <a:cubicBezTo>
                    <a:pt x="5461" y="3141"/>
                    <a:pt x="5514" y="3124"/>
                    <a:pt x="5560" y="3078"/>
                  </a:cubicBezTo>
                  <a:cubicBezTo>
                    <a:pt x="5632" y="2983"/>
                    <a:pt x="5620" y="2887"/>
                    <a:pt x="5620" y="2840"/>
                  </a:cubicBezTo>
                  <a:cubicBezTo>
                    <a:pt x="5572" y="2530"/>
                    <a:pt x="5572" y="2256"/>
                    <a:pt x="5632" y="2018"/>
                  </a:cubicBezTo>
                  <a:cubicBezTo>
                    <a:pt x="5715" y="1732"/>
                    <a:pt x="5846" y="1470"/>
                    <a:pt x="6025" y="1244"/>
                  </a:cubicBezTo>
                  <a:cubicBezTo>
                    <a:pt x="6203" y="1018"/>
                    <a:pt x="6430" y="839"/>
                    <a:pt x="6680" y="708"/>
                  </a:cubicBezTo>
                  <a:cubicBezTo>
                    <a:pt x="6930" y="577"/>
                    <a:pt x="7203" y="506"/>
                    <a:pt x="7477" y="482"/>
                  </a:cubicBezTo>
                  <a:cubicBezTo>
                    <a:pt x="7507" y="481"/>
                    <a:pt x="7537" y="480"/>
                    <a:pt x="7566" y="480"/>
                  </a:cubicBezTo>
                  <a:close/>
                  <a:moveTo>
                    <a:pt x="7656" y="1"/>
                  </a:moveTo>
                  <a:cubicBezTo>
                    <a:pt x="7604" y="1"/>
                    <a:pt x="7553" y="3"/>
                    <a:pt x="7501" y="6"/>
                  </a:cubicBezTo>
                  <a:cubicBezTo>
                    <a:pt x="7156" y="42"/>
                    <a:pt x="6834" y="125"/>
                    <a:pt x="6513" y="292"/>
                  </a:cubicBezTo>
                  <a:cubicBezTo>
                    <a:pt x="6215" y="435"/>
                    <a:pt x="5941" y="661"/>
                    <a:pt x="5727" y="935"/>
                  </a:cubicBezTo>
                  <a:cubicBezTo>
                    <a:pt x="5501" y="1208"/>
                    <a:pt x="5346" y="1542"/>
                    <a:pt x="5251" y="1887"/>
                  </a:cubicBezTo>
                  <a:cubicBezTo>
                    <a:pt x="5191" y="2125"/>
                    <a:pt x="5179" y="2363"/>
                    <a:pt x="5191" y="2637"/>
                  </a:cubicBezTo>
                  <a:cubicBezTo>
                    <a:pt x="3477" y="2340"/>
                    <a:pt x="2203" y="1661"/>
                    <a:pt x="1203" y="530"/>
                  </a:cubicBezTo>
                  <a:cubicBezTo>
                    <a:pt x="1180" y="507"/>
                    <a:pt x="1093" y="410"/>
                    <a:pt x="973" y="410"/>
                  </a:cubicBezTo>
                  <a:cubicBezTo>
                    <a:pt x="966" y="410"/>
                    <a:pt x="960" y="410"/>
                    <a:pt x="953" y="411"/>
                  </a:cubicBezTo>
                  <a:cubicBezTo>
                    <a:pt x="857" y="423"/>
                    <a:pt x="786" y="470"/>
                    <a:pt x="726" y="554"/>
                  </a:cubicBezTo>
                  <a:cubicBezTo>
                    <a:pt x="229" y="1312"/>
                    <a:pt x="368" y="2399"/>
                    <a:pt x="838" y="3090"/>
                  </a:cubicBezTo>
                  <a:lnTo>
                    <a:pt x="838" y="3090"/>
                  </a:lnTo>
                  <a:cubicBezTo>
                    <a:pt x="836" y="3090"/>
                    <a:pt x="834" y="3090"/>
                    <a:pt x="834" y="3090"/>
                  </a:cubicBezTo>
                  <a:cubicBezTo>
                    <a:pt x="777" y="3056"/>
                    <a:pt x="724" y="3043"/>
                    <a:pt x="678" y="3043"/>
                  </a:cubicBezTo>
                  <a:cubicBezTo>
                    <a:pt x="627" y="3043"/>
                    <a:pt x="585" y="3059"/>
                    <a:pt x="560" y="3078"/>
                  </a:cubicBezTo>
                  <a:cubicBezTo>
                    <a:pt x="524" y="3090"/>
                    <a:pt x="429" y="3161"/>
                    <a:pt x="417" y="3316"/>
                  </a:cubicBezTo>
                  <a:cubicBezTo>
                    <a:pt x="417" y="3411"/>
                    <a:pt x="417" y="3506"/>
                    <a:pt x="429" y="3614"/>
                  </a:cubicBezTo>
                  <a:cubicBezTo>
                    <a:pt x="500" y="4268"/>
                    <a:pt x="881" y="4876"/>
                    <a:pt x="1381" y="5268"/>
                  </a:cubicBezTo>
                  <a:cubicBezTo>
                    <a:pt x="1310" y="5280"/>
                    <a:pt x="1262" y="5328"/>
                    <a:pt x="1250" y="5352"/>
                  </a:cubicBezTo>
                  <a:cubicBezTo>
                    <a:pt x="1215" y="5376"/>
                    <a:pt x="1155" y="5483"/>
                    <a:pt x="1215" y="5638"/>
                  </a:cubicBezTo>
                  <a:cubicBezTo>
                    <a:pt x="1560" y="6566"/>
                    <a:pt x="2250" y="6959"/>
                    <a:pt x="2905" y="7162"/>
                  </a:cubicBezTo>
                  <a:cubicBezTo>
                    <a:pt x="2667" y="7304"/>
                    <a:pt x="2346" y="7400"/>
                    <a:pt x="2191" y="7459"/>
                  </a:cubicBezTo>
                  <a:lnTo>
                    <a:pt x="2131" y="7483"/>
                  </a:lnTo>
                  <a:cubicBezTo>
                    <a:pt x="1682" y="7633"/>
                    <a:pt x="1218" y="7716"/>
                    <a:pt x="780" y="7716"/>
                  </a:cubicBezTo>
                  <a:cubicBezTo>
                    <a:pt x="661" y="7716"/>
                    <a:pt x="543" y="7710"/>
                    <a:pt x="429" y="7697"/>
                  </a:cubicBezTo>
                  <a:cubicBezTo>
                    <a:pt x="381" y="7692"/>
                    <a:pt x="338" y="7687"/>
                    <a:pt x="296" y="7687"/>
                  </a:cubicBezTo>
                  <a:cubicBezTo>
                    <a:pt x="245" y="7687"/>
                    <a:pt x="196" y="7695"/>
                    <a:pt x="143" y="7721"/>
                  </a:cubicBezTo>
                  <a:cubicBezTo>
                    <a:pt x="143" y="7733"/>
                    <a:pt x="131" y="7733"/>
                    <a:pt x="131" y="7733"/>
                  </a:cubicBezTo>
                  <a:cubicBezTo>
                    <a:pt x="60" y="7781"/>
                    <a:pt x="12" y="7852"/>
                    <a:pt x="12" y="7924"/>
                  </a:cubicBezTo>
                  <a:cubicBezTo>
                    <a:pt x="0" y="8055"/>
                    <a:pt x="107" y="8138"/>
                    <a:pt x="131" y="8162"/>
                  </a:cubicBezTo>
                  <a:lnTo>
                    <a:pt x="143" y="8186"/>
                  </a:lnTo>
                  <a:cubicBezTo>
                    <a:pt x="250" y="8257"/>
                    <a:pt x="369" y="8328"/>
                    <a:pt x="536" y="8424"/>
                  </a:cubicBezTo>
                  <a:cubicBezTo>
                    <a:pt x="941" y="8638"/>
                    <a:pt x="1369" y="8805"/>
                    <a:pt x="1786" y="8924"/>
                  </a:cubicBezTo>
                  <a:cubicBezTo>
                    <a:pt x="2429" y="9102"/>
                    <a:pt x="3084" y="9186"/>
                    <a:pt x="3715" y="9186"/>
                  </a:cubicBezTo>
                  <a:cubicBezTo>
                    <a:pt x="5429" y="9186"/>
                    <a:pt x="7049" y="8567"/>
                    <a:pt x="8215" y="7400"/>
                  </a:cubicBezTo>
                  <a:cubicBezTo>
                    <a:pt x="9382" y="6245"/>
                    <a:pt x="9990" y="4614"/>
                    <a:pt x="10001" y="2554"/>
                  </a:cubicBezTo>
                  <a:cubicBezTo>
                    <a:pt x="10013" y="2542"/>
                    <a:pt x="10025" y="2542"/>
                    <a:pt x="10037" y="2530"/>
                  </a:cubicBezTo>
                  <a:cubicBezTo>
                    <a:pt x="10359" y="2292"/>
                    <a:pt x="10632" y="2006"/>
                    <a:pt x="10930" y="1601"/>
                  </a:cubicBezTo>
                  <a:cubicBezTo>
                    <a:pt x="11025" y="1470"/>
                    <a:pt x="11025" y="1351"/>
                    <a:pt x="11025" y="1304"/>
                  </a:cubicBezTo>
                  <a:lnTo>
                    <a:pt x="10811" y="1304"/>
                  </a:lnTo>
                  <a:lnTo>
                    <a:pt x="11025" y="1292"/>
                  </a:lnTo>
                  <a:cubicBezTo>
                    <a:pt x="11025" y="1161"/>
                    <a:pt x="10954" y="1101"/>
                    <a:pt x="10918" y="1078"/>
                  </a:cubicBezTo>
                  <a:cubicBezTo>
                    <a:pt x="10882" y="1060"/>
                    <a:pt x="10841" y="1051"/>
                    <a:pt x="10799" y="1051"/>
                  </a:cubicBezTo>
                  <a:cubicBezTo>
                    <a:pt x="10757" y="1051"/>
                    <a:pt x="10716" y="1060"/>
                    <a:pt x="10680" y="1078"/>
                  </a:cubicBezTo>
                  <a:lnTo>
                    <a:pt x="10668" y="1078"/>
                  </a:lnTo>
                  <a:cubicBezTo>
                    <a:pt x="10609" y="1101"/>
                    <a:pt x="10549" y="1125"/>
                    <a:pt x="10478" y="1161"/>
                  </a:cubicBezTo>
                  <a:cubicBezTo>
                    <a:pt x="10621" y="958"/>
                    <a:pt x="10728" y="756"/>
                    <a:pt x="10787" y="542"/>
                  </a:cubicBezTo>
                  <a:cubicBezTo>
                    <a:pt x="10847" y="411"/>
                    <a:pt x="10787" y="292"/>
                    <a:pt x="10716" y="232"/>
                  </a:cubicBezTo>
                  <a:cubicBezTo>
                    <a:pt x="10692" y="220"/>
                    <a:pt x="10680" y="208"/>
                    <a:pt x="10668" y="208"/>
                  </a:cubicBezTo>
                  <a:cubicBezTo>
                    <a:pt x="10635" y="192"/>
                    <a:pt x="10599" y="183"/>
                    <a:pt x="10562" y="183"/>
                  </a:cubicBezTo>
                  <a:cubicBezTo>
                    <a:pt x="10519" y="183"/>
                    <a:pt x="10475" y="195"/>
                    <a:pt x="10430" y="220"/>
                  </a:cubicBezTo>
                  <a:cubicBezTo>
                    <a:pt x="10073" y="411"/>
                    <a:pt x="9704" y="566"/>
                    <a:pt x="9287" y="661"/>
                  </a:cubicBezTo>
                  <a:cubicBezTo>
                    <a:pt x="9251" y="637"/>
                    <a:pt x="9239" y="601"/>
                    <a:pt x="9216" y="589"/>
                  </a:cubicBezTo>
                  <a:cubicBezTo>
                    <a:pt x="9001" y="411"/>
                    <a:pt x="8775" y="280"/>
                    <a:pt x="8537" y="173"/>
                  </a:cubicBezTo>
                  <a:cubicBezTo>
                    <a:pt x="8262" y="61"/>
                    <a:pt x="7961" y="1"/>
                    <a:pt x="7656" y="1"/>
                  </a:cubicBezTo>
                  <a:close/>
                </a:path>
              </a:pathLst>
            </a:custGeom>
            <a:solidFill>
              <a:srgbClr val="32BBCA"/>
            </a:solidFill>
            <a:ln cap="flat" cmpd="sng" w="9525">
              <a:solidFill>
                <a:srgbClr val="32BBC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610" name="Google Shape;610;p64"/>
            <p:cNvSpPr/>
            <p:nvPr/>
          </p:nvSpPr>
          <p:spPr>
            <a:xfrm>
              <a:off x="3998400" y="2624550"/>
              <a:ext cx="25" cy="25"/>
            </a:xfrm>
            <a:custGeom>
              <a:rect b="b" l="l" r="r" t="t"/>
              <a:pathLst>
                <a:path extrusionOk="0" fill="none" h="1" w="1">
                  <a:moveTo>
                    <a:pt x="1" y="1"/>
                  </a:moveTo>
                  <a:close/>
                </a:path>
              </a:pathLst>
            </a:custGeom>
            <a:solidFill>
              <a:srgbClr val="32BBCA"/>
            </a:solidFill>
            <a:ln cap="rnd" cmpd="sng" w="9525">
              <a:solidFill>
                <a:srgbClr val="32BBC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611" name="Google Shape;611;p64"/>
            <p:cNvSpPr/>
            <p:nvPr/>
          </p:nvSpPr>
          <p:spPr>
            <a:xfrm>
              <a:off x="2476775" y="2586150"/>
              <a:ext cx="142900" cy="293825"/>
            </a:xfrm>
            <a:custGeom>
              <a:rect b="b" l="l" r="r" t="t"/>
              <a:pathLst>
                <a:path extrusionOk="0" h="11753" w="5716">
                  <a:moveTo>
                    <a:pt x="5275" y="430"/>
                  </a:moveTo>
                  <a:lnTo>
                    <a:pt x="5275" y="1954"/>
                  </a:lnTo>
                  <a:lnTo>
                    <a:pt x="4216" y="1954"/>
                  </a:lnTo>
                  <a:cubicBezTo>
                    <a:pt x="3811" y="1954"/>
                    <a:pt x="3489" y="2275"/>
                    <a:pt x="3489" y="2680"/>
                  </a:cubicBezTo>
                  <a:lnTo>
                    <a:pt x="3489" y="4097"/>
                  </a:lnTo>
                  <a:lnTo>
                    <a:pt x="5228" y="4097"/>
                  </a:lnTo>
                  <a:lnTo>
                    <a:pt x="5097" y="5609"/>
                  </a:lnTo>
                  <a:lnTo>
                    <a:pt x="3478" y="5609"/>
                  </a:lnTo>
                  <a:lnTo>
                    <a:pt x="3478" y="11312"/>
                  </a:lnTo>
                  <a:lnTo>
                    <a:pt x="1620" y="11312"/>
                  </a:lnTo>
                  <a:lnTo>
                    <a:pt x="1620" y="5609"/>
                  </a:lnTo>
                  <a:lnTo>
                    <a:pt x="465" y="5609"/>
                  </a:lnTo>
                  <a:lnTo>
                    <a:pt x="465" y="4097"/>
                  </a:lnTo>
                  <a:lnTo>
                    <a:pt x="1620" y="4097"/>
                  </a:lnTo>
                  <a:lnTo>
                    <a:pt x="1620" y="2251"/>
                  </a:lnTo>
                  <a:cubicBezTo>
                    <a:pt x="1620" y="1251"/>
                    <a:pt x="2442" y="430"/>
                    <a:pt x="3442" y="430"/>
                  </a:cubicBezTo>
                  <a:close/>
                  <a:moveTo>
                    <a:pt x="3430" y="1"/>
                  </a:moveTo>
                  <a:cubicBezTo>
                    <a:pt x="2180" y="1"/>
                    <a:pt x="1168" y="1013"/>
                    <a:pt x="1168" y="2263"/>
                  </a:cubicBezTo>
                  <a:lnTo>
                    <a:pt x="1168" y="3644"/>
                  </a:lnTo>
                  <a:lnTo>
                    <a:pt x="382" y="3644"/>
                  </a:lnTo>
                  <a:cubicBezTo>
                    <a:pt x="168" y="3644"/>
                    <a:pt x="1" y="3811"/>
                    <a:pt x="1" y="4013"/>
                  </a:cubicBezTo>
                  <a:lnTo>
                    <a:pt x="1" y="5680"/>
                  </a:lnTo>
                  <a:cubicBezTo>
                    <a:pt x="1" y="5895"/>
                    <a:pt x="168" y="6061"/>
                    <a:pt x="382" y="6061"/>
                  </a:cubicBezTo>
                  <a:lnTo>
                    <a:pt x="1168" y="6061"/>
                  </a:lnTo>
                  <a:lnTo>
                    <a:pt x="1168" y="11383"/>
                  </a:lnTo>
                  <a:cubicBezTo>
                    <a:pt x="1168" y="11598"/>
                    <a:pt x="1334" y="11752"/>
                    <a:pt x="1537" y="11752"/>
                  </a:cubicBezTo>
                  <a:lnTo>
                    <a:pt x="3561" y="11752"/>
                  </a:lnTo>
                  <a:cubicBezTo>
                    <a:pt x="3775" y="11752"/>
                    <a:pt x="3930" y="11598"/>
                    <a:pt x="3918" y="11383"/>
                  </a:cubicBezTo>
                  <a:lnTo>
                    <a:pt x="3918" y="6049"/>
                  </a:lnTo>
                  <a:lnTo>
                    <a:pt x="5168" y="6049"/>
                  </a:lnTo>
                  <a:cubicBezTo>
                    <a:pt x="5347" y="6049"/>
                    <a:pt x="5514" y="5918"/>
                    <a:pt x="5525" y="5728"/>
                  </a:cubicBezTo>
                  <a:lnTo>
                    <a:pt x="5668" y="4061"/>
                  </a:lnTo>
                  <a:cubicBezTo>
                    <a:pt x="5692" y="3954"/>
                    <a:pt x="5656" y="3859"/>
                    <a:pt x="5585" y="3775"/>
                  </a:cubicBezTo>
                  <a:cubicBezTo>
                    <a:pt x="5514" y="3704"/>
                    <a:pt x="5418" y="3656"/>
                    <a:pt x="5323" y="3656"/>
                  </a:cubicBezTo>
                  <a:lnTo>
                    <a:pt x="3930" y="3656"/>
                  </a:lnTo>
                  <a:lnTo>
                    <a:pt x="3930" y="2692"/>
                  </a:lnTo>
                  <a:cubicBezTo>
                    <a:pt x="3930" y="2525"/>
                    <a:pt x="4073" y="2406"/>
                    <a:pt x="4216" y="2406"/>
                  </a:cubicBezTo>
                  <a:lnTo>
                    <a:pt x="5347" y="2406"/>
                  </a:lnTo>
                  <a:cubicBezTo>
                    <a:pt x="5561" y="2406"/>
                    <a:pt x="5716" y="2251"/>
                    <a:pt x="5716" y="2037"/>
                  </a:cubicBezTo>
                  <a:lnTo>
                    <a:pt x="5716" y="370"/>
                  </a:lnTo>
                  <a:cubicBezTo>
                    <a:pt x="5716" y="168"/>
                    <a:pt x="5561" y="1"/>
                    <a:pt x="5347" y="1"/>
                  </a:cubicBezTo>
                  <a:close/>
                </a:path>
              </a:pathLst>
            </a:custGeom>
            <a:solidFill>
              <a:srgbClr val="32BBCA"/>
            </a:solidFill>
            <a:ln cap="flat" cmpd="sng" w="9525">
              <a:solidFill>
                <a:srgbClr val="32BBC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612" name="Google Shape;612;p64"/>
            <p:cNvSpPr/>
            <p:nvPr/>
          </p:nvSpPr>
          <p:spPr>
            <a:xfrm>
              <a:off x="3103950" y="2659675"/>
              <a:ext cx="318800" cy="216725"/>
            </a:xfrm>
            <a:custGeom>
              <a:rect b="b" l="l" r="r" t="t"/>
              <a:pathLst>
                <a:path extrusionOk="0" h="8669" w="12752">
                  <a:moveTo>
                    <a:pt x="2655" y="632"/>
                  </a:moveTo>
                  <a:lnTo>
                    <a:pt x="2655" y="8216"/>
                  </a:lnTo>
                  <a:lnTo>
                    <a:pt x="441" y="8216"/>
                  </a:lnTo>
                  <a:lnTo>
                    <a:pt x="441" y="632"/>
                  </a:lnTo>
                  <a:close/>
                  <a:moveTo>
                    <a:pt x="9430" y="441"/>
                  </a:moveTo>
                  <a:cubicBezTo>
                    <a:pt x="11252" y="441"/>
                    <a:pt x="12288" y="1668"/>
                    <a:pt x="12288" y="3835"/>
                  </a:cubicBezTo>
                  <a:lnTo>
                    <a:pt x="12288" y="8216"/>
                  </a:lnTo>
                  <a:lnTo>
                    <a:pt x="10073" y="8216"/>
                  </a:lnTo>
                  <a:lnTo>
                    <a:pt x="10073" y="4156"/>
                  </a:lnTo>
                  <a:cubicBezTo>
                    <a:pt x="10073" y="2382"/>
                    <a:pt x="9085" y="2120"/>
                    <a:pt x="8490" y="2120"/>
                  </a:cubicBezTo>
                  <a:cubicBezTo>
                    <a:pt x="7775" y="2120"/>
                    <a:pt x="7204" y="2537"/>
                    <a:pt x="6918" y="3239"/>
                  </a:cubicBezTo>
                  <a:cubicBezTo>
                    <a:pt x="6846" y="3394"/>
                    <a:pt x="6811" y="3632"/>
                    <a:pt x="6811" y="3966"/>
                  </a:cubicBezTo>
                  <a:lnTo>
                    <a:pt x="6811" y="8216"/>
                  </a:lnTo>
                  <a:lnTo>
                    <a:pt x="4596" y="8216"/>
                  </a:lnTo>
                  <a:cubicBezTo>
                    <a:pt x="4596" y="6704"/>
                    <a:pt x="4608" y="1882"/>
                    <a:pt x="4596" y="632"/>
                  </a:cubicBezTo>
                  <a:lnTo>
                    <a:pt x="6811" y="632"/>
                  </a:lnTo>
                  <a:lnTo>
                    <a:pt x="6811" y="1537"/>
                  </a:lnTo>
                  <a:lnTo>
                    <a:pt x="7025" y="1537"/>
                  </a:lnTo>
                  <a:lnTo>
                    <a:pt x="7216" y="1656"/>
                  </a:lnTo>
                  <a:cubicBezTo>
                    <a:pt x="7585" y="1096"/>
                    <a:pt x="8168" y="441"/>
                    <a:pt x="9430" y="441"/>
                  </a:cubicBezTo>
                  <a:close/>
                  <a:moveTo>
                    <a:pt x="417" y="203"/>
                  </a:moveTo>
                  <a:cubicBezTo>
                    <a:pt x="191" y="203"/>
                    <a:pt x="0" y="382"/>
                    <a:pt x="0" y="620"/>
                  </a:cubicBezTo>
                  <a:lnTo>
                    <a:pt x="0" y="8252"/>
                  </a:lnTo>
                  <a:cubicBezTo>
                    <a:pt x="0" y="8478"/>
                    <a:pt x="179" y="8669"/>
                    <a:pt x="417" y="8669"/>
                  </a:cubicBezTo>
                  <a:lnTo>
                    <a:pt x="2691" y="8669"/>
                  </a:lnTo>
                  <a:cubicBezTo>
                    <a:pt x="2929" y="8669"/>
                    <a:pt x="3120" y="8478"/>
                    <a:pt x="3108" y="8252"/>
                  </a:cubicBezTo>
                  <a:lnTo>
                    <a:pt x="3108" y="620"/>
                  </a:lnTo>
                  <a:cubicBezTo>
                    <a:pt x="3108" y="394"/>
                    <a:pt x="2929" y="203"/>
                    <a:pt x="2691" y="203"/>
                  </a:cubicBezTo>
                  <a:close/>
                  <a:moveTo>
                    <a:pt x="9442" y="1"/>
                  </a:moveTo>
                  <a:cubicBezTo>
                    <a:pt x="8359" y="1"/>
                    <a:pt x="7704" y="418"/>
                    <a:pt x="7263" y="894"/>
                  </a:cubicBezTo>
                  <a:lnTo>
                    <a:pt x="7263" y="620"/>
                  </a:lnTo>
                  <a:cubicBezTo>
                    <a:pt x="7263" y="394"/>
                    <a:pt x="7085" y="203"/>
                    <a:pt x="6846" y="203"/>
                  </a:cubicBezTo>
                  <a:lnTo>
                    <a:pt x="4560" y="203"/>
                  </a:lnTo>
                  <a:cubicBezTo>
                    <a:pt x="4465" y="203"/>
                    <a:pt x="4346" y="239"/>
                    <a:pt x="4263" y="322"/>
                  </a:cubicBezTo>
                  <a:cubicBezTo>
                    <a:pt x="4191" y="394"/>
                    <a:pt x="4144" y="501"/>
                    <a:pt x="4144" y="620"/>
                  </a:cubicBezTo>
                  <a:cubicBezTo>
                    <a:pt x="4179" y="1846"/>
                    <a:pt x="4144" y="7192"/>
                    <a:pt x="4144" y="8252"/>
                  </a:cubicBezTo>
                  <a:cubicBezTo>
                    <a:pt x="4144" y="8371"/>
                    <a:pt x="4191" y="8478"/>
                    <a:pt x="4263" y="8549"/>
                  </a:cubicBezTo>
                  <a:cubicBezTo>
                    <a:pt x="4346" y="8621"/>
                    <a:pt x="4441" y="8669"/>
                    <a:pt x="4560" y="8669"/>
                  </a:cubicBezTo>
                  <a:lnTo>
                    <a:pt x="6846" y="8669"/>
                  </a:lnTo>
                  <a:cubicBezTo>
                    <a:pt x="7061" y="8669"/>
                    <a:pt x="7263" y="8490"/>
                    <a:pt x="7263" y="8252"/>
                  </a:cubicBezTo>
                  <a:lnTo>
                    <a:pt x="7263" y="3966"/>
                  </a:lnTo>
                  <a:cubicBezTo>
                    <a:pt x="7263" y="3692"/>
                    <a:pt x="7287" y="3513"/>
                    <a:pt x="7335" y="3394"/>
                  </a:cubicBezTo>
                  <a:cubicBezTo>
                    <a:pt x="7442" y="3144"/>
                    <a:pt x="7751" y="2561"/>
                    <a:pt x="8490" y="2561"/>
                  </a:cubicBezTo>
                  <a:cubicBezTo>
                    <a:pt x="8775" y="2561"/>
                    <a:pt x="9621" y="2561"/>
                    <a:pt x="9621" y="4156"/>
                  </a:cubicBezTo>
                  <a:lnTo>
                    <a:pt x="9621" y="8252"/>
                  </a:lnTo>
                  <a:cubicBezTo>
                    <a:pt x="9621" y="8478"/>
                    <a:pt x="9799" y="8669"/>
                    <a:pt x="10037" y="8669"/>
                  </a:cubicBezTo>
                  <a:lnTo>
                    <a:pt x="12323" y="8669"/>
                  </a:lnTo>
                  <a:cubicBezTo>
                    <a:pt x="12561" y="8669"/>
                    <a:pt x="12752" y="8478"/>
                    <a:pt x="12752" y="8252"/>
                  </a:cubicBezTo>
                  <a:lnTo>
                    <a:pt x="12752" y="3847"/>
                  </a:lnTo>
                  <a:cubicBezTo>
                    <a:pt x="12752" y="1430"/>
                    <a:pt x="11514" y="1"/>
                    <a:pt x="9442" y="1"/>
                  </a:cubicBezTo>
                  <a:close/>
                </a:path>
              </a:pathLst>
            </a:custGeom>
            <a:solidFill>
              <a:srgbClr val="32BBCA"/>
            </a:solidFill>
            <a:ln cap="flat" cmpd="sng" w="9525">
              <a:solidFill>
                <a:srgbClr val="32BBC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613" name="Google Shape;613;p64"/>
            <p:cNvSpPr/>
            <p:nvPr/>
          </p:nvSpPr>
          <p:spPr>
            <a:xfrm>
              <a:off x="3099775" y="2567400"/>
              <a:ext cx="82475" cy="82775"/>
            </a:xfrm>
            <a:custGeom>
              <a:rect b="b" l="l" r="r" t="t"/>
              <a:pathLst>
                <a:path extrusionOk="0" h="3311" w="3299">
                  <a:moveTo>
                    <a:pt x="1656" y="453"/>
                  </a:moveTo>
                  <a:cubicBezTo>
                    <a:pt x="2311" y="453"/>
                    <a:pt x="2858" y="989"/>
                    <a:pt x="2858" y="1656"/>
                  </a:cubicBezTo>
                  <a:cubicBezTo>
                    <a:pt x="2858" y="2323"/>
                    <a:pt x="2322" y="2858"/>
                    <a:pt x="1656" y="2858"/>
                  </a:cubicBezTo>
                  <a:cubicBezTo>
                    <a:pt x="977" y="2858"/>
                    <a:pt x="441" y="2323"/>
                    <a:pt x="441" y="1656"/>
                  </a:cubicBezTo>
                  <a:cubicBezTo>
                    <a:pt x="441" y="989"/>
                    <a:pt x="977" y="453"/>
                    <a:pt x="1656" y="453"/>
                  </a:cubicBezTo>
                  <a:close/>
                  <a:moveTo>
                    <a:pt x="1656" y="1"/>
                  </a:moveTo>
                  <a:cubicBezTo>
                    <a:pt x="739" y="1"/>
                    <a:pt x="1" y="751"/>
                    <a:pt x="1" y="1656"/>
                  </a:cubicBezTo>
                  <a:cubicBezTo>
                    <a:pt x="1" y="2561"/>
                    <a:pt x="739" y="3311"/>
                    <a:pt x="1656" y="3311"/>
                  </a:cubicBezTo>
                  <a:cubicBezTo>
                    <a:pt x="2561" y="3311"/>
                    <a:pt x="3299" y="2561"/>
                    <a:pt x="3299" y="1656"/>
                  </a:cubicBezTo>
                  <a:cubicBezTo>
                    <a:pt x="3299" y="751"/>
                    <a:pt x="2561" y="1"/>
                    <a:pt x="1656" y="1"/>
                  </a:cubicBezTo>
                  <a:close/>
                </a:path>
              </a:pathLst>
            </a:custGeom>
            <a:solidFill>
              <a:srgbClr val="32BBCA"/>
            </a:solidFill>
            <a:ln cap="flat" cmpd="sng" w="9525">
              <a:solidFill>
                <a:srgbClr val="32BBC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614" name="Google Shape;614;p64"/>
            <p:cNvSpPr/>
            <p:nvPr/>
          </p:nvSpPr>
          <p:spPr>
            <a:xfrm>
              <a:off x="3665925" y="2447750"/>
              <a:ext cx="570925" cy="570625"/>
            </a:xfrm>
            <a:custGeom>
              <a:rect b="b" l="l" r="r" t="t"/>
              <a:pathLst>
                <a:path extrusionOk="0" h="22825" w="22837">
                  <a:moveTo>
                    <a:pt x="11418" y="441"/>
                  </a:moveTo>
                  <a:cubicBezTo>
                    <a:pt x="17479" y="441"/>
                    <a:pt x="22384" y="5370"/>
                    <a:pt x="22384" y="11419"/>
                  </a:cubicBezTo>
                  <a:cubicBezTo>
                    <a:pt x="22384" y="17455"/>
                    <a:pt x="17455" y="22384"/>
                    <a:pt x="11418" y="22384"/>
                  </a:cubicBezTo>
                  <a:cubicBezTo>
                    <a:pt x="5382" y="22384"/>
                    <a:pt x="453" y="17455"/>
                    <a:pt x="453" y="11419"/>
                  </a:cubicBezTo>
                  <a:cubicBezTo>
                    <a:pt x="453" y="5370"/>
                    <a:pt x="5382" y="441"/>
                    <a:pt x="11418" y="441"/>
                  </a:cubicBezTo>
                  <a:close/>
                  <a:moveTo>
                    <a:pt x="11418" y="1"/>
                  </a:moveTo>
                  <a:cubicBezTo>
                    <a:pt x="5120" y="1"/>
                    <a:pt x="0" y="5120"/>
                    <a:pt x="0" y="11419"/>
                  </a:cubicBezTo>
                  <a:cubicBezTo>
                    <a:pt x="0" y="17705"/>
                    <a:pt x="5120" y="22825"/>
                    <a:pt x="11418" y="22825"/>
                  </a:cubicBezTo>
                  <a:cubicBezTo>
                    <a:pt x="17717" y="22825"/>
                    <a:pt x="22837" y="17705"/>
                    <a:pt x="22837" y="11419"/>
                  </a:cubicBezTo>
                  <a:cubicBezTo>
                    <a:pt x="22837" y="5120"/>
                    <a:pt x="17717" y="1"/>
                    <a:pt x="11418" y="1"/>
                  </a:cubicBezTo>
                  <a:close/>
                </a:path>
              </a:pathLst>
            </a:custGeom>
            <a:solidFill>
              <a:srgbClr val="32BBCA"/>
            </a:solidFill>
            <a:ln cap="flat" cmpd="sng" w="9525">
              <a:solidFill>
                <a:srgbClr val="32BBC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615" name="Google Shape;615;p64"/>
            <p:cNvSpPr/>
            <p:nvPr/>
          </p:nvSpPr>
          <p:spPr>
            <a:xfrm>
              <a:off x="2964650" y="2447750"/>
              <a:ext cx="570925" cy="570625"/>
            </a:xfrm>
            <a:custGeom>
              <a:rect b="b" l="l" r="r" t="t"/>
              <a:pathLst>
                <a:path extrusionOk="0" h="22825" w="22837">
                  <a:moveTo>
                    <a:pt x="11418" y="441"/>
                  </a:moveTo>
                  <a:cubicBezTo>
                    <a:pt x="17455" y="441"/>
                    <a:pt x="22384" y="5370"/>
                    <a:pt x="22384" y="11419"/>
                  </a:cubicBezTo>
                  <a:cubicBezTo>
                    <a:pt x="22384" y="17455"/>
                    <a:pt x="17455" y="22384"/>
                    <a:pt x="11418" y="22384"/>
                  </a:cubicBezTo>
                  <a:cubicBezTo>
                    <a:pt x="5370" y="22384"/>
                    <a:pt x="453" y="17455"/>
                    <a:pt x="453" y="11419"/>
                  </a:cubicBezTo>
                  <a:cubicBezTo>
                    <a:pt x="453" y="5370"/>
                    <a:pt x="5370" y="441"/>
                    <a:pt x="11418" y="441"/>
                  </a:cubicBezTo>
                  <a:close/>
                  <a:moveTo>
                    <a:pt x="11418" y="1"/>
                  </a:moveTo>
                  <a:cubicBezTo>
                    <a:pt x="5120" y="1"/>
                    <a:pt x="0" y="5120"/>
                    <a:pt x="0" y="11419"/>
                  </a:cubicBezTo>
                  <a:cubicBezTo>
                    <a:pt x="0" y="17705"/>
                    <a:pt x="5120" y="22825"/>
                    <a:pt x="11418" y="22825"/>
                  </a:cubicBezTo>
                  <a:cubicBezTo>
                    <a:pt x="17717" y="22825"/>
                    <a:pt x="22836" y="17705"/>
                    <a:pt x="22836" y="11419"/>
                  </a:cubicBezTo>
                  <a:cubicBezTo>
                    <a:pt x="22836" y="5120"/>
                    <a:pt x="17717" y="1"/>
                    <a:pt x="11418" y="1"/>
                  </a:cubicBezTo>
                  <a:close/>
                </a:path>
              </a:pathLst>
            </a:custGeom>
            <a:solidFill>
              <a:srgbClr val="32BBCA"/>
            </a:solidFill>
            <a:ln cap="flat" cmpd="sng" w="9525">
              <a:solidFill>
                <a:srgbClr val="32BBC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616" name="Google Shape;616;p64"/>
            <p:cNvSpPr/>
            <p:nvPr/>
          </p:nvSpPr>
          <p:spPr>
            <a:xfrm>
              <a:off x="2263375" y="2447750"/>
              <a:ext cx="570625" cy="570625"/>
            </a:xfrm>
            <a:custGeom>
              <a:rect b="b" l="l" r="r" t="t"/>
              <a:pathLst>
                <a:path extrusionOk="0" h="22825" w="22825">
                  <a:moveTo>
                    <a:pt x="11418" y="441"/>
                  </a:moveTo>
                  <a:cubicBezTo>
                    <a:pt x="17455" y="441"/>
                    <a:pt x="22384" y="5370"/>
                    <a:pt x="22384" y="11419"/>
                  </a:cubicBezTo>
                  <a:cubicBezTo>
                    <a:pt x="22384" y="17455"/>
                    <a:pt x="17455" y="22384"/>
                    <a:pt x="11418" y="22384"/>
                  </a:cubicBezTo>
                  <a:cubicBezTo>
                    <a:pt x="5370" y="22384"/>
                    <a:pt x="441" y="17455"/>
                    <a:pt x="441" y="11419"/>
                  </a:cubicBezTo>
                  <a:cubicBezTo>
                    <a:pt x="441" y="5370"/>
                    <a:pt x="5370" y="441"/>
                    <a:pt x="11418" y="441"/>
                  </a:cubicBezTo>
                  <a:close/>
                  <a:moveTo>
                    <a:pt x="11418" y="1"/>
                  </a:moveTo>
                  <a:cubicBezTo>
                    <a:pt x="5120" y="1"/>
                    <a:pt x="0" y="5120"/>
                    <a:pt x="0" y="11419"/>
                  </a:cubicBezTo>
                  <a:cubicBezTo>
                    <a:pt x="0" y="17705"/>
                    <a:pt x="5120" y="22825"/>
                    <a:pt x="11418" y="22825"/>
                  </a:cubicBezTo>
                  <a:cubicBezTo>
                    <a:pt x="17705" y="22825"/>
                    <a:pt x="22824" y="17705"/>
                    <a:pt x="22824" y="11419"/>
                  </a:cubicBezTo>
                  <a:cubicBezTo>
                    <a:pt x="22824" y="5120"/>
                    <a:pt x="17705" y="1"/>
                    <a:pt x="11418" y="1"/>
                  </a:cubicBezTo>
                  <a:close/>
                </a:path>
              </a:pathLst>
            </a:custGeom>
            <a:solidFill>
              <a:srgbClr val="32BBCA"/>
            </a:solidFill>
            <a:ln cap="flat" cmpd="sng" w="9525">
              <a:solidFill>
                <a:srgbClr val="32BBC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grpSp>
      <p:sp>
        <p:nvSpPr>
          <p:cNvPr id="617" name="Google Shape;617;p64"/>
          <p:cNvSpPr txBox="1"/>
          <p:nvPr/>
        </p:nvSpPr>
        <p:spPr>
          <a:xfrm>
            <a:off x="5834950" y="4148325"/>
            <a:ext cx="2588700" cy="5823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rgbClr val="000000"/>
                </a:solidFill>
                <a:latin typeface="Red Hat Display"/>
                <a:ea typeface="Red Hat Display"/>
                <a:cs typeface="Red Hat Display"/>
                <a:sym typeface="Red Hat Display"/>
              </a:rPr>
              <a:t>Please keep this slide for attribution.</a:t>
            </a:r>
            <a:endParaRPr sz="1200">
              <a:solidFill>
                <a:srgbClr val="000000"/>
              </a:solidFill>
              <a:latin typeface="Red Hat Display"/>
              <a:ea typeface="Red Hat Display"/>
              <a:cs typeface="Red Hat Display"/>
              <a:sym typeface="Red Hat Display"/>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 name="Shape 621"/>
        <p:cNvGrpSpPr/>
        <p:nvPr/>
      </p:nvGrpSpPr>
      <p:grpSpPr>
        <a:xfrm>
          <a:off x="0" y="0"/>
          <a:ext cx="0" cy="0"/>
          <a:chOff x="0" y="0"/>
          <a:chExt cx="0" cy="0"/>
        </a:xfrm>
      </p:grpSpPr>
      <p:sp>
        <p:nvSpPr>
          <p:cNvPr id="622" name="Google Shape;622;p65"/>
          <p:cNvSpPr txBox="1"/>
          <p:nvPr>
            <p:ph type="title"/>
          </p:nvPr>
        </p:nvSpPr>
        <p:spPr>
          <a:xfrm>
            <a:off x="720300" y="628525"/>
            <a:ext cx="7703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623" name="Google Shape;623;p65"/>
          <p:cNvSpPr txBox="1"/>
          <p:nvPr/>
        </p:nvSpPr>
        <p:spPr>
          <a:xfrm>
            <a:off x="721200" y="1304875"/>
            <a:ext cx="7700700" cy="445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800"/>
              </a:spcAft>
              <a:buNone/>
            </a:pPr>
            <a:r>
              <a:rPr lang="en">
                <a:solidFill>
                  <a:srgbClr val="000000"/>
                </a:solidFill>
                <a:latin typeface="Red Hat Display"/>
                <a:ea typeface="Red Hat Display"/>
                <a:cs typeface="Red Hat Display"/>
                <a:sym typeface="Red Hat Display"/>
              </a:rPr>
              <a:t>Here’s an assortment of alternative </a:t>
            </a:r>
            <a:r>
              <a:rPr lang="en">
                <a:latin typeface="Red Hat Display"/>
                <a:ea typeface="Red Hat Display"/>
                <a:cs typeface="Red Hat Display"/>
                <a:sym typeface="Red Hat Display"/>
              </a:rPr>
              <a:t>resources</a:t>
            </a:r>
            <a:r>
              <a:rPr lang="en">
                <a:solidFill>
                  <a:srgbClr val="000000"/>
                </a:solidFill>
                <a:latin typeface="Red Hat Display"/>
                <a:ea typeface="Red Hat Display"/>
                <a:cs typeface="Red Hat Display"/>
                <a:sym typeface="Red Hat Display"/>
              </a:rPr>
              <a:t> within the same style </a:t>
            </a:r>
            <a:r>
              <a:rPr lang="en">
                <a:latin typeface="Red Hat Display"/>
                <a:ea typeface="Red Hat Display"/>
                <a:cs typeface="Red Hat Display"/>
                <a:sym typeface="Red Hat Display"/>
              </a:rPr>
              <a:t>of </a:t>
            </a:r>
            <a:r>
              <a:rPr lang="en">
                <a:solidFill>
                  <a:srgbClr val="000000"/>
                </a:solidFill>
                <a:latin typeface="Red Hat Display"/>
                <a:ea typeface="Red Hat Display"/>
                <a:cs typeface="Red Hat Display"/>
                <a:sym typeface="Red Hat Display"/>
              </a:rPr>
              <a:t>this template</a:t>
            </a:r>
            <a:endParaRPr>
              <a:solidFill>
                <a:srgbClr val="000000"/>
              </a:solidFill>
              <a:latin typeface="Red Hat Display"/>
              <a:ea typeface="Red Hat Display"/>
              <a:cs typeface="Red Hat Display"/>
              <a:sym typeface="Red Hat Display"/>
            </a:endParaRPr>
          </a:p>
        </p:txBody>
      </p:sp>
      <p:sp>
        <p:nvSpPr>
          <p:cNvPr id="624" name="Google Shape;624;p65"/>
          <p:cNvSpPr txBox="1"/>
          <p:nvPr/>
        </p:nvSpPr>
        <p:spPr>
          <a:xfrm>
            <a:off x="721200" y="1680826"/>
            <a:ext cx="7717800" cy="137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000000"/>
                </a:solidFill>
                <a:latin typeface="Red Hat Display"/>
                <a:ea typeface="Red Hat Display"/>
                <a:cs typeface="Red Hat Display"/>
                <a:sym typeface="Red Hat Display"/>
              </a:rPr>
              <a:t>Vectors</a:t>
            </a:r>
            <a:endParaRPr b="1">
              <a:solidFill>
                <a:srgbClr val="000000"/>
              </a:solidFill>
              <a:latin typeface="Red Hat Display"/>
              <a:ea typeface="Red Hat Display"/>
              <a:cs typeface="Red Hat Display"/>
              <a:sym typeface="Red Hat Display"/>
            </a:endParaRPr>
          </a:p>
          <a:p>
            <a:pPr indent="-304800" lvl="0" marL="457200" rtl="0" algn="l">
              <a:spcBef>
                <a:spcPts val="1200"/>
              </a:spcBef>
              <a:spcAft>
                <a:spcPts val="0"/>
              </a:spcAft>
              <a:buClr>
                <a:srgbClr val="000000"/>
              </a:buClr>
              <a:buSzPts val="1200"/>
              <a:buFont typeface="Red Hat Display"/>
              <a:buChar char="●"/>
            </a:pPr>
            <a:r>
              <a:rPr lang="en">
                <a:solidFill>
                  <a:srgbClr val="000000"/>
                </a:solidFill>
                <a:uFill>
                  <a:noFill/>
                </a:uFill>
                <a:latin typeface="Red Hat Display"/>
                <a:ea typeface="Red Hat Display"/>
                <a:cs typeface="Red Hat Display"/>
                <a:sym typeface="Red Hat Display"/>
                <a:hlinkClick r:id="rId3">
                  <a:extLst>
                    <a:ext uri="{A12FA001-AC4F-418D-AE19-62706E023703}">
                      <ahyp:hlinkClr val="tx"/>
                    </a:ext>
                  </a:extLst>
                </a:hlinkClick>
              </a:rPr>
              <a:t>Watercolor stain collection</a:t>
            </a:r>
            <a:endParaRPr>
              <a:solidFill>
                <a:srgbClr val="000000"/>
              </a:solidFill>
              <a:latin typeface="Red Hat Display"/>
              <a:ea typeface="Red Hat Display"/>
              <a:cs typeface="Red Hat Display"/>
              <a:sym typeface="Red Hat Display"/>
            </a:endParaRPr>
          </a:p>
          <a:p>
            <a:pPr indent="-304800" lvl="0" marL="457200" rtl="0" algn="l">
              <a:spcBef>
                <a:spcPts val="300"/>
              </a:spcBef>
              <a:spcAft>
                <a:spcPts val="0"/>
              </a:spcAft>
              <a:buClr>
                <a:srgbClr val="000000"/>
              </a:buClr>
              <a:buSzPts val="1200"/>
              <a:buFont typeface="Red Hat Display"/>
              <a:buChar char="●"/>
            </a:pPr>
            <a:r>
              <a:rPr lang="en">
                <a:solidFill>
                  <a:srgbClr val="000000"/>
                </a:solidFill>
                <a:uFill>
                  <a:noFill/>
                </a:uFill>
                <a:latin typeface="Red Hat Display"/>
                <a:ea typeface="Red Hat Display"/>
                <a:cs typeface="Red Hat Display"/>
                <a:sym typeface="Red Hat Display"/>
                <a:hlinkClick r:id="rId4">
                  <a:extLst>
                    <a:ext uri="{A12FA001-AC4F-418D-AE19-62706E023703}">
                      <ahyp:hlinkClr val="tx"/>
                    </a:ext>
                  </a:extLst>
                </a:hlinkClick>
              </a:rPr>
              <a:t>Blue watercolor stains collection</a:t>
            </a:r>
            <a:endParaRPr>
              <a:solidFill>
                <a:srgbClr val="000000"/>
              </a:solidFill>
              <a:latin typeface="Red Hat Display"/>
              <a:ea typeface="Red Hat Display"/>
              <a:cs typeface="Red Hat Display"/>
              <a:sym typeface="Red Hat Display"/>
            </a:endParaRPr>
          </a:p>
          <a:p>
            <a:pPr indent="-304800" lvl="0" marL="457200" rtl="0" algn="l">
              <a:spcBef>
                <a:spcPts val="300"/>
              </a:spcBef>
              <a:spcAft>
                <a:spcPts val="0"/>
              </a:spcAft>
              <a:buClr>
                <a:srgbClr val="000000"/>
              </a:buClr>
              <a:buSzPts val="1200"/>
              <a:buFont typeface="Red Hat Display"/>
              <a:buChar char="●"/>
            </a:pPr>
            <a:r>
              <a:rPr lang="en">
                <a:solidFill>
                  <a:srgbClr val="000000"/>
                </a:solidFill>
                <a:uFill>
                  <a:noFill/>
                </a:uFill>
                <a:latin typeface="Red Hat Display"/>
                <a:ea typeface="Red Hat Display"/>
                <a:cs typeface="Red Hat Display"/>
                <a:sym typeface="Red Hat Display"/>
                <a:hlinkClick r:id="rId5">
                  <a:extLst>
                    <a:ext uri="{A12FA001-AC4F-418D-AE19-62706E023703}">
                      <ahyp:hlinkClr val="tx"/>
                    </a:ext>
                  </a:extLst>
                </a:hlinkClick>
              </a:rPr>
              <a:t>Watercolour copy space background gradient blue</a:t>
            </a:r>
            <a:endParaRPr>
              <a:solidFill>
                <a:srgbClr val="000000"/>
              </a:solidFill>
              <a:latin typeface="Red Hat Display"/>
              <a:ea typeface="Red Hat Display"/>
              <a:cs typeface="Red Hat Display"/>
              <a:sym typeface="Red Hat Display"/>
            </a:endParaRPr>
          </a:p>
        </p:txBody>
      </p:sp>
      <p:sp>
        <p:nvSpPr>
          <p:cNvPr id="625" name="Google Shape;625;p65"/>
          <p:cNvSpPr txBox="1"/>
          <p:nvPr/>
        </p:nvSpPr>
        <p:spPr>
          <a:xfrm>
            <a:off x="721200" y="2911700"/>
            <a:ext cx="7717800" cy="1576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000000"/>
                </a:solidFill>
                <a:latin typeface="Red Hat Display"/>
                <a:ea typeface="Red Hat Display"/>
                <a:cs typeface="Red Hat Display"/>
                <a:sym typeface="Red Hat Display"/>
              </a:rPr>
              <a:t>Photos</a:t>
            </a:r>
            <a:endParaRPr b="1">
              <a:solidFill>
                <a:srgbClr val="000000"/>
              </a:solidFill>
              <a:latin typeface="Red Hat Display"/>
              <a:ea typeface="Red Hat Display"/>
              <a:cs typeface="Red Hat Display"/>
              <a:sym typeface="Red Hat Display"/>
            </a:endParaRPr>
          </a:p>
          <a:p>
            <a:pPr indent="-304800" lvl="0" marL="457200" rtl="0" algn="l">
              <a:spcBef>
                <a:spcPts val="1200"/>
              </a:spcBef>
              <a:spcAft>
                <a:spcPts val="0"/>
              </a:spcAft>
              <a:buClr>
                <a:srgbClr val="000000"/>
              </a:buClr>
              <a:buSzPts val="1200"/>
              <a:buFont typeface="Red Hat Display"/>
              <a:buChar char="●"/>
            </a:pPr>
            <a:r>
              <a:rPr lang="en">
                <a:solidFill>
                  <a:srgbClr val="000000"/>
                </a:solidFill>
                <a:uFill>
                  <a:noFill/>
                </a:uFill>
                <a:latin typeface="Red Hat Display"/>
                <a:ea typeface="Red Hat Display"/>
                <a:cs typeface="Red Hat Display"/>
                <a:sym typeface="Red Hat Display"/>
                <a:hlinkClick r:id="rId6">
                  <a:extLst>
                    <a:ext uri="{A12FA001-AC4F-418D-AE19-62706E023703}">
                      <ahyp:hlinkClr val="tx"/>
                    </a:ext>
                  </a:extLst>
                </a:hlinkClick>
              </a:rPr>
              <a:t>Woman on desk with supplies</a:t>
            </a:r>
            <a:endParaRPr>
              <a:solidFill>
                <a:srgbClr val="000000"/>
              </a:solidFill>
              <a:latin typeface="Red Hat Display"/>
              <a:ea typeface="Red Hat Display"/>
              <a:cs typeface="Red Hat Display"/>
              <a:sym typeface="Red Hat Display"/>
            </a:endParaRPr>
          </a:p>
          <a:p>
            <a:pPr indent="-304800" lvl="0" marL="457200" rtl="0" algn="l">
              <a:spcBef>
                <a:spcPts val="300"/>
              </a:spcBef>
              <a:spcAft>
                <a:spcPts val="0"/>
              </a:spcAft>
              <a:buClr>
                <a:srgbClr val="000000"/>
              </a:buClr>
              <a:buSzPts val="1200"/>
              <a:buFont typeface="Red Hat Display"/>
              <a:buChar char="●"/>
            </a:pPr>
            <a:r>
              <a:rPr lang="en">
                <a:solidFill>
                  <a:srgbClr val="000000"/>
                </a:solidFill>
                <a:uFill>
                  <a:noFill/>
                </a:uFill>
                <a:latin typeface="Red Hat Display"/>
                <a:ea typeface="Red Hat Display"/>
                <a:cs typeface="Red Hat Display"/>
                <a:sym typeface="Red Hat Display"/>
                <a:hlinkClick r:id="rId7">
                  <a:extLst>
                    <a:ext uri="{A12FA001-AC4F-418D-AE19-62706E023703}">
                      <ahyp:hlinkClr val="tx"/>
                    </a:ext>
                  </a:extLst>
                </a:hlinkClick>
              </a:rPr>
              <a:t>Side view of artist working at desk</a:t>
            </a:r>
            <a:endParaRPr>
              <a:solidFill>
                <a:srgbClr val="000000"/>
              </a:solidFill>
              <a:latin typeface="Red Hat Display"/>
              <a:ea typeface="Red Hat Display"/>
              <a:cs typeface="Red Hat Display"/>
              <a:sym typeface="Red Hat Display"/>
            </a:endParaRPr>
          </a:p>
          <a:p>
            <a:pPr indent="-304800" lvl="0" marL="457200" rtl="0" algn="l">
              <a:spcBef>
                <a:spcPts val="300"/>
              </a:spcBef>
              <a:spcAft>
                <a:spcPts val="0"/>
              </a:spcAft>
              <a:buClr>
                <a:srgbClr val="000000"/>
              </a:buClr>
              <a:buSzPts val="1200"/>
              <a:buFont typeface="Red Hat Display"/>
              <a:buChar char="●"/>
            </a:pPr>
            <a:r>
              <a:rPr lang="en">
                <a:solidFill>
                  <a:srgbClr val="000000"/>
                </a:solidFill>
                <a:uFill>
                  <a:noFill/>
                </a:uFill>
                <a:latin typeface="Red Hat Display"/>
                <a:ea typeface="Red Hat Display"/>
                <a:cs typeface="Red Hat Display"/>
                <a:sym typeface="Red Hat Display"/>
                <a:hlinkClick r:id="rId8">
                  <a:extLst>
                    <a:ext uri="{A12FA001-AC4F-418D-AE19-62706E023703}">
                      <ahyp:hlinkClr val="tx"/>
                    </a:ext>
                  </a:extLst>
                </a:hlinkClick>
              </a:rPr>
              <a:t>Young artist hand painting in the nature</a:t>
            </a:r>
            <a:endParaRPr>
              <a:solidFill>
                <a:srgbClr val="000000"/>
              </a:solidFill>
              <a:latin typeface="Red Hat Display"/>
              <a:ea typeface="Red Hat Display"/>
              <a:cs typeface="Red Hat Display"/>
              <a:sym typeface="Red Hat Display"/>
            </a:endParaRPr>
          </a:p>
          <a:p>
            <a:pPr indent="-304800" lvl="0" marL="457200" rtl="0" algn="l">
              <a:spcBef>
                <a:spcPts val="300"/>
              </a:spcBef>
              <a:spcAft>
                <a:spcPts val="0"/>
              </a:spcAft>
              <a:buClr>
                <a:srgbClr val="000000"/>
              </a:buClr>
              <a:buSzPts val="1200"/>
              <a:buFont typeface="Red Hat Display"/>
              <a:buChar char="●"/>
            </a:pPr>
            <a:r>
              <a:rPr lang="en">
                <a:solidFill>
                  <a:srgbClr val="000000"/>
                </a:solidFill>
                <a:uFill>
                  <a:noFill/>
                </a:uFill>
                <a:latin typeface="Red Hat Display"/>
                <a:ea typeface="Red Hat Display"/>
                <a:cs typeface="Red Hat Display"/>
                <a:sym typeface="Red Hat Display"/>
                <a:hlinkClick r:id="rId9">
                  <a:extLst>
                    <a:ext uri="{A12FA001-AC4F-418D-AE19-62706E023703}">
                      <ahyp:hlinkClr val="tx"/>
                    </a:ext>
                  </a:extLst>
                </a:hlinkClick>
              </a:rPr>
              <a:t>Artist working on painting in apron</a:t>
            </a:r>
            <a:endParaRPr>
              <a:solidFill>
                <a:srgbClr val="000000"/>
              </a:solidFill>
              <a:latin typeface="Red Hat Display"/>
              <a:ea typeface="Red Hat Display"/>
              <a:cs typeface="Red Hat Display"/>
              <a:sym typeface="Red Hat Display"/>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9" name="Shape 629"/>
        <p:cNvGrpSpPr/>
        <p:nvPr/>
      </p:nvGrpSpPr>
      <p:grpSpPr>
        <a:xfrm>
          <a:off x="0" y="0"/>
          <a:ext cx="0" cy="0"/>
          <a:chOff x="0" y="0"/>
          <a:chExt cx="0" cy="0"/>
        </a:xfrm>
      </p:grpSpPr>
      <p:sp>
        <p:nvSpPr>
          <p:cNvPr id="630" name="Google Shape;630;p66"/>
          <p:cNvSpPr txBox="1"/>
          <p:nvPr>
            <p:ph type="title"/>
          </p:nvPr>
        </p:nvSpPr>
        <p:spPr>
          <a:xfrm>
            <a:off x="720300" y="628525"/>
            <a:ext cx="7703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631" name="Google Shape;631;p66"/>
          <p:cNvSpPr txBox="1"/>
          <p:nvPr/>
        </p:nvSpPr>
        <p:spPr>
          <a:xfrm>
            <a:off x="713100" y="1304875"/>
            <a:ext cx="7717800" cy="37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800"/>
              </a:spcAft>
              <a:buNone/>
            </a:pPr>
            <a:r>
              <a:rPr lang="en">
                <a:solidFill>
                  <a:srgbClr val="000000"/>
                </a:solidFill>
                <a:latin typeface="Red Hat Display"/>
                <a:ea typeface="Red Hat Display"/>
                <a:cs typeface="Red Hat Display"/>
                <a:sym typeface="Red Hat Display"/>
              </a:rPr>
              <a:t>Did you like the resources on this template? Get them for free at our other websites.</a:t>
            </a:r>
            <a:endParaRPr>
              <a:solidFill>
                <a:srgbClr val="000000"/>
              </a:solidFill>
              <a:latin typeface="Red Hat Display"/>
              <a:ea typeface="Red Hat Display"/>
              <a:cs typeface="Red Hat Display"/>
              <a:sym typeface="Red Hat Display"/>
            </a:endParaRPr>
          </a:p>
        </p:txBody>
      </p:sp>
      <p:sp>
        <p:nvSpPr>
          <p:cNvPr id="632" name="Google Shape;632;p66"/>
          <p:cNvSpPr txBox="1"/>
          <p:nvPr/>
        </p:nvSpPr>
        <p:spPr>
          <a:xfrm>
            <a:off x="721200" y="1677259"/>
            <a:ext cx="7709700" cy="923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000000"/>
                </a:solidFill>
                <a:latin typeface="Red Hat Display"/>
                <a:ea typeface="Red Hat Display"/>
                <a:cs typeface="Red Hat Display"/>
                <a:sym typeface="Red Hat Display"/>
              </a:rPr>
              <a:t>Vectors</a:t>
            </a:r>
            <a:endParaRPr b="1">
              <a:solidFill>
                <a:srgbClr val="000000"/>
              </a:solidFill>
              <a:latin typeface="Red Hat Display"/>
              <a:ea typeface="Red Hat Display"/>
              <a:cs typeface="Red Hat Display"/>
              <a:sym typeface="Red Hat Display"/>
            </a:endParaRPr>
          </a:p>
          <a:p>
            <a:pPr indent="-317500" lvl="0" marL="457200" rtl="0" algn="l">
              <a:spcBef>
                <a:spcPts val="1200"/>
              </a:spcBef>
              <a:spcAft>
                <a:spcPts val="0"/>
              </a:spcAft>
              <a:buClr>
                <a:srgbClr val="000000"/>
              </a:buClr>
              <a:buSzPts val="1400"/>
              <a:buFont typeface="Red Hat Display"/>
              <a:buChar char="●"/>
            </a:pPr>
            <a:r>
              <a:rPr lang="en">
                <a:solidFill>
                  <a:srgbClr val="000000"/>
                </a:solidFill>
                <a:uFill>
                  <a:noFill/>
                </a:uFill>
                <a:latin typeface="Red Hat Display"/>
                <a:ea typeface="Red Hat Display"/>
                <a:cs typeface="Red Hat Display"/>
                <a:sym typeface="Red Hat Display"/>
                <a:hlinkClick r:id="rId3">
                  <a:extLst>
                    <a:ext uri="{A12FA001-AC4F-418D-AE19-62706E023703}">
                      <ahyp:hlinkClr val="tx"/>
                    </a:ext>
                  </a:extLst>
                </a:hlinkClick>
              </a:rPr>
              <a:t>Realistic watercolor trace collection</a:t>
            </a:r>
            <a:endParaRPr>
              <a:solidFill>
                <a:srgbClr val="000000"/>
              </a:solidFill>
              <a:latin typeface="Red Hat Display"/>
              <a:ea typeface="Red Hat Display"/>
              <a:cs typeface="Red Hat Display"/>
              <a:sym typeface="Red Hat Display"/>
            </a:endParaRPr>
          </a:p>
        </p:txBody>
      </p:sp>
      <p:sp>
        <p:nvSpPr>
          <p:cNvPr id="633" name="Google Shape;633;p66"/>
          <p:cNvSpPr txBox="1"/>
          <p:nvPr/>
        </p:nvSpPr>
        <p:spPr>
          <a:xfrm>
            <a:off x="721200" y="2409122"/>
            <a:ext cx="7709700" cy="172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000000"/>
                </a:solidFill>
                <a:latin typeface="Red Hat Display"/>
                <a:ea typeface="Red Hat Display"/>
                <a:cs typeface="Red Hat Display"/>
                <a:sym typeface="Red Hat Display"/>
              </a:rPr>
              <a:t>Photos</a:t>
            </a:r>
            <a:endParaRPr b="1">
              <a:solidFill>
                <a:srgbClr val="000000"/>
              </a:solidFill>
              <a:latin typeface="Red Hat Display"/>
              <a:ea typeface="Red Hat Display"/>
              <a:cs typeface="Red Hat Display"/>
              <a:sym typeface="Red Hat Display"/>
            </a:endParaRPr>
          </a:p>
          <a:p>
            <a:pPr indent="-317500" lvl="0" marL="457200" rtl="0" algn="l">
              <a:spcBef>
                <a:spcPts val="1200"/>
              </a:spcBef>
              <a:spcAft>
                <a:spcPts val="0"/>
              </a:spcAft>
              <a:buClr>
                <a:srgbClr val="000000"/>
              </a:buClr>
              <a:buSzPts val="1400"/>
              <a:buFont typeface="Red Hat Display"/>
              <a:buChar char="●"/>
            </a:pPr>
            <a:r>
              <a:rPr lang="en">
                <a:solidFill>
                  <a:srgbClr val="000000"/>
                </a:solidFill>
                <a:uFill>
                  <a:noFill/>
                </a:uFill>
                <a:latin typeface="Red Hat Display"/>
                <a:ea typeface="Red Hat Display"/>
                <a:cs typeface="Red Hat Display"/>
                <a:sym typeface="Red Hat Display"/>
                <a:hlinkClick r:id="rId4">
                  <a:extLst>
                    <a:ext uri="{A12FA001-AC4F-418D-AE19-62706E023703}">
                      <ahyp:hlinkClr val="tx"/>
                    </a:ext>
                  </a:extLst>
                </a:hlinkClick>
              </a:rPr>
              <a:t>Medium shot of creative woman painting</a:t>
            </a:r>
            <a:endParaRPr>
              <a:solidFill>
                <a:srgbClr val="000000"/>
              </a:solidFill>
              <a:latin typeface="Red Hat Display"/>
              <a:ea typeface="Red Hat Display"/>
              <a:cs typeface="Red Hat Display"/>
              <a:sym typeface="Red Hat Display"/>
            </a:endParaRPr>
          </a:p>
          <a:p>
            <a:pPr indent="-304800" lvl="0" marL="457200" rtl="0" algn="l">
              <a:spcBef>
                <a:spcPts val="300"/>
              </a:spcBef>
              <a:spcAft>
                <a:spcPts val="0"/>
              </a:spcAft>
              <a:buClr>
                <a:srgbClr val="000000"/>
              </a:buClr>
              <a:buSzPts val="1200"/>
              <a:buFont typeface="Red Hat Display"/>
              <a:buChar char="●"/>
            </a:pPr>
            <a:r>
              <a:rPr lang="en">
                <a:solidFill>
                  <a:srgbClr val="000000"/>
                </a:solidFill>
                <a:uFill>
                  <a:noFill/>
                </a:uFill>
                <a:latin typeface="Red Hat Display"/>
                <a:ea typeface="Red Hat Display"/>
                <a:cs typeface="Red Hat Display"/>
                <a:sym typeface="Red Hat Display"/>
                <a:hlinkClick r:id="rId5">
                  <a:extLst>
                    <a:ext uri="{A12FA001-AC4F-418D-AE19-62706E023703}">
                      <ahyp:hlinkClr val="tx"/>
                    </a:ext>
                  </a:extLst>
                </a:hlinkClick>
              </a:rPr>
              <a:t>Female artist painting in apron</a:t>
            </a:r>
            <a:endParaRPr>
              <a:solidFill>
                <a:srgbClr val="000000"/>
              </a:solidFill>
              <a:latin typeface="Red Hat Display"/>
              <a:ea typeface="Red Hat Display"/>
              <a:cs typeface="Red Hat Display"/>
              <a:sym typeface="Red Hat Display"/>
            </a:endParaRPr>
          </a:p>
          <a:p>
            <a:pPr indent="-304800" lvl="0" marL="457200" rtl="0" algn="l">
              <a:spcBef>
                <a:spcPts val="300"/>
              </a:spcBef>
              <a:spcAft>
                <a:spcPts val="0"/>
              </a:spcAft>
              <a:buClr>
                <a:srgbClr val="000000"/>
              </a:buClr>
              <a:buSzPts val="1200"/>
              <a:buFont typeface="Red Hat Display"/>
              <a:buChar char="●"/>
            </a:pPr>
            <a:r>
              <a:rPr lang="en">
                <a:solidFill>
                  <a:srgbClr val="000000"/>
                </a:solidFill>
                <a:uFill>
                  <a:noFill/>
                </a:uFill>
                <a:latin typeface="Red Hat Display"/>
                <a:ea typeface="Red Hat Display"/>
                <a:cs typeface="Red Hat Display"/>
                <a:sym typeface="Red Hat Display"/>
                <a:hlinkClick r:id="rId6">
                  <a:extLst>
                    <a:ext uri="{A12FA001-AC4F-418D-AE19-62706E023703}">
                      <ahyp:hlinkClr val="tx"/>
                    </a:ext>
                  </a:extLst>
                </a:hlinkClick>
              </a:rPr>
              <a:t>Woman painting outdoors</a:t>
            </a:r>
            <a:endParaRPr>
              <a:solidFill>
                <a:srgbClr val="000000"/>
              </a:solidFill>
              <a:latin typeface="Red Hat Display"/>
              <a:ea typeface="Red Hat Display"/>
              <a:cs typeface="Red Hat Display"/>
              <a:sym typeface="Red Hat Display"/>
            </a:endParaRPr>
          </a:p>
          <a:p>
            <a:pPr indent="-304800" lvl="0" marL="457200" rtl="0" algn="l">
              <a:spcBef>
                <a:spcPts val="300"/>
              </a:spcBef>
              <a:spcAft>
                <a:spcPts val="0"/>
              </a:spcAft>
              <a:buClr>
                <a:srgbClr val="000000"/>
              </a:buClr>
              <a:buSzPts val="1200"/>
              <a:buFont typeface="Red Hat Display"/>
              <a:buChar char="●"/>
            </a:pPr>
            <a:r>
              <a:rPr lang="en">
                <a:solidFill>
                  <a:srgbClr val="000000"/>
                </a:solidFill>
                <a:uFill>
                  <a:noFill/>
                </a:uFill>
                <a:latin typeface="Red Hat Display"/>
                <a:ea typeface="Red Hat Display"/>
                <a:cs typeface="Red Hat Display"/>
                <a:sym typeface="Red Hat Display"/>
                <a:hlinkClick r:id="rId7">
                  <a:extLst>
                    <a:ext uri="{A12FA001-AC4F-418D-AE19-62706E023703}">
                      <ahyp:hlinkClr val="tx"/>
                    </a:ext>
                  </a:extLst>
                </a:hlinkClick>
              </a:rPr>
              <a:t>Portrait of young woman holding a pencil</a:t>
            </a:r>
            <a:endParaRPr>
              <a:solidFill>
                <a:srgbClr val="000000"/>
              </a:solidFill>
              <a:latin typeface="Red Hat Display"/>
              <a:ea typeface="Red Hat Display"/>
              <a:cs typeface="Red Hat Display"/>
              <a:sym typeface="Red Hat Display"/>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7" name="Shape 637"/>
        <p:cNvGrpSpPr/>
        <p:nvPr/>
      </p:nvGrpSpPr>
      <p:grpSpPr>
        <a:xfrm>
          <a:off x="0" y="0"/>
          <a:ext cx="0" cy="0"/>
          <a:chOff x="0" y="0"/>
          <a:chExt cx="0" cy="0"/>
        </a:xfrm>
      </p:grpSpPr>
      <p:sp>
        <p:nvSpPr>
          <p:cNvPr id="638" name="Google Shape;638;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639" name="Google Shape;639;p67"/>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640" name="Google Shape;640;p67"/>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44" name="Shape 644"/>
        <p:cNvGrpSpPr/>
        <p:nvPr/>
      </p:nvGrpSpPr>
      <p:grpSpPr>
        <a:xfrm>
          <a:off x="0" y="0"/>
          <a:ext cx="0" cy="0"/>
          <a:chOff x="0" y="0"/>
          <a:chExt cx="0" cy="0"/>
        </a:xfrm>
      </p:grpSpPr>
      <p:sp>
        <p:nvSpPr>
          <p:cNvPr id="645" name="Google Shape;645;p68"/>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646" name="Google Shape;646;p68"/>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647" name="Google Shape;647;p68"/>
          <p:cNvSpPr txBox="1"/>
          <p:nvPr/>
        </p:nvSpPr>
        <p:spPr>
          <a:xfrm>
            <a:off x="1068100" y="1919049"/>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Red Hat Display</a:t>
            </a:r>
            <a:endParaRPr b="1" sz="1100">
              <a:solidFill>
                <a:srgbClr val="EFEFE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val="tx"/>
                    </a:ext>
                  </a:extLst>
                </a:hlinkClick>
              </a:rPr>
              <a:t>https://fonts.google.com/specimen/Red+Hat+Display</a:t>
            </a:r>
            <a:r>
              <a:rPr lang="en" sz="1100">
                <a:solidFill>
                  <a:srgbClr val="FFFFFF"/>
                </a:solidFill>
              </a:rPr>
              <a:t>)</a:t>
            </a:r>
            <a:endParaRPr sz="1100">
              <a:solidFill>
                <a:srgbClr val="FFFFFF"/>
              </a:solidFill>
            </a:endParaRPr>
          </a:p>
        </p:txBody>
      </p:sp>
      <p:grpSp>
        <p:nvGrpSpPr>
          <p:cNvPr id="648" name="Google Shape;648;p68"/>
          <p:cNvGrpSpPr/>
          <p:nvPr/>
        </p:nvGrpSpPr>
        <p:grpSpPr>
          <a:xfrm>
            <a:off x="2583563" y="3498875"/>
            <a:ext cx="3976875" cy="754200"/>
            <a:chOff x="2052655" y="3498875"/>
            <a:chExt cx="3976875" cy="754200"/>
          </a:xfrm>
        </p:grpSpPr>
        <p:sp>
          <p:nvSpPr>
            <p:cNvPr id="649" name="Google Shape;649;p68"/>
            <p:cNvSpPr/>
            <p:nvPr/>
          </p:nvSpPr>
          <p:spPr>
            <a:xfrm>
              <a:off x="3114480" y="3498875"/>
              <a:ext cx="791400" cy="754200"/>
            </a:xfrm>
            <a:prstGeom prst="roundRect">
              <a:avLst>
                <a:gd fmla="val 16667" name="adj"/>
              </a:avLst>
            </a:prstGeom>
            <a:solidFill>
              <a:srgbClr val="32BBC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68"/>
            <p:cNvSpPr/>
            <p:nvPr/>
          </p:nvSpPr>
          <p:spPr>
            <a:xfrm>
              <a:off x="4176300" y="3498875"/>
              <a:ext cx="791400" cy="754200"/>
            </a:xfrm>
            <a:prstGeom prst="roundRect">
              <a:avLst>
                <a:gd fmla="val 16667" name="adj"/>
              </a:avLst>
            </a:prstGeom>
            <a:solidFill>
              <a:srgbClr val="298DB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68"/>
            <p:cNvSpPr/>
            <p:nvPr/>
          </p:nvSpPr>
          <p:spPr>
            <a:xfrm>
              <a:off x="5238120" y="3498875"/>
              <a:ext cx="791400" cy="754200"/>
            </a:xfrm>
            <a:prstGeom prst="roundRect">
              <a:avLst>
                <a:gd fmla="val 16667" name="adj"/>
              </a:avLst>
            </a:prstGeom>
            <a:solidFill>
              <a:schemeClr val="dk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68"/>
            <p:cNvSpPr/>
            <p:nvPr/>
          </p:nvSpPr>
          <p:spPr>
            <a:xfrm>
              <a:off x="2052655" y="3498875"/>
              <a:ext cx="791400" cy="754200"/>
            </a:xfrm>
            <a:prstGeom prst="roundRect">
              <a:avLst>
                <a:gd fmla="val 16667" name="adj"/>
              </a:avLst>
            </a:prstGeom>
            <a:solidFill>
              <a:srgbClr val="6EE1E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68"/>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#32bbca</a:t>
              </a:r>
              <a:endParaRPr sz="1000">
                <a:solidFill>
                  <a:srgbClr val="FFFFFF"/>
                </a:solidFill>
              </a:endParaRPr>
            </a:p>
          </p:txBody>
        </p:sp>
        <p:sp>
          <p:nvSpPr>
            <p:cNvPr id="654" name="Google Shape;654;p68"/>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#298dbf</a:t>
              </a:r>
              <a:endParaRPr sz="1000">
                <a:solidFill>
                  <a:srgbClr val="FFFFFF"/>
                </a:solidFill>
              </a:endParaRPr>
            </a:p>
          </p:txBody>
        </p:sp>
        <p:sp>
          <p:nvSpPr>
            <p:cNvPr id="655" name="Google Shape;655;p68"/>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656" name="Google Shape;656;p68"/>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#6ee1eb</a:t>
              </a:r>
              <a:endParaRPr sz="1000">
                <a:solidFill>
                  <a:srgbClr val="FFFFFF"/>
                </a:solidFil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0" name="Shape 660"/>
        <p:cNvGrpSpPr/>
        <p:nvPr/>
      </p:nvGrpSpPr>
      <p:grpSpPr>
        <a:xfrm>
          <a:off x="0" y="0"/>
          <a:ext cx="0" cy="0"/>
          <a:chOff x="0" y="0"/>
          <a:chExt cx="0" cy="0"/>
        </a:xfrm>
      </p:grpSpPr>
      <p:pic>
        <p:nvPicPr>
          <p:cNvPr id="661" name="Google Shape;661;p69"/>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662" name="Google Shape;662;p69"/>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663" name="Google Shape;663;p69"/>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How it Works.</a:t>
            </a:r>
            <a:endParaRPr>
              <a:solidFill>
                <a:srgbClr val="869FB2"/>
              </a:solidFill>
              <a:latin typeface="Arial"/>
              <a:ea typeface="Arial"/>
              <a:cs typeface="Arial"/>
              <a:sym typeface="Arial"/>
            </a:endParaRPr>
          </a:p>
        </p:txBody>
      </p:sp>
      <p:sp>
        <p:nvSpPr>
          <p:cNvPr id="664" name="Google Shape;664;p69"/>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665" name="Google Shape;665;p69"/>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666" name="Google Shape;666;p69"/>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667" name="Google Shape;667;p69"/>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668" name="Google Shape;668;p69"/>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669" name="Google Shape;669;p69"/>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670" name="Google Shape;670;p69"/>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4" name="Shape 674"/>
        <p:cNvGrpSpPr/>
        <p:nvPr/>
      </p:nvGrpSpPr>
      <p:grpSpPr>
        <a:xfrm>
          <a:off x="0" y="0"/>
          <a:ext cx="0" cy="0"/>
          <a:chOff x="0" y="0"/>
          <a:chExt cx="0" cy="0"/>
        </a:xfrm>
      </p:grpSpPr>
      <p:sp>
        <p:nvSpPr>
          <p:cNvPr id="675" name="Google Shape;675;p70"/>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676" name="Google Shape;676;p70"/>
          <p:cNvGrpSpPr/>
          <p:nvPr/>
        </p:nvGrpSpPr>
        <p:grpSpPr>
          <a:xfrm>
            <a:off x="5156078" y="3085736"/>
            <a:ext cx="474294" cy="551291"/>
            <a:chOff x="4727025" y="1332775"/>
            <a:chExt cx="59900" cy="69625"/>
          </a:xfrm>
        </p:grpSpPr>
        <p:sp>
          <p:nvSpPr>
            <p:cNvPr id="677" name="Google Shape;677;p7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7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 name="Google Shape;679;p70"/>
          <p:cNvGrpSpPr/>
          <p:nvPr/>
        </p:nvGrpSpPr>
        <p:grpSpPr>
          <a:xfrm>
            <a:off x="5769734" y="2314340"/>
            <a:ext cx="555653" cy="557031"/>
            <a:chOff x="4820425" y="1329900"/>
            <a:chExt cx="70175" cy="70350"/>
          </a:xfrm>
        </p:grpSpPr>
        <p:sp>
          <p:nvSpPr>
            <p:cNvPr id="680" name="Google Shape;680;p7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7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7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7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 name="Google Shape;684;p70"/>
          <p:cNvGrpSpPr/>
          <p:nvPr/>
        </p:nvGrpSpPr>
        <p:grpSpPr>
          <a:xfrm>
            <a:off x="6396103" y="2318845"/>
            <a:ext cx="582574" cy="533871"/>
            <a:chOff x="4903200" y="1331525"/>
            <a:chExt cx="73575" cy="67425"/>
          </a:xfrm>
        </p:grpSpPr>
        <p:sp>
          <p:nvSpPr>
            <p:cNvPr id="685" name="Google Shape;685;p7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7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 name="Google Shape;687;p70"/>
          <p:cNvGrpSpPr/>
          <p:nvPr/>
        </p:nvGrpSpPr>
        <p:grpSpPr>
          <a:xfrm>
            <a:off x="5755581" y="3078709"/>
            <a:ext cx="583960" cy="565345"/>
            <a:chOff x="4815575" y="1416800"/>
            <a:chExt cx="73750" cy="71400"/>
          </a:xfrm>
        </p:grpSpPr>
        <p:sp>
          <p:nvSpPr>
            <p:cNvPr id="688" name="Google Shape;688;p7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7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7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 name="Google Shape;691;p70"/>
          <p:cNvGrpSpPr/>
          <p:nvPr/>
        </p:nvGrpSpPr>
        <p:grpSpPr>
          <a:xfrm>
            <a:off x="6390362" y="3108896"/>
            <a:ext cx="589898" cy="504970"/>
            <a:chOff x="4902475" y="1418875"/>
            <a:chExt cx="74500" cy="63775"/>
          </a:xfrm>
        </p:grpSpPr>
        <p:sp>
          <p:nvSpPr>
            <p:cNvPr id="692" name="Google Shape;692;p7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7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 name="Google Shape;694;p70"/>
          <p:cNvGrpSpPr/>
          <p:nvPr/>
        </p:nvGrpSpPr>
        <p:grpSpPr>
          <a:xfrm>
            <a:off x="5765577" y="3826000"/>
            <a:ext cx="563967" cy="567127"/>
            <a:chOff x="4818100" y="1507675"/>
            <a:chExt cx="71225" cy="71625"/>
          </a:xfrm>
        </p:grpSpPr>
        <p:sp>
          <p:nvSpPr>
            <p:cNvPr id="695" name="Google Shape;695;p7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7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7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7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70"/>
          <p:cNvGrpSpPr/>
          <p:nvPr/>
        </p:nvGrpSpPr>
        <p:grpSpPr>
          <a:xfrm>
            <a:off x="5079075" y="3829461"/>
            <a:ext cx="628301" cy="588505"/>
            <a:chOff x="4721450" y="1509475"/>
            <a:chExt cx="79350" cy="74325"/>
          </a:xfrm>
        </p:grpSpPr>
        <p:sp>
          <p:nvSpPr>
            <p:cNvPr id="700" name="Google Shape;700;p7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7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7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7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 name="Google Shape;704;p70"/>
          <p:cNvGrpSpPr/>
          <p:nvPr/>
        </p:nvGrpSpPr>
        <p:grpSpPr>
          <a:xfrm>
            <a:off x="6424608" y="3814027"/>
            <a:ext cx="557038" cy="562772"/>
            <a:chOff x="4906800" y="1507500"/>
            <a:chExt cx="70350" cy="71075"/>
          </a:xfrm>
        </p:grpSpPr>
        <p:sp>
          <p:nvSpPr>
            <p:cNvPr id="705" name="Google Shape;705;p7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7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7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7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7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 name="Google Shape;710;p70"/>
          <p:cNvGrpSpPr/>
          <p:nvPr/>
        </p:nvGrpSpPr>
        <p:grpSpPr>
          <a:xfrm>
            <a:off x="4462216" y="2340963"/>
            <a:ext cx="517934" cy="517934"/>
            <a:chOff x="3736598" y="2170606"/>
            <a:chExt cx="404889" cy="404889"/>
          </a:xfrm>
        </p:grpSpPr>
        <p:sp>
          <p:nvSpPr>
            <p:cNvPr id="711" name="Google Shape;711;p7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7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7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7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 name="Google Shape;715;p70"/>
          <p:cNvGrpSpPr/>
          <p:nvPr/>
        </p:nvGrpSpPr>
        <p:grpSpPr>
          <a:xfrm>
            <a:off x="3729277" y="2341061"/>
            <a:ext cx="586986" cy="517740"/>
            <a:chOff x="3161917" y="2170682"/>
            <a:chExt cx="458870" cy="404737"/>
          </a:xfrm>
        </p:grpSpPr>
        <p:sp>
          <p:nvSpPr>
            <p:cNvPr id="716" name="Google Shape;716;p7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7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7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70"/>
          <p:cNvGrpSpPr/>
          <p:nvPr/>
        </p:nvGrpSpPr>
        <p:grpSpPr>
          <a:xfrm>
            <a:off x="3752299" y="3102400"/>
            <a:ext cx="540943" cy="517963"/>
            <a:chOff x="3179914" y="2889488"/>
            <a:chExt cx="422876" cy="404911"/>
          </a:xfrm>
        </p:grpSpPr>
        <p:sp>
          <p:nvSpPr>
            <p:cNvPr id="720" name="Google Shape;720;p7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7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7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7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7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7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 name="Google Shape;726;p70"/>
          <p:cNvGrpSpPr/>
          <p:nvPr/>
        </p:nvGrpSpPr>
        <p:grpSpPr>
          <a:xfrm>
            <a:off x="4453093" y="3102358"/>
            <a:ext cx="536180" cy="518047"/>
            <a:chOff x="3729467" y="2889422"/>
            <a:chExt cx="419153" cy="404977"/>
          </a:xfrm>
        </p:grpSpPr>
        <p:sp>
          <p:nvSpPr>
            <p:cNvPr id="727" name="Google Shape;727;p7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7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7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7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7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7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7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70"/>
          <p:cNvGrpSpPr/>
          <p:nvPr/>
        </p:nvGrpSpPr>
        <p:grpSpPr>
          <a:xfrm>
            <a:off x="1990126" y="3445787"/>
            <a:ext cx="965351" cy="134611"/>
            <a:chOff x="4411970" y="2962952"/>
            <a:chExt cx="706544" cy="104212"/>
          </a:xfrm>
        </p:grpSpPr>
        <p:sp>
          <p:nvSpPr>
            <p:cNvPr id="735" name="Google Shape;735;p7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7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7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7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 name="Google Shape;739;p70"/>
          <p:cNvGrpSpPr/>
          <p:nvPr/>
        </p:nvGrpSpPr>
        <p:grpSpPr>
          <a:xfrm>
            <a:off x="1990126" y="3041077"/>
            <a:ext cx="960158" cy="289172"/>
            <a:chOff x="4411970" y="2726085"/>
            <a:chExt cx="643107" cy="193659"/>
          </a:xfrm>
        </p:grpSpPr>
        <p:sp>
          <p:nvSpPr>
            <p:cNvPr id="740" name="Google Shape;740;p7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7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7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 name="Google Shape;743;p70"/>
          <p:cNvGrpSpPr/>
          <p:nvPr/>
        </p:nvGrpSpPr>
        <p:grpSpPr>
          <a:xfrm>
            <a:off x="998624" y="3295400"/>
            <a:ext cx="811503" cy="252584"/>
            <a:chOff x="4411970" y="4340222"/>
            <a:chExt cx="779467" cy="242683"/>
          </a:xfrm>
        </p:grpSpPr>
        <p:sp>
          <p:nvSpPr>
            <p:cNvPr id="744" name="Google Shape;744;p7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7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7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70"/>
          <p:cNvGrpSpPr/>
          <p:nvPr/>
        </p:nvGrpSpPr>
        <p:grpSpPr>
          <a:xfrm>
            <a:off x="1990126" y="2709308"/>
            <a:ext cx="965160" cy="216230"/>
            <a:chOff x="4411970" y="2468674"/>
            <a:chExt cx="747317" cy="167425"/>
          </a:xfrm>
        </p:grpSpPr>
        <p:sp>
          <p:nvSpPr>
            <p:cNvPr id="748" name="Google Shape;748;p7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7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 name="Google Shape;750;p70"/>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 name="Google Shape;751;p70"/>
          <p:cNvGrpSpPr/>
          <p:nvPr/>
        </p:nvGrpSpPr>
        <p:grpSpPr>
          <a:xfrm>
            <a:off x="997692" y="2334687"/>
            <a:ext cx="1959041" cy="208784"/>
            <a:chOff x="6336019" y="3733725"/>
            <a:chExt cx="2566206" cy="351310"/>
          </a:xfrm>
        </p:grpSpPr>
        <p:sp>
          <p:nvSpPr>
            <p:cNvPr id="752" name="Google Shape;752;p7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7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7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7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 name="Google Shape;756;p70"/>
          <p:cNvGrpSpPr/>
          <p:nvPr/>
        </p:nvGrpSpPr>
        <p:grpSpPr>
          <a:xfrm>
            <a:off x="1990126" y="3950602"/>
            <a:ext cx="946551" cy="153200"/>
            <a:chOff x="4404545" y="3301592"/>
            <a:chExt cx="782403" cy="129272"/>
          </a:xfrm>
        </p:grpSpPr>
        <p:sp>
          <p:nvSpPr>
            <p:cNvPr id="757" name="Google Shape;757;p7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7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70"/>
          <p:cNvGrpSpPr/>
          <p:nvPr/>
        </p:nvGrpSpPr>
        <p:grpSpPr>
          <a:xfrm>
            <a:off x="1990126" y="3695937"/>
            <a:ext cx="962257" cy="139127"/>
            <a:chOff x="4411970" y="3131459"/>
            <a:chExt cx="710520" cy="117397"/>
          </a:xfrm>
        </p:grpSpPr>
        <p:sp>
          <p:nvSpPr>
            <p:cNvPr id="760" name="Google Shape;760;p7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7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762" name="Google Shape;762;p70"/>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 name="Google Shape;763;p70"/>
          <p:cNvGrpSpPr/>
          <p:nvPr/>
        </p:nvGrpSpPr>
        <p:grpSpPr>
          <a:xfrm>
            <a:off x="990271" y="3621603"/>
            <a:ext cx="823838" cy="458988"/>
            <a:chOff x="4411970" y="1801825"/>
            <a:chExt cx="734586" cy="409262"/>
          </a:xfrm>
        </p:grpSpPr>
        <p:sp>
          <p:nvSpPr>
            <p:cNvPr id="764" name="Google Shape;764;p7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7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70"/>
          <p:cNvGrpSpPr/>
          <p:nvPr/>
        </p:nvGrpSpPr>
        <p:grpSpPr>
          <a:xfrm>
            <a:off x="3095243" y="2339173"/>
            <a:ext cx="521514" cy="521514"/>
            <a:chOff x="5681300" y="2527788"/>
            <a:chExt cx="805800" cy="805800"/>
          </a:xfrm>
        </p:grpSpPr>
        <p:sp>
          <p:nvSpPr>
            <p:cNvPr id="767" name="Google Shape;767;p7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7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 name="Google Shape;769;p70"/>
          <p:cNvGrpSpPr/>
          <p:nvPr/>
        </p:nvGrpSpPr>
        <p:grpSpPr>
          <a:xfrm>
            <a:off x="3089483" y="3094865"/>
            <a:ext cx="533033" cy="533033"/>
            <a:chOff x="4049800" y="640400"/>
            <a:chExt cx="858900" cy="858900"/>
          </a:xfrm>
        </p:grpSpPr>
        <p:sp>
          <p:nvSpPr>
            <p:cNvPr id="770" name="Google Shape;770;p7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7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 name="Google Shape;772;p70"/>
          <p:cNvGrpSpPr/>
          <p:nvPr/>
        </p:nvGrpSpPr>
        <p:grpSpPr>
          <a:xfrm>
            <a:off x="3014966" y="3772543"/>
            <a:ext cx="682068" cy="682068"/>
            <a:chOff x="5080188" y="927900"/>
            <a:chExt cx="961200" cy="961200"/>
          </a:xfrm>
        </p:grpSpPr>
        <p:sp>
          <p:nvSpPr>
            <p:cNvPr id="773" name="Google Shape;773;p7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7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7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7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7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7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7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7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 name="Google Shape;781;p70"/>
          <p:cNvGrpSpPr/>
          <p:nvPr/>
        </p:nvGrpSpPr>
        <p:grpSpPr>
          <a:xfrm>
            <a:off x="4478465" y="3869234"/>
            <a:ext cx="505650" cy="504006"/>
            <a:chOff x="6039282" y="1042577"/>
            <a:chExt cx="734315" cy="731929"/>
          </a:xfrm>
        </p:grpSpPr>
        <p:sp>
          <p:nvSpPr>
            <p:cNvPr id="782" name="Google Shape;782;p7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7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7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7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7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7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7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7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7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7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7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7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7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7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7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7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7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7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7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7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7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 name="Google Shape;803;p70"/>
          <p:cNvGrpSpPr/>
          <p:nvPr/>
        </p:nvGrpSpPr>
        <p:grpSpPr>
          <a:xfrm>
            <a:off x="5091067" y="2298862"/>
            <a:ext cx="567744" cy="602136"/>
            <a:chOff x="1825800" y="1651625"/>
            <a:chExt cx="539989" cy="571775"/>
          </a:xfrm>
        </p:grpSpPr>
        <p:sp>
          <p:nvSpPr>
            <p:cNvPr id="804" name="Google Shape;804;p7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7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7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7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 name="Google Shape;808;p70"/>
          <p:cNvGrpSpPr/>
          <p:nvPr/>
        </p:nvGrpSpPr>
        <p:grpSpPr>
          <a:xfrm>
            <a:off x="3765995" y="3855579"/>
            <a:ext cx="508123" cy="507955"/>
            <a:chOff x="1897577" y="2802432"/>
            <a:chExt cx="492176" cy="492014"/>
          </a:xfrm>
        </p:grpSpPr>
        <p:sp>
          <p:nvSpPr>
            <p:cNvPr id="809" name="Google Shape;809;p7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7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7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7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7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7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7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7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7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7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7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7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70"/>
          <p:cNvGrpSpPr/>
          <p:nvPr/>
        </p:nvGrpSpPr>
        <p:grpSpPr>
          <a:xfrm>
            <a:off x="997525" y="4169123"/>
            <a:ext cx="809227" cy="200842"/>
            <a:chOff x="2013045" y="4813233"/>
            <a:chExt cx="921986" cy="228854"/>
          </a:xfrm>
        </p:grpSpPr>
        <p:sp>
          <p:nvSpPr>
            <p:cNvPr id="822" name="Google Shape;822;p7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7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70"/>
          <p:cNvGrpSpPr/>
          <p:nvPr/>
        </p:nvGrpSpPr>
        <p:grpSpPr>
          <a:xfrm>
            <a:off x="1005985" y="2656004"/>
            <a:ext cx="792421" cy="269941"/>
            <a:chOff x="1046767" y="4756633"/>
            <a:chExt cx="859646" cy="292841"/>
          </a:xfrm>
        </p:grpSpPr>
        <p:sp>
          <p:nvSpPr>
            <p:cNvPr id="825" name="Google Shape;825;p7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7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7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 name="Google Shape;828;p7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7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7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7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 name="Google Shape;832;p70"/>
          <p:cNvGrpSpPr/>
          <p:nvPr/>
        </p:nvGrpSpPr>
        <p:grpSpPr>
          <a:xfrm>
            <a:off x="7141841" y="2550562"/>
            <a:ext cx="166473" cy="141497"/>
            <a:chOff x="4660325" y="1866850"/>
            <a:chExt cx="68350" cy="58100"/>
          </a:xfrm>
        </p:grpSpPr>
        <p:sp>
          <p:nvSpPr>
            <p:cNvPr id="833" name="Google Shape;833;p7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7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70"/>
          <p:cNvGrpSpPr/>
          <p:nvPr/>
        </p:nvGrpSpPr>
        <p:grpSpPr>
          <a:xfrm>
            <a:off x="7451186" y="2576286"/>
            <a:ext cx="162515" cy="90049"/>
            <a:chOff x="4791775" y="1877500"/>
            <a:chExt cx="66725" cy="36975"/>
          </a:xfrm>
        </p:grpSpPr>
        <p:sp>
          <p:nvSpPr>
            <p:cNvPr id="836" name="Google Shape;836;p7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7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 name="Google Shape;838;p70"/>
          <p:cNvGrpSpPr/>
          <p:nvPr/>
        </p:nvGrpSpPr>
        <p:grpSpPr>
          <a:xfrm>
            <a:off x="7772899" y="2576286"/>
            <a:ext cx="144979" cy="90049"/>
            <a:chOff x="4923925" y="1877500"/>
            <a:chExt cx="59525" cy="36975"/>
          </a:xfrm>
        </p:grpSpPr>
        <p:sp>
          <p:nvSpPr>
            <p:cNvPr id="839" name="Google Shape;839;p7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7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 name="Google Shape;841;p70"/>
          <p:cNvGrpSpPr/>
          <p:nvPr/>
        </p:nvGrpSpPr>
        <p:grpSpPr>
          <a:xfrm>
            <a:off x="8067390" y="2558477"/>
            <a:ext cx="141447" cy="125667"/>
            <a:chOff x="5058450" y="1870100"/>
            <a:chExt cx="58075" cy="51600"/>
          </a:xfrm>
        </p:grpSpPr>
        <p:sp>
          <p:nvSpPr>
            <p:cNvPr id="842" name="Google Shape;842;p7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7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 name="Google Shape;844;p70"/>
          <p:cNvGrpSpPr/>
          <p:nvPr/>
        </p:nvGrpSpPr>
        <p:grpSpPr>
          <a:xfrm>
            <a:off x="7481905" y="2980885"/>
            <a:ext cx="101077" cy="107645"/>
            <a:chOff x="4811425" y="2065025"/>
            <a:chExt cx="41500" cy="44200"/>
          </a:xfrm>
        </p:grpSpPr>
        <p:sp>
          <p:nvSpPr>
            <p:cNvPr id="845" name="Google Shape;845;p7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7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 name="Google Shape;847;p70"/>
          <p:cNvGrpSpPr/>
          <p:nvPr/>
        </p:nvGrpSpPr>
        <p:grpSpPr>
          <a:xfrm>
            <a:off x="7774342" y="2981098"/>
            <a:ext cx="120867" cy="107218"/>
            <a:chOff x="4929875" y="2065025"/>
            <a:chExt cx="49625" cy="44025"/>
          </a:xfrm>
        </p:grpSpPr>
        <p:sp>
          <p:nvSpPr>
            <p:cNvPr id="848" name="Google Shape;848;p7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7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 name="Google Shape;850;p70"/>
          <p:cNvGrpSpPr/>
          <p:nvPr/>
        </p:nvGrpSpPr>
        <p:grpSpPr>
          <a:xfrm>
            <a:off x="8103011" y="2984112"/>
            <a:ext cx="70206" cy="101191"/>
            <a:chOff x="5083925" y="2066350"/>
            <a:chExt cx="28825" cy="41550"/>
          </a:xfrm>
        </p:grpSpPr>
        <p:sp>
          <p:nvSpPr>
            <p:cNvPr id="851" name="Google Shape;851;p7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7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 name="Google Shape;853;p70"/>
          <p:cNvGrpSpPr/>
          <p:nvPr/>
        </p:nvGrpSpPr>
        <p:grpSpPr>
          <a:xfrm>
            <a:off x="7134565" y="2999759"/>
            <a:ext cx="181026" cy="69896"/>
            <a:chOff x="4659775" y="2072775"/>
            <a:chExt cx="74325" cy="28700"/>
          </a:xfrm>
        </p:grpSpPr>
        <p:sp>
          <p:nvSpPr>
            <p:cNvPr id="854" name="Google Shape;854;p7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7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7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70"/>
          <p:cNvGrpSpPr/>
          <p:nvPr/>
        </p:nvGrpSpPr>
        <p:grpSpPr>
          <a:xfrm>
            <a:off x="8054421" y="2790324"/>
            <a:ext cx="167387" cy="89197"/>
            <a:chOff x="4662475" y="1976500"/>
            <a:chExt cx="68725" cy="36625"/>
          </a:xfrm>
        </p:grpSpPr>
        <p:sp>
          <p:nvSpPr>
            <p:cNvPr id="858" name="Google Shape;858;p7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7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7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70"/>
          <p:cNvGrpSpPr/>
          <p:nvPr/>
        </p:nvGrpSpPr>
        <p:grpSpPr>
          <a:xfrm>
            <a:off x="7751326" y="2793764"/>
            <a:ext cx="166899" cy="82317"/>
            <a:chOff x="4920150" y="1977875"/>
            <a:chExt cx="68525" cy="33800"/>
          </a:xfrm>
        </p:grpSpPr>
        <p:sp>
          <p:nvSpPr>
            <p:cNvPr id="862" name="Google Shape;862;p7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7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7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 name="Google Shape;865;p70"/>
          <p:cNvGrpSpPr/>
          <p:nvPr/>
        </p:nvGrpSpPr>
        <p:grpSpPr>
          <a:xfrm>
            <a:off x="7162483" y="3197682"/>
            <a:ext cx="125190" cy="127859"/>
            <a:chOff x="4676550" y="2160575"/>
            <a:chExt cx="51400" cy="52500"/>
          </a:xfrm>
        </p:grpSpPr>
        <p:sp>
          <p:nvSpPr>
            <p:cNvPr id="866" name="Google Shape;866;p7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7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7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70"/>
          <p:cNvGrpSpPr/>
          <p:nvPr/>
        </p:nvGrpSpPr>
        <p:grpSpPr>
          <a:xfrm>
            <a:off x="7459741" y="3204714"/>
            <a:ext cx="145405" cy="113794"/>
            <a:chOff x="4768325" y="2163475"/>
            <a:chExt cx="59700" cy="46725"/>
          </a:xfrm>
        </p:grpSpPr>
        <p:sp>
          <p:nvSpPr>
            <p:cNvPr id="870" name="Google Shape;870;p7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7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 name="Google Shape;872;p7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7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7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7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7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7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 name="Google Shape;878;p70"/>
          <p:cNvGrpSpPr/>
          <p:nvPr/>
        </p:nvGrpSpPr>
        <p:grpSpPr>
          <a:xfrm>
            <a:off x="7476059" y="3459808"/>
            <a:ext cx="112768" cy="106853"/>
            <a:chOff x="4768575" y="2253950"/>
            <a:chExt cx="46300" cy="43875"/>
          </a:xfrm>
        </p:grpSpPr>
        <p:sp>
          <p:nvSpPr>
            <p:cNvPr id="879" name="Google Shape;879;p7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7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70"/>
          <p:cNvGrpSpPr/>
          <p:nvPr/>
        </p:nvGrpSpPr>
        <p:grpSpPr>
          <a:xfrm>
            <a:off x="7775682" y="3948834"/>
            <a:ext cx="118187" cy="146246"/>
            <a:chOff x="4960900" y="2433225"/>
            <a:chExt cx="48525" cy="60050"/>
          </a:xfrm>
        </p:grpSpPr>
        <p:sp>
          <p:nvSpPr>
            <p:cNvPr id="882" name="Google Shape;882;p7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7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70"/>
          <p:cNvGrpSpPr/>
          <p:nvPr/>
        </p:nvGrpSpPr>
        <p:grpSpPr>
          <a:xfrm>
            <a:off x="7464247" y="4212895"/>
            <a:ext cx="136394" cy="143810"/>
            <a:chOff x="4854075" y="2527625"/>
            <a:chExt cx="56000" cy="59050"/>
          </a:xfrm>
        </p:grpSpPr>
        <p:sp>
          <p:nvSpPr>
            <p:cNvPr id="885" name="Google Shape;885;p7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7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 name="Google Shape;887;p7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7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7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 name="Google Shape;890;p70"/>
          <p:cNvGrpSpPr/>
          <p:nvPr/>
        </p:nvGrpSpPr>
        <p:grpSpPr>
          <a:xfrm>
            <a:off x="8088458" y="3676639"/>
            <a:ext cx="99312" cy="160797"/>
            <a:chOff x="5059700" y="2334775"/>
            <a:chExt cx="40775" cy="66025"/>
          </a:xfrm>
        </p:grpSpPr>
        <p:sp>
          <p:nvSpPr>
            <p:cNvPr id="891" name="Google Shape;891;p7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7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7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7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7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7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7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7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7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70"/>
          <p:cNvGrpSpPr/>
          <p:nvPr/>
        </p:nvGrpSpPr>
        <p:grpSpPr>
          <a:xfrm>
            <a:off x="8045622" y="3941771"/>
            <a:ext cx="184984" cy="160371"/>
            <a:chOff x="5037700" y="2430325"/>
            <a:chExt cx="75950" cy="65850"/>
          </a:xfrm>
        </p:grpSpPr>
        <p:sp>
          <p:nvSpPr>
            <p:cNvPr id="901" name="Google Shape;901;p7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7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70"/>
          <p:cNvGrpSpPr/>
          <p:nvPr/>
        </p:nvGrpSpPr>
        <p:grpSpPr>
          <a:xfrm>
            <a:off x="7465128" y="3708223"/>
            <a:ext cx="173014" cy="97629"/>
            <a:chOff x="4756975" y="2341800"/>
            <a:chExt cx="91975" cy="51925"/>
          </a:xfrm>
        </p:grpSpPr>
        <p:sp>
          <p:nvSpPr>
            <p:cNvPr id="904" name="Google Shape;904;p7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7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7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7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7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7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7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7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7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7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7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7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7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7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7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7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7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7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7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7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 name="Google Shape;924;p70"/>
          <p:cNvGrpSpPr/>
          <p:nvPr/>
        </p:nvGrpSpPr>
        <p:grpSpPr>
          <a:xfrm>
            <a:off x="7732065" y="4196920"/>
            <a:ext cx="212497" cy="175761"/>
            <a:chOff x="4943575" y="2516350"/>
            <a:chExt cx="98675" cy="81700"/>
          </a:xfrm>
        </p:grpSpPr>
        <p:sp>
          <p:nvSpPr>
            <p:cNvPr id="925" name="Google Shape;925;p7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7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7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7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7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7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7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7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7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7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7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7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7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7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7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7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7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7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7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7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7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7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7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7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7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7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7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7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7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7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7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7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7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7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7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7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7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7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7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7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7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7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7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7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7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7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7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7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7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7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7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7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7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7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7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7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7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7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7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7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7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7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7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7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7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7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7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7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7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7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7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7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7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7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7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7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7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7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 name="Google Shape;1003;p7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7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70"/>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70"/>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 name="Shape 1011"/>
        <p:cNvGrpSpPr/>
        <p:nvPr/>
      </p:nvGrpSpPr>
      <p:grpSpPr>
        <a:xfrm>
          <a:off x="0" y="0"/>
          <a:ext cx="0" cy="0"/>
          <a:chOff x="0" y="0"/>
          <a:chExt cx="0" cy="0"/>
        </a:xfrm>
      </p:grpSpPr>
      <p:grpSp>
        <p:nvGrpSpPr>
          <p:cNvPr id="1012" name="Google Shape;1012;p71"/>
          <p:cNvGrpSpPr/>
          <p:nvPr/>
        </p:nvGrpSpPr>
        <p:grpSpPr>
          <a:xfrm>
            <a:off x="3642951" y="1176740"/>
            <a:ext cx="2078182" cy="1366558"/>
            <a:chOff x="235800" y="830650"/>
            <a:chExt cx="6978450" cy="4588844"/>
          </a:xfrm>
        </p:grpSpPr>
        <p:sp>
          <p:nvSpPr>
            <p:cNvPr id="1013" name="Google Shape;1013;p7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7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7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7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7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7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71"/>
          <p:cNvGrpSpPr/>
          <p:nvPr/>
        </p:nvGrpSpPr>
        <p:grpSpPr>
          <a:xfrm>
            <a:off x="738454" y="3007842"/>
            <a:ext cx="2622876" cy="1333540"/>
            <a:chOff x="238125" y="1038125"/>
            <a:chExt cx="7146800" cy="3633625"/>
          </a:xfrm>
        </p:grpSpPr>
        <p:sp>
          <p:nvSpPr>
            <p:cNvPr id="1020" name="Google Shape;1020;p7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7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7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7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7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7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7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7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7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7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7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7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7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7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7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7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7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7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7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7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7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7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7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7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7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7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7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7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7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7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7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7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7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7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7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7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7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7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7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7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7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7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7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7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7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7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7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7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7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7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7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7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7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7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7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7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7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7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7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7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7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7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7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7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7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7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7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7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7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7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7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7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7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7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7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7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7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7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7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7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7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7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7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7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7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7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7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7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7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7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7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7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7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7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7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7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7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7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7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7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7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7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7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7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7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7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7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7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7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7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7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7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7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7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7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7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7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7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7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7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7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7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7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7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7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7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7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7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7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7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7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7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7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7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7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7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7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7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7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7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7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7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7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7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7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7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7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7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7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7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7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7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7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7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7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7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7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7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7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7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7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7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7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7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7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7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7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7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7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7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7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7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7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7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7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7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7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7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7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7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7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7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7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7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7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7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7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7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7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7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7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7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7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7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7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7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7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7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7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7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7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7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7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7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7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7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7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7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7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7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7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7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7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7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7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7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7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7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7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7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7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7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7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7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7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7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7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7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7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7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7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7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7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7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7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7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7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7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7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7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7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7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7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7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7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7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7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7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7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7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7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7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7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7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7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7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7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7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7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7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7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7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7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7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7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7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7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7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7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7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7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7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7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7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7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7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7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7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7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7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7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7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7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7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7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7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7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7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7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7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7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7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7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7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7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7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7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7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7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7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7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7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7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7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7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7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7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7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7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7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7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7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7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7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7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7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7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7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7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7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7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7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7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7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7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7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7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7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7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7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7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7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7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7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7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7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7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7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7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7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7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7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7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7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7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7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7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7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7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7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7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7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7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7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7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7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7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7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7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7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7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7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7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7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7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7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7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7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7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7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7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7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7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7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7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7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7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7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7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7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7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7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7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7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7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7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7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7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7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7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7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7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 name="Google Shape;2592;p71"/>
          <p:cNvGrpSpPr/>
          <p:nvPr/>
        </p:nvGrpSpPr>
        <p:grpSpPr>
          <a:xfrm>
            <a:off x="5961311" y="1231136"/>
            <a:ext cx="2435960" cy="1297725"/>
            <a:chOff x="233350" y="949250"/>
            <a:chExt cx="7137300" cy="3802300"/>
          </a:xfrm>
        </p:grpSpPr>
        <p:sp>
          <p:nvSpPr>
            <p:cNvPr id="2593" name="Google Shape;2593;p7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4" name="Google Shape;2644;p71"/>
          <p:cNvGrpSpPr/>
          <p:nvPr/>
        </p:nvGrpSpPr>
        <p:grpSpPr>
          <a:xfrm>
            <a:off x="7714435" y="3194726"/>
            <a:ext cx="104231" cy="320340"/>
            <a:chOff x="7564426" y="3224343"/>
            <a:chExt cx="119985" cy="368801"/>
          </a:xfrm>
        </p:grpSpPr>
        <p:sp>
          <p:nvSpPr>
            <p:cNvPr id="2645" name="Google Shape;2645;p7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7" name="Google Shape;2647;p71"/>
          <p:cNvGrpSpPr/>
          <p:nvPr/>
        </p:nvGrpSpPr>
        <p:grpSpPr>
          <a:xfrm>
            <a:off x="7413923" y="3188827"/>
            <a:ext cx="189489" cy="332132"/>
            <a:chOff x="8370831" y="3202002"/>
            <a:chExt cx="218129" cy="382376"/>
          </a:xfrm>
        </p:grpSpPr>
        <p:sp>
          <p:nvSpPr>
            <p:cNvPr id="2648" name="Google Shape;2648;p7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71"/>
          <p:cNvGrpSpPr/>
          <p:nvPr/>
        </p:nvGrpSpPr>
        <p:grpSpPr>
          <a:xfrm>
            <a:off x="8137312" y="3599959"/>
            <a:ext cx="309429" cy="267000"/>
            <a:chOff x="6742064" y="3750480"/>
            <a:chExt cx="399315" cy="344560"/>
          </a:xfrm>
        </p:grpSpPr>
        <p:sp>
          <p:nvSpPr>
            <p:cNvPr id="2651" name="Google Shape;2651;p7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 name="Google Shape;2653;p71"/>
          <p:cNvGrpSpPr/>
          <p:nvPr/>
        </p:nvGrpSpPr>
        <p:grpSpPr>
          <a:xfrm>
            <a:off x="7676331" y="3951006"/>
            <a:ext cx="180437" cy="281608"/>
            <a:chOff x="7248525" y="3739696"/>
            <a:chExt cx="230531" cy="359790"/>
          </a:xfrm>
        </p:grpSpPr>
        <p:sp>
          <p:nvSpPr>
            <p:cNvPr id="2654" name="Google Shape;2654;p7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 name="Google Shape;2656;p71"/>
          <p:cNvGrpSpPr/>
          <p:nvPr/>
        </p:nvGrpSpPr>
        <p:grpSpPr>
          <a:xfrm>
            <a:off x="7922251" y="3594231"/>
            <a:ext cx="162896" cy="278710"/>
            <a:chOff x="7601242" y="3729267"/>
            <a:chExt cx="222566" cy="380803"/>
          </a:xfrm>
        </p:grpSpPr>
        <p:sp>
          <p:nvSpPr>
            <p:cNvPr id="2657" name="Google Shape;2657;p7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9" name="Google Shape;2659;p71"/>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0" name="Google Shape;2660;p71"/>
          <p:cNvGrpSpPr/>
          <p:nvPr/>
        </p:nvGrpSpPr>
        <p:grpSpPr>
          <a:xfrm>
            <a:off x="7411896" y="3595371"/>
            <a:ext cx="193543" cy="275990"/>
            <a:chOff x="8304647" y="3738687"/>
            <a:chExt cx="225076" cy="320956"/>
          </a:xfrm>
        </p:grpSpPr>
        <p:sp>
          <p:nvSpPr>
            <p:cNvPr id="2661" name="Google Shape;2661;p7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4" name="Google Shape;2664;p71"/>
          <p:cNvGrpSpPr/>
          <p:nvPr/>
        </p:nvGrpSpPr>
        <p:grpSpPr>
          <a:xfrm>
            <a:off x="7684389" y="3595371"/>
            <a:ext cx="178492" cy="275990"/>
            <a:chOff x="8615101" y="3738687"/>
            <a:chExt cx="207573" cy="320956"/>
          </a:xfrm>
        </p:grpSpPr>
        <p:sp>
          <p:nvSpPr>
            <p:cNvPr id="2665" name="Google Shape;2665;p7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8" name="Google Shape;2668;p71"/>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9" name="Google Shape;2669;p71"/>
          <p:cNvGrpSpPr/>
          <p:nvPr/>
        </p:nvGrpSpPr>
        <p:grpSpPr>
          <a:xfrm>
            <a:off x="7909920" y="3998032"/>
            <a:ext cx="187557" cy="187557"/>
            <a:chOff x="8565775" y="671075"/>
            <a:chExt cx="441000" cy="441000"/>
          </a:xfrm>
        </p:grpSpPr>
        <p:sp>
          <p:nvSpPr>
            <p:cNvPr id="2670" name="Google Shape;2670;p7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2" name="Google Shape;2672;p71"/>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1"/>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4" name="Google Shape;2674;p71"/>
          <p:cNvGrpSpPr/>
          <p:nvPr/>
        </p:nvGrpSpPr>
        <p:grpSpPr>
          <a:xfrm>
            <a:off x="6064392" y="3070557"/>
            <a:ext cx="587865" cy="517731"/>
            <a:chOff x="6000718" y="3070557"/>
            <a:chExt cx="587865" cy="517731"/>
          </a:xfrm>
        </p:grpSpPr>
        <p:sp>
          <p:nvSpPr>
            <p:cNvPr id="2675" name="Google Shape;2675;p71"/>
            <p:cNvSpPr/>
            <p:nvPr/>
          </p:nvSpPr>
          <p:spPr>
            <a:xfrm>
              <a:off x="6161116" y="3104229"/>
              <a:ext cx="410157" cy="449935"/>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1"/>
            <p:cNvSpPr/>
            <p:nvPr/>
          </p:nvSpPr>
          <p:spPr>
            <a:xfrm>
              <a:off x="6032245" y="3317811"/>
              <a:ext cx="62137" cy="151163"/>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1"/>
            <p:cNvSpPr/>
            <p:nvPr/>
          </p:nvSpPr>
          <p:spPr>
            <a:xfrm>
              <a:off x="6189159" y="3073176"/>
              <a:ext cx="117109" cy="35870"/>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1"/>
            <p:cNvSpPr/>
            <p:nvPr/>
          </p:nvSpPr>
          <p:spPr>
            <a:xfrm>
              <a:off x="6123036" y="3116815"/>
              <a:ext cx="22729" cy="17096"/>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1"/>
            <p:cNvSpPr/>
            <p:nvPr/>
          </p:nvSpPr>
          <p:spPr>
            <a:xfrm>
              <a:off x="6099493" y="3152223"/>
              <a:ext cx="3998"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1"/>
            <p:cNvSpPr/>
            <p:nvPr/>
          </p:nvSpPr>
          <p:spPr>
            <a:xfrm>
              <a:off x="6350890" y="3500386"/>
              <a:ext cx="45147" cy="42584"/>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1"/>
            <p:cNvSpPr/>
            <p:nvPr/>
          </p:nvSpPr>
          <p:spPr>
            <a:xfrm>
              <a:off x="6263064" y="3138409"/>
              <a:ext cx="28464" cy="38690"/>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1"/>
            <p:cNvSpPr/>
            <p:nvPr/>
          </p:nvSpPr>
          <p:spPr>
            <a:xfrm>
              <a:off x="6251907" y="3097504"/>
              <a:ext cx="26006" cy="13687"/>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1"/>
            <p:cNvSpPr/>
            <p:nvPr/>
          </p:nvSpPr>
          <p:spPr>
            <a:xfrm>
              <a:off x="6251498" y="3152108"/>
              <a:ext cx="21605" cy="17009"/>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5" name="Google Shape;2685;p71"/>
          <p:cNvGrpSpPr/>
          <p:nvPr/>
        </p:nvGrpSpPr>
        <p:grpSpPr>
          <a:xfrm>
            <a:off x="6079197" y="3714217"/>
            <a:ext cx="557665" cy="516387"/>
            <a:chOff x="6015523" y="3714217"/>
            <a:chExt cx="557665" cy="516387"/>
          </a:xfrm>
        </p:grpSpPr>
        <p:grpSp>
          <p:nvGrpSpPr>
            <p:cNvPr id="2686" name="Google Shape;2686;p71"/>
            <p:cNvGrpSpPr/>
            <p:nvPr/>
          </p:nvGrpSpPr>
          <p:grpSpPr>
            <a:xfrm>
              <a:off x="6036094" y="3716980"/>
              <a:ext cx="529822" cy="510480"/>
              <a:chOff x="3148311" y="-545634"/>
              <a:chExt cx="1006118" cy="969572"/>
            </a:xfrm>
          </p:grpSpPr>
          <p:sp>
            <p:nvSpPr>
              <p:cNvPr id="2687" name="Google Shape;2687;p7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7" name="Google Shape;2697;p7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8" name="Google Shape;2698;p71"/>
          <p:cNvGrpSpPr/>
          <p:nvPr/>
        </p:nvGrpSpPr>
        <p:grpSpPr>
          <a:xfrm>
            <a:off x="6707979" y="3073628"/>
            <a:ext cx="576302" cy="511871"/>
            <a:chOff x="6644304" y="3073628"/>
            <a:chExt cx="576302" cy="511871"/>
          </a:xfrm>
        </p:grpSpPr>
        <p:grpSp>
          <p:nvGrpSpPr>
            <p:cNvPr id="2699" name="Google Shape;2699;p71"/>
            <p:cNvGrpSpPr/>
            <p:nvPr/>
          </p:nvGrpSpPr>
          <p:grpSpPr>
            <a:xfrm>
              <a:off x="6712169" y="3073651"/>
              <a:ext cx="481611" cy="506713"/>
              <a:chOff x="1833536" y="-546641"/>
              <a:chExt cx="914567" cy="962419"/>
            </a:xfrm>
          </p:grpSpPr>
          <p:grpSp>
            <p:nvGrpSpPr>
              <p:cNvPr id="2700" name="Google Shape;2700;p71"/>
              <p:cNvGrpSpPr/>
              <p:nvPr/>
            </p:nvGrpSpPr>
            <p:grpSpPr>
              <a:xfrm>
                <a:off x="1833536" y="-524249"/>
                <a:ext cx="914567" cy="940027"/>
                <a:chOff x="1833536" y="-524249"/>
                <a:chExt cx="914567" cy="940027"/>
              </a:xfrm>
            </p:grpSpPr>
            <p:sp>
              <p:nvSpPr>
                <p:cNvPr id="2701" name="Google Shape;2701;p7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6" name="Google Shape;2706;p7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0" name="Google Shape;2710;p7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1" name="Google Shape;2711;p71"/>
          <p:cNvGrpSpPr/>
          <p:nvPr/>
        </p:nvGrpSpPr>
        <p:grpSpPr>
          <a:xfrm>
            <a:off x="6715725" y="3714143"/>
            <a:ext cx="560636" cy="516497"/>
            <a:chOff x="6652051" y="3714143"/>
            <a:chExt cx="560636" cy="516497"/>
          </a:xfrm>
        </p:grpSpPr>
        <p:grpSp>
          <p:nvGrpSpPr>
            <p:cNvPr id="2712" name="Google Shape;2712;p71"/>
            <p:cNvGrpSpPr/>
            <p:nvPr/>
          </p:nvGrpSpPr>
          <p:grpSpPr>
            <a:xfrm>
              <a:off x="6669657" y="3716715"/>
              <a:ext cx="466768" cy="464314"/>
              <a:chOff x="3139766" y="765669"/>
              <a:chExt cx="886380" cy="881888"/>
            </a:xfrm>
          </p:grpSpPr>
          <p:grpSp>
            <p:nvGrpSpPr>
              <p:cNvPr id="2713" name="Google Shape;2713;p71"/>
              <p:cNvGrpSpPr/>
              <p:nvPr/>
            </p:nvGrpSpPr>
            <p:grpSpPr>
              <a:xfrm>
                <a:off x="3139766" y="765669"/>
                <a:ext cx="886380" cy="881888"/>
                <a:chOff x="3139766" y="765669"/>
                <a:chExt cx="886380" cy="881888"/>
              </a:xfrm>
            </p:grpSpPr>
            <p:sp>
              <p:nvSpPr>
                <p:cNvPr id="2714" name="Google Shape;2714;p7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3" name="Google Shape;2723;p7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7" name="Google Shape;2727;p7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8" name="Google Shape;2728;p71"/>
          <p:cNvGrpSpPr/>
          <p:nvPr/>
        </p:nvGrpSpPr>
        <p:grpSpPr>
          <a:xfrm>
            <a:off x="726609" y="1192826"/>
            <a:ext cx="2665073" cy="1317140"/>
            <a:chOff x="793334" y="1192826"/>
            <a:chExt cx="2665073" cy="1317140"/>
          </a:xfrm>
        </p:grpSpPr>
        <p:sp>
          <p:nvSpPr>
            <p:cNvPr id="2729" name="Google Shape;2729;p7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1"/>
            <p:cNvSpPr/>
            <p:nvPr/>
          </p:nvSpPr>
          <p:spPr>
            <a:xfrm>
              <a:off x="2252820" y="1692248"/>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1"/>
            <p:cNvSpPr/>
            <p:nvPr/>
          </p:nvSpPr>
          <p:spPr>
            <a:xfrm>
              <a:off x="1447580" y="2072418"/>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71"/>
          <p:cNvGrpSpPr/>
          <p:nvPr/>
        </p:nvGrpSpPr>
        <p:grpSpPr>
          <a:xfrm>
            <a:off x="3597785" y="3065882"/>
            <a:ext cx="2241344" cy="1330656"/>
            <a:chOff x="3597785" y="3065882"/>
            <a:chExt cx="2241344" cy="1330656"/>
          </a:xfrm>
        </p:grpSpPr>
        <p:grpSp>
          <p:nvGrpSpPr>
            <p:cNvPr id="6697" name="Google Shape;6697;p71"/>
            <p:cNvGrpSpPr/>
            <p:nvPr/>
          </p:nvGrpSpPr>
          <p:grpSpPr>
            <a:xfrm>
              <a:off x="5296908" y="3937355"/>
              <a:ext cx="143198" cy="32380"/>
              <a:chOff x="5296908" y="3937355"/>
              <a:chExt cx="143198" cy="32380"/>
            </a:xfrm>
          </p:grpSpPr>
          <p:sp>
            <p:nvSpPr>
              <p:cNvPr id="6698" name="Google Shape;6698;p71"/>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9" name="Google Shape;6699;p71"/>
              <p:cNvGrpSpPr/>
              <p:nvPr/>
            </p:nvGrpSpPr>
            <p:grpSpPr>
              <a:xfrm>
                <a:off x="5402331" y="3937355"/>
                <a:ext cx="37776" cy="32380"/>
                <a:chOff x="5402331" y="3937355"/>
                <a:chExt cx="37776" cy="32380"/>
              </a:xfrm>
            </p:grpSpPr>
            <p:sp>
              <p:nvSpPr>
                <p:cNvPr id="6700" name="Google Shape;6700;p71"/>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1"/>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2" name="Google Shape;6702;p71"/>
              <p:cNvGrpSpPr/>
              <p:nvPr/>
            </p:nvGrpSpPr>
            <p:grpSpPr>
              <a:xfrm>
                <a:off x="5296908" y="3937355"/>
                <a:ext cx="37783" cy="32380"/>
                <a:chOff x="5296908" y="3937355"/>
                <a:chExt cx="37783" cy="32380"/>
              </a:xfrm>
            </p:grpSpPr>
            <p:sp>
              <p:nvSpPr>
                <p:cNvPr id="6703" name="Google Shape;6703;p71"/>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1"/>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05" name="Google Shape;6705;p71"/>
            <p:cNvGrpSpPr/>
            <p:nvPr/>
          </p:nvGrpSpPr>
          <p:grpSpPr>
            <a:xfrm>
              <a:off x="4724163" y="3119631"/>
              <a:ext cx="120838" cy="84218"/>
              <a:chOff x="4724163" y="3119631"/>
              <a:chExt cx="120838" cy="84218"/>
            </a:xfrm>
          </p:grpSpPr>
          <p:grpSp>
            <p:nvGrpSpPr>
              <p:cNvPr id="6706" name="Google Shape;6706;p71"/>
              <p:cNvGrpSpPr/>
              <p:nvPr/>
            </p:nvGrpSpPr>
            <p:grpSpPr>
              <a:xfrm>
                <a:off x="4746712" y="3132773"/>
                <a:ext cx="86869" cy="56424"/>
                <a:chOff x="4746712" y="3132773"/>
                <a:chExt cx="86869" cy="56424"/>
              </a:xfrm>
            </p:grpSpPr>
            <p:sp>
              <p:nvSpPr>
                <p:cNvPr id="6707" name="Google Shape;6707;p71"/>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1"/>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71"/>
              <p:cNvGrpSpPr/>
              <p:nvPr/>
            </p:nvGrpSpPr>
            <p:grpSpPr>
              <a:xfrm>
                <a:off x="4773634" y="3143336"/>
                <a:ext cx="37776" cy="32451"/>
                <a:chOff x="4773634" y="3143336"/>
                <a:chExt cx="37776" cy="32451"/>
              </a:xfrm>
            </p:grpSpPr>
            <p:sp>
              <p:nvSpPr>
                <p:cNvPr id="6710" name="Google Shape;6710;p71"/>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1"/>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71"/>
              <p:cNvGrpSpPr/>
              <p:nvPr/>
            </p:nvGrpSpPr>
            <p:grpSpPr>
              <a:xfrm>
                <a:off x="4724163" y="3131248"/>
                <a:ext cx="37776" cy="32459"/>
                <a:chOff x="4724163" y="3131248"/>
                <a:chExt cx="37776" cy="32459"/>
              </a:xfrm>
            </p:grpSpPr>
            <p:sp>
              <p:nvSpPr>
                <p:cNvPr id="6713" name="Google Shape;6713;p71"/>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1"/>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71"/>
              <p:cNvGrpSpPr/>
              <p:nvPr/>
            </p:nvGrpSpPr>
            <p:grpSpPr>
              <a:xfrm>
                <a:off x="4755081" y="3176054"/>
                <a:ext cx="32357" cy="27795"/>
                <a:chOff x="4755081" y="3176054"/>
                <a:chExt cx="32357" cy="27795"/>
              </a:xfrm>
            </p:grpSpPr>
            <p:sp>
              <p:nvSpPr>
                <p:cNvPr id="6716" name="Google Shape;6716;p71"/>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1"/>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71"/>
              <p:cNvGrpSpPr/>
              <p:nvPr/>
            </p:nvGrpSpPr>
            <p:grpSpPr>
              <a:xfrm>
                <a:off x="4812550" y="3119631"/>
                <a:ext cx="32451" cy="27803"/>
                <a:chOff x="4812550" y="3119631"/>
                <a:chExt cx="32451" cy="27803"/>
              </a:xfrm>
            </p:grpSpPr>
            <p:sp>
              <p:nvSpPr>
                <p:cNvPr id="6719" name="Google Shape;6719;p71"/>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1"/>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21" name="Google Shape;6721;p71"/>
            <p:cNvGrpSpPr/>
            <p:nvPr/>
          </p:nvGrpSpPr>
          <p:grpSpPr>
            <a:xfrm>
              <a:off x="5382826" y="4027197"/>
              <a:ext cx="268967" cy="250422"/>
              <a:chOff x="5382826" y="4027197"/>
              <a:chExt cx="268967" cy="250422"/>
            </a:xfrm>
          </p:grpSpPr>
          <p:grpSp>
            <p:nvGrpSpPr>
              <p:cNvPr id="6722" name="Google Shape;6722;p71"/>
              <p:cNvGrpSpPr/>
              <p:nvPr/>
            </p:nvGrpSpPr>
            <p:grpSpPr>
              <a:xfrm>
                <a:off x="5405280" y="4042510"/>
                <a:ext cx="237570" cy="218647"/>
                <a:chOff x="5405280" y="4042510"/>
                <a:chExt cx="237570" cy="218647"/>
              </a:xfrm>
            </p:grpSpPr>
            <p:sp>
              <p:nvSpPr>
                <p:cNvPr id="6723" name="Google Shape;6723;p71"/>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1"/>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1"/>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1"/>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1"/>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1"/>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71"/>
              <p:cNvGrpSpPr/>
              <p:nvPr/>
            </p:nvGrpSpPr>
            <p:grpSpPr>
              <a:xfrm>
                <a:off x="5382826" y="4125549"/>
                <a:ext cx="37776" cy="32380"/>
                <a:chOff x="5382826" y="4125549"/>
                <a:chExt cx="37776" cy="32380"/>
              </a:xfrm>
            </p:grpSpPr>
            <p:sp>
              <p:nvSpPr>
                <p:cNvPr id="6730" name="Google Shape;6730;p71"/>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1"/>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2" name="Google Shape;6732;p71"/>
              <p:cNvGrpSpPr/>
              <p:nvPr/>
            </p:nvGrpSpPr>
            <p:grpSpPr>
              <a:xfrm>
                <a:off x="5475680" y="4195587"/>
                <a:ext cx="37783" cy="32364"/>
                <a:chOff x="5475680" y="4195587"/>
                <a:chExt cx="37783" cy="32364"/>
              </a:xfrm>
            </p:grpSpPr>
            <p:sp>
              <p:nvSpPr>
                <p:cNvPr id="6733" name="Google Shape;6733;p71"/>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1"/>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71"/>
              <p:cNvGrpSpPr/>
              <p:nvPr/>
            </p:nvGrpSpPr>
            <p:grpSpPr>
              <a:xfrm>
                <a:off x="5532575" y="4027197"/>
                <a:ext cx="33308" cy="32262"/>
                <a:chOff x="5532575" y="4027197"/>
                <a:chExt cx="33308" cy="32262"/>
              </a:xfrm>
            </p:grpSpPr>
            <p:sp>
              <p:nvSpPr>
                <p:cNvPr id="6736" name="Google Shape;6736;p71"/>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1"/>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71"/>
              <p:cNvGrpSpPr/>
              <p:nvPr/>
            </p:nvGrpSpPr>
            <p:grpSpPr>
              <a:xfrm>
                <a:off x="5590706" y="4245348"/>
                <a:ext cx="33497" cy="32270"/>
                <a:chOff x="5590706" y="4245348"/>
                <a:chExt cx="33497" cy="32270"/>
              </a:xfrm>
            </p:grpSpPr>
            <p:sp>
              <p:nvSpPr>
                <p:cNvPr id="6739" name="Google Shape;6739;p71"/>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1"/>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71"/>
              <p:cNvGrpSpPr/>
              <p:nvPr/>
            </p:nvGrpSpPr>
            <p:grpSpPr>
              <a:xfrm>
                <a:off x="5618681" y="4109677"/>
                <a:ext cx="33112" cy="32357"/>
                <a:chOff x="5618681" y="4109677"/>
                <a:chExt cx="33112" cy="32357"/>
              </a:xfrm>
            </p:grpSpPr>
            <p:sp>
              <p:nvSpPr>
                <p:cNvPr id="6742" name="Google Shape;6742;p71"/>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1"/>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1"/>
              <p:cNvGrpSpPr/>
              <p:nvPr/>
            </p:nvGrpSpPr>
            <p:grpSpPr>
              <a:xfrm>
                <a:off x="5479298" y="4128262"/>
                <a:ext cx="31405" cy="26906"/>
                <a:chOff x="5479298" y="4128262"/>
                <a:chExt cx="31405" cy="26906"/>
              </a:xfrm>
            </p:grpSpPr>
            <p:sp>
              <p:nvSpPr>
                <p:cNvPr id="6745" name="Google Shape;6745;p71"/>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1"/>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7" name="Google Shape;6747;p71"/>
              <p:cNvGrpSpPr/>
              <p:nvPr/>
            </p:nvGrpSpPr>
            <p:grpSpPr>
              <a:xfrm>
                <a:off x="5582903" y="4180116"/>
                <a:ext cx="31499" cy="26898"/>
                <a:chOff x="5582903" y="4180116"/>
                <a:chExt cx="31499" cy="26898"/>
              </a:xfrm>
            </p:grpSpPr>
            <p:sp>
              <p:nvSpPr>
                <p:cNvPr id="6748" name="Google Shape;6748;p71"/>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1"/>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0" name="Google Shape;6750;p71"/>
            <p:cNvGrpSpPr/>
            <p:nvPr/>
          </p:nvGrpSpPr>
          <p:grpSpPr>
            <a:xfrm>
              <a:off x="3977681" y="3230323"/>
              <a:ext cx="94584" cy="84085"/>
              <a:chOff x="3977681" y="3230323"/>
              <a:chExt cx="94584" cy="84085"/>
            </a:xfrm>
          </p:grpSpPr>
          <p:grpSp>
            <p:nvGrpSpPr>
              <p:cNvPr id="6751" name="Google Shape;6751;p71"/>
              <p:cNvGrpSpPr/>
              <p:nvPr/>
            </p:nvGrpSpPr>
            <p:grpSpPr>
              <a:xfrm>
                <a:off x="4000135" y="3243041"/>
                <a:ext cx="59570" cy="57186"/>
                <a:chOff x="4000135" y="3243041"/>
                <a:chExt cx="59570" cy="57186"/>
              </a:xfrm>
            </p:grpSpPr>
            <p:sp>
              <p:nvSpPr>
                <p:cNvPr id="6752" name="Google Shape;6752;p71"/>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1"/>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1"/>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71"/>
              <p:cNvGrpSpPr/>
              <p:nvPr/>
            </p:nvGrpSpPr>
            <p:grpSpPr>
              <a:xfrm>
                <a:off x="3977681" y="3245872"/>
                <a:ext cx="37783" cy="32380"/>
                <a:chOff x="3977681" y="3245872"/>
                <a:chExt cx="37783" cy="32380"/>
              </a:xfrm>
            </p:grpSpPr>
            <p:sp>
              <p:nvSpPr>
                <p:cNvPr id="6756" name="Google Shape;6756;p71"/>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1"/>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71"/>
              <p:cNvGrpSpPr/>
              <p:nvPr/>
            </p:nvGrpSpPr>
            <p:grpSpPr>
              <a:xfrm>
                <a:off x="4040860" y="3262672"/>
                <a:ext cx="31405" cy="27001"/>
                <a:chOff x="4040860" y="3262672"/>
                <a:chExt cx="31405" cy="27001"/>
              </a:xfrm>
            </p:grpSpPr>
            <p:sp>
              <p:nvSpPr>
                <p:cNvPr id="6759" name="Google Shape;6759;p71"/>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1"/>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71"/>
              <p:cNvGrpSpPr/>
              <p:nvPr/>
            </p:nvGrpSpPr>
            <p:grpSpPr>
              <a:xfrm>
                <a:off x="4021072" y="3230323"/>
                <a:ext cx="31397" cy="26906"/>
                <a:chOff x="4021072" y="3230323"/>
                <a:chExt cx="31397" cy="26906"/>
              </a:xfrm>
            </p:grpSpPr>
            <p:sp>
              <p:nvSpPr>
                <p:cNvPr id="6762" name="Google Shape;6762;p71"/>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1"/>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71"/>
              <p:cNvGrpSpPr/>
              <p:nvPr/>
            </p:nvGrpSpPr>
            <p:grpSpPr>
              <a:xfrm>
                <a:off x="4001472" y="3287462"/>
                <a:ext cx="31499" cy="26945"/>
                <a:chOff x="4001472" y="3287462"/>
                <a:chExt cx="31499" cy="26945"/>
              </a:xfrm>
            </p:grpSpPr>
            <p:sp>
              <p:nvSpPr>
                <p:cNvPr id="6765" name="Google Shape;6765;p71"/>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1"/>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67" name="Google Shape;6767;p71"/>
            <p:cNvGrpSpPr/>
            <p:nvPr/>
          </p:nvGrpSpPr>
          <p:grpSpPr>
            <a:xfrm>
              <a:off x="4084715" y="3258865"/>
              <a:ext cx="184961" cy="137268"/>
              <a:chOff x="4084715" y="3258865"/>
              <a:chExt cx="184961" cy="137268"/>
            </a:xfrm>
          </p:grpSpPr>
          <p:grpSp>
            <p:nvGrpSpPr>
              <p:cNvPr id="6768" name="Google Shape;6768;p71"/>
              <p:cNvGrpSpPr/>
              <p:nvPr/>
            </p:nvGrpSpPr>
            <p:grpSpPr>
              <a:xfrm>
                <a:off x="4107453" y="3271583"/>
                <a:ext cx="153470" cy="110275"/>
                <a:chOff x="4107453" y="3271583"/>
                <a:chExt cx="153470" cy="110275"/>
              </a:xfrm>
            </p:grpSpPr>
            <p:sp>
              <p:nvSpPr>
                <p:cNvPr id="6769" name="Google Shape;6769;p71"/>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1"/>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1"/>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1"/>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71"/>
              <p:cNvGrpSpPr/>
              <p:nvPr/>
            </p:nvGrpSpPr>
            <p:grpSpPr>
              <a:xfrm>
                <a:off x="4136947" y="3258865"/>
                <a:ext cx="31499" cy="27001"/>
                <a:chOff x="4136947" y="3258865"/>
                <a:chExt cx="31499" cy="27001"/>
              </a:xfrm>
            </p:grpSpPr>
            <p:sp>
              <p:nvSpPr>
                <p:cNvPr id="6774" name="Google Shape;6774;p71"/>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1"/>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71"/>
              <p:cNvGrpSpPr/>
              <p:nvPr/>
            </p:nvGrpSpPr>
            <p:grpSpPr>
              <a:xfrm>
                <a:off x="4084715" y="3266478"/>
                <a:ext cx="31468" cy="26898"/>
                <a:chOff x="4084715" y="3266478"/>
                <a:chExt cx="31468" cy="26898"/>
              </a:xfrm>
            </p:grpSpPr>
            <p:sp>
              <p:nvSpPr>
                <p:cNvPr id="6777" name="Google Shape;6777;p71"/>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1"/>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9" name="Google Shape;6779;p71"/>
              <p:cNvGrpSpPr/>
              <p:nvPr/>
            </p:nvGrpSpPr>
            <p:grpSpPr>
              <a:xfrm>
                <a:off x="4159213" y="3279849"/>
                <a:ext cx="31405" cy="26945"/>
                <a:chOff x="4159213" y="3279849"/>
                <a:chExt cx="31405" cy="26945"/>
              </a:xfrm>
            </p:grpSpPr>
            <p:sp>
              <p:nvSpPr>
                <p:cNvPr id="6780" name="Google Shape;6780;p71"/>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1"/>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71"/>
              <p:cNvGrpSpPr/>
              <p:nvPr/>
            </p:nvGrpSpPr>
            <p:grpSpPr>
              <a:xfrm>
                <a:off x="4201550" y="3266502"/>
                <a:ext cx="31405" cy="26883"/>
                <a:chOff x="4201550" y="3266502"/>
                <a:chExt cx="31405" cy="26883"/>
              </a:xfrm>
            </p:grpSpPr>
            <p:sp>
              <p:nvSpPr>
                <p:cNvPr id="6783" name="Google Shape;6783;p71"/>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1"/>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71"/>
              <p:cNvGrpSpPr/>
              <p:nvPr/>
            </p:nvGrpSpPr>
            <p:grpSpPr>
              <a:xfrm>
                <a:off x="4201550" y="3338278"/>
                <a:ext cx="31405" cy="26930"/>
                <a:chOff x="4201550" y="3338278"/>
                <a:chExt cx="31405" cy="26930"/>
              </a:xfrm>
            </p:grpSpPr>
            <p:sp>
              <p:nvSpPr>
                <p:cNvPr id="6786" name="Google Shape;6786;p71"/>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1"/>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71"/>
              <p:cNvGrpSpPr/>
              <p:nvPr/>
            </p:nvGrpSpPr>
            <p:grpSpPr>
              <a:xfrm>
                <a:off x="4238272" y="3369132"/>
                <a:ext cx="31405" cy="27001"/>
                <a:chOff x="4238272" y="3369132"/>
                <a:chExt cx="31405" cy="27001"/>
              </a:xfrm>
            </p:grpSpPr>
            <p:sp>
              <p:nvSpPr>
                <p:cNvPr id="6789" name="Google Shape;6789;p71"/>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1"/>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91" name="Google Shape;6791;p71"/>
            <p:cNvGrpSpPr/>
            <p:nvPr/>
          </p:nvGrpSpPr>
          <p:grpSpPr>
            <a:xfrm>
              <a:off x="4068639" y="3200169"/>
              <a:ext cx="77643" cy="37272"/>
              <a:chOff x="4068639" y="3200169"/>
              <a:chExt cx="77643" cy="37272"/>
            </a:xfrm>
          </p:grpSpPr>
          <p:sp>
            <p:nvSpPr>
              <p:cNvPr id="6792" name="Google Shape;6792;p71"/>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3" name="Google Shape;6793;p71"/>
              <p:cNvGrpSpPr/>
              <p:nvPr/>
            </p:nvGrpSpPr>
            <p:grpSpPr>
              <a:xfrm>
                <a:off x="4114878" y="3200169"/>
                <a:ext cx="31405" cy="26993"/>
                <a:chOff x="4114878" y="3200169"/>
                <a:chExt cx="31405" cy="26993"/>
              </a:xfrm>
            </p:grpSpPr>
            <p:sp>
              <p:nvSpPr>
                <p:cNvPr id="6794" name="Google Shape;6794;p71"/>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1"/>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71"/>
              <p:cNvGrpSpPr/>
              <p:nvPr/>
            </p:nvGrpSpPr>
            <p:grpSpPr>
              <a:xfrm>
                <a:off x="4068639" y="3210535"/>
                <a:ext cx="31499" cy="26906"/>
                <a:chOff x="4068639" y="3210535"/>
                <a:chExt cx="31499" cy="26906"/>
              </a:xfrm>
            </p:grpSpPr>
            <p:sp>
              <p:nvSpPr>
                <p:cNvPr id="6797" name="Google Shape;6797;p71"/>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1"/>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99" name="Google Shape;6799;p71"/>
            <p:cNvGrpSpPr/>
            <p:nvPr/>
          </p:nvGrpSpPr>
          <p:grpSpPr>
            <a:xfrm>
              <a:off x="3869702" y="3066935"/>
              <a:ext cx="382664" cy="190294"/>
              <a:chOff x="3869702" y="3066935"/>
              <a:chExt cx="382664" cy="190294"/>
            </a:xfrm>
          </p:grpSpPr>
          <p:grpSp>
            <p:nvGrpSpPr>
              <p:cNvPr id="6800" name="Google Shape;6800;p71"/>
              <p:cNvGrpSpPr/>
              <p:nvPr/>
            </p:nvGrpSpPr>
            <p:grpSpPr>
              <a:xfrm>
                <a:off x="3888633" y="3082351"/>
                <a:ext cx="351172" cy="160698"/>
                <a:chOff x="3888633" y="3082351"/>
                <a:chExt cx="351172" cy="160698"/>
              </a:xfrm>
            </p:grpSpPr>
            <p:sp>
              <p:nvSpPr>
                <p:cNvPr id="6801" name="Google Shape;6801;p71"/>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1"/>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1"/>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1"/>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1"/>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1"/>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71"/>
              <p:cNvGrpSpPr/>
              <p:nvPr/>
            </p:nvGrpSpPr>
            <p:grpSpPr>
              <a:xfrm>
                <a:off x="4143703" y="3066935"/>
                <a:ext cx="37783" cy="32357"/>
                <a:chOff x="4143703" y="3066935"/>
                <a:chExt cx="37783" cy="32357"/>
              </a:xfrm>
            </p:grpSpPr>
            <p:sp>
              <p:nvSpPr>
                <p:cNvPr id="6808" name="Google Shape;6808;p71"/>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1"/>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71"/>
              <p:cNvGrpSpPr/>
              <p:nvPr/>
            </p:nvGrpSpPr>
            <p:grpSpPr>
              <a:xfrm>
                <a:off x="4044565" y="3103563"/>
                <a:ext cx="37783" cy="32451"/>
                <a:chOff x="4044565" y="3103563"/>
                <a:chExt cx="37783" cy="32451"/>
              </a:xfrm>
            </p:grpSpPr>
            <p:sp>
              <p:nvSpPr>
                <p:cNvPr id="6811" name="Google Shape;6811;p71"/>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1"/>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71"/>
              <p:cNvGrpSpPr/>
              <p:nvPr/>
            </p:nvGrpSpPr>
            <p:grpSpPr>
              <a:xfrm>
                <a:off x="4017454" y="3188237"/>
                <a:ext cx="37776" cy="32357"/>
                <a:chOff x="4017454" y="3188237"/>
                <a:chExt cx="37776" cy="32357"/>
              </a:xfrm>
            </p:grpSpPr>
            <p:sp>
              <p:nvSpPr>
                <p:cNvPr id="6814" name="Google Shape;6814;p71"/>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1"/>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71"/>
              <p:cNvGrpSpPr/>
              <p:nvPr/>
            </p:nvGrpSpPr>
            <p:grpSpPr>
              <a:xfrm>
                <a:off x="3921548" y="3157509"/>
                <a:ext cx="37783" cy="32357"/>
                <a:chOff x="3921548" y="3157509"/>
                <a:chExt cx="37783" cy="32357"/>
              </a:xfrm>
            </p:grpSpPr>
            <p:sp>
              <p:nvSpPr>
                <p:cNvPr id="6817" name="Google Shape;6817;p71"/>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1"/>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71"/>
              <p:cNvGrpSpPr/>
              <p:nvPr/>
            </p:nvGrpSpPr>
            <p:grpSpPr>
              <a:xfrm>
                <a:off x="3939056" y="3211620"/>
                <a:ext cx="37783" cy="32380"/>
                <a:chOff x="3939056" y="3211620"/>
                <a:chExt cx="37783" cy="32380"/>
              </a:xfrm>
            </p:grpSpPr>
            <p:sp>
              <p:nvSpPr>
                <p:cNvPr id="6820" name="Google Shape;6820;p71"/>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1"/>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71"/>
              <p:cNvGrpSpPr/>
              <p:nvPr/>
            </p:nvGrpSpPr>
            <p:grpSpPr>
              <a:xfrm>
                <a:off x="4176240" y="3136965"/>
                <a:ext cx="31405" cy="26930"/>
                <a:chOff x="4176240" y="3136965"/>
                <a:chExt cx="31405" cy="26930"/>
              </a:xfrm>
            </p:grpSpPr>
            <p:sp>
              <p:nvSpPr>
                <p:cNvPr id="6823" name="Google Shape;6823;p71"/>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1"/>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71"/>
              <p:cNvGrpSpPr/>
              <p:nvPr/>
            </p:nvGrpSpPr>
            <p:grpSpPr>
              <a:xfrm>
                <a:off x="4133148" y="3152593"/>
                <a:ext cx="31499" cy="27001"/>
                <a:chOff x="4133148" y="3152593"/>
                <a:chExt cx="31499" cy="27001"/>
              </a:xfrm>
            </p:grpSpPr>
            <p:sp>
              <p:nvSpPr>
                <p:cNvPr id="6826" name="Google Shape;6826;p71"/>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1"/>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71"/>
              <p:cNvGrpSpPr/>
              <p:nvPr/>
            </p:nvGrpSpPr>
            <p:grpSpPr>
              <a:xfrm>
                <a:off x="4220866" y="3073534"/>
                <a:ext cx="31499" cy="26898"/>
                <a:chOff x="4220866" y="3073534"/>
                <a:chExt cx="31499" cy="26898"/>
              </a:xfrm>
            </p:grpSpPr>
            <p:sp>
              <p:nvSpPr>
                <p:cNvPr id="6829" name="Google Shape;6829;p71"/>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1"/>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71"/>
              <p:cNvGrpSpPr/>
              <p:nvPr/>
            </p:nvGrpSpPr>
            <p:grpSpPr>
              <a:xfrm>
                <a:off x="3869702" y="3230323"/>
                <a:ext cx="31499" cy="26906"/>
                <a:chOff x="3869702" y="3230323"/>
                <a:chExt cx="31499" cy="26906"/>
              </a:xfrm>
            </p:grpSpPr>
            <p:sp>
              <p:nvSpPr>
                <p:cNvPr id="6832" name="Google Shape;6832;p71"/>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1"/>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34" name="Google Shape;6834;p71"/>
            <p:cNvGrpSpPr/>
            <p:nvPr/>
          </p:nvGrpSpPr>
          <p:grpSpPr>
            <a:xfrm>
              <a:off x="4271383" y="3065882"/>
              <a:ext cx="304556" cy="341663"/>
              <a:chOff x="4271383" y="3065882"/>
              <a:chExt cx="304556" cy="341663"/>
            </a:xfrm>
          </p:grpSpPr>
          <p:grpSp>
            <p:nvGrpSpPr>
              <p:cNvPr id="6835" name="Google Shape;6835;p71"/>
              <p:cNvGrpSpPr/>
              <p:nvPr/>
            </p:nvGrpSpPr>
            <p:grpSpPr>
              <a:xfrm>
                <a:off x="4293838" y="3078639"/>
                <a:ext cx="269353" cy="311973"/>
                <a:chOff x="4293838" y="3078639"/>
                <a:chExt cx="269353" cy="311973"/>
              </a:xfrm>
            </p:grpSpPr>
            <p:sp>
              <p:nvSpPr>
                <p:cNvPr id="6836" name="Google Shape;6836;p71"/>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1"/>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1"/>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1"/>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1"/>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1"/>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1"/>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1"/>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1"/>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1"/>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1"/>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1"/>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1"/>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1"/>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1"/>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1"/>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1"/>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3" name="Google Shape;6853;p71"/>
              <p:cNvGrpSpPr/>
              <p:nvPr/>
            </p:nvGrpSpPr>
            <p:grpSpPr>
              <a:xfrm>
                <a:off x="4538164" y="3342061"/>
                <a:ext cx="37776" cy="32380"/>
                <a:chOff x="4538164" y="3342061"/>
                <a:chExt cx="37776" cy="32380"/>
              </a:xfrm>
            </p:grpSpPr>
            <p:sp>
              <p:nvSpPr>
                <p:cNvPr id="6854" name="Google Shape;6854;p71"/>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1"/>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6" name="Google Shape;6856;p71"/>
              <p:cNvGrpSpPr/>
              <p:nvPr/>
            </p:nvGrpSpPr>
            <p:grpSpPr>
              <a:xfrm>
                <a:off x="4271383" y="3194742"/>
                <a:ext cx="37783" cy="32420"/>
                <a:chOff x="4271383" y="3194742"/>
                <a:chExt cx="37783" cy="32420"/>
              </a:xfrm>
            </p:grpSpPr>
            <p:sp>
              <p:nvSpPr>
                <p:cNvPr id="6857" name="Google Shape;6857;p71"/>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1"/>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71"/>
              <p:cNvGrpSpPr/>
              <p:nvPr/>
            </p:nvGrpSpPr>
            <p:grpSpPr>
              <a:xfrm>
                <a:off x="4284416" y="3084058"/>
                <a:ext cx="37783" cy="32357"/>
                <a:chOff x="4284416" y="3084058"/>
                <a:chExt cx="37783" cy="32357"/>
              </a:xfrm>
            </p:grpSpPr>
            <p:sp>
              <p:nvSpPr>
                <p:cNvPr id="6860" name="Google Shape;6860;p71"/>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1"/>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71"/>
              <p:cNvGrpSpPr/>
              <p:nvPr/>
            </p:nvGrpSpPr>
            <p:grpSpPr>
              <a:xfrm>
                <a:off x="4478697" y="3297561"/>
                <a:ext cx="37776" cy="32451"/>
                <a:chOff x="4478697" y="3297561"/>
                <a:chExt cx="37776" cy="32451"/>
              </a:xfrm>
            </p:grpSpPr>
            <p:sp>
              <p:nvSpPr>
                <p:cNvPr id="6863" name="Google Shape;6863;p71"/>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1"/>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71"/>
              <p:cNvGrpSpPr/>
              <p:nvPr/>
            </p:nvGrpSpPr>
            <p:grpSpPr>
              <a:xfrm>
                <a:off x="4411813" y="3331711"/>
                <a:ext cx="37776" cy="32451"/>
                <a:chOff x="4411813" y="3331711"/>
                <a:chExt cx="37776" cy="32451"/>
              </a:xfrm>
            </p:grpSpPr>
            <p:sp>
              <p:nvSpPr>
                <p:cNvPr id="6866" name="Google Shape;6866;p71"/>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1"/>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71"/>
              <p:cNvGrpSpPr/>
              <p:nvPr/>
            </p:nvGrpSpPr>
            <p:grpSpPr>
              <a:xfrm>
                <a:off x="4337984" y="3375188"/>
                <a:ext cx="37776" cy="32357"/>
                <a:chOff x="4337984" y="3375188"/>
                <a:chExt cx="37776" cy="32357"/>
              </a:xfrm>
            </p:grpSpPr>
            <p:sp>
              <p:nvSpPr>
                <p:cNvPr id="6869" name="Google Shape;6869;p71"/>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1"/>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71"/>
              <p:cNvGrpSpPr/>
              <p:nvPr/>
            </p:nvGrpSpPr>
            <p:grpSpPr>
              <a:xfrm>
                <a:off x="4494867" y="3090530"/>
                <a:ext cx="37878" cy="32451"/>
                <a:chOff x="4494867" y="3090530"/>
                <a:chExt cx="37878" cy="32451"/>
              </a:xfrm>
            </p:grpSpPr>
            <p:sp>
              <p:nvSpPr>
                <p:cNvPr id="6872" name="Google Shape;6872;p71"/>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1"/>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71"/>
              <p:cNvGrpSpPr/>
              <p:nvPr/>
            </p:nvGrpSpPr>
            <p:grpSpPr>
              <a:xfrm>
                <a:off x="4525124" y="3207774"/>
                <a:ext cx="37783" cy="32420"/>
                <a:chOff x="4525124" y="3207774"/>
                <a:chExt cx="37783" cy="32420"/>
              </a:xfrm>
            </p:grpSpPr>
            <p:sp>
              <p:nvSpPr>
                <p:cNvPr id="6875" name="Google Shape;6875;p71"/>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1"/>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7" name="Google Shape;6877;p71"/>
              <p:cNvGrpSpPr/>
              <p:nvPr/>
            </p:nvGrpSpPr>
            <p:grpSpPr>
              <a:xfrm>
                <a:off x="4440544" y="3176479"/>
                <a:ext cx="31499" cy="26898"/>
                <a:chOff x="4440544" y="3176479"/>
                <a:chExt cx="31499" cy="26898"/>
              </a:xfrm>
            </p:grpSpPr>
            <p:sp>
              <p:nvSpPr>
                <p:cNvPr id="6878" name="Google Shape;6878;p71"/>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1"/>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71"/>
              <p:cNvGrpSpPr/>
              <p:nvPr/>
            </p:nvGrpSpPr>
            <p:grpSpPr>
              <a:xfrm>
                <a:off x="4350545" y="3156400"/>
                <a:ext cx="31405" cy="27001"/>
                <a:chOff x="4350545" y="3156400"/>
                <a:chExt cx="31405" cy="27001"/>
              </a:xfrm>
            </p:grpSpPr>
            <p:sp>
              <p:nvSpPr>
                <p:cNvPr id="6881" name="Google Shape;6881;p71"/>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1"/>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71"/>
              <p:cNvGrpSpPr/>
              <p:nvPr/>
            </p:nvGrpSpPr>
            <p:grpSpPr>
              <a:xfrm>
                <a:off x="4376703" y="3255058"/>
                <a:ext cx="31405" cy="27001"/>
                <a:chOff x="4376703" y="3255058"/>
                <a:chExt cx="31405" cy="27001"/>
              </a:xfrm>
            </p:grpSpPr>
            <p:sp>
              <p:nvSpPr>
                <p:cNvPr id="6884" name="Google Shape;6884;p71"/>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1"/>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71"/>
              <p:cNvGrpSpPr/>
              <p:nvPr/>
            </p:nvGrpSpPr>
            <p:grpSpPr>
              <a:xfrm>
                <a:off x="4331322" y="3283656"/>
                <a:ext cx="31405" cy="26945"/>
                <a:chOff x="4331322" y="3283656"/>
                <a:chExt cx="31405" cy="26945"/>
              </a:xfrm>
            </p:grpSpPr>
            <p:sp>
              <p:nvSpPr>
                <p:cNvPr id="6887" name="Google Shape;6887;p71"/>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1"/>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71"/>
              <p:cNvGrpSpPr/>
              <p:nvPr/>
            </p:nvGrpSpPr>
            <p:grpSpPr>
              <a:xfrm>
                <a:off x="4380510" y="3065882"/>
                <a:ext cx="31405" cy="26938"/>
                <a:chOff x="4380510" y="3065882"/>
                <a:chExt cx="31405" cy="26938"/>
              </a:xfrm>
            </p:grpSpPr>
            <p:sp>
              <p:nvSpPr>
                <p:cNvPr id="6890" name="Google Shape;6890;p71"/>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1"/>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2" name="Google Shape;6892;p71"/>
            <p:cNvGrpSpPr/>
            <p:nvPr/>
          </p:nvGrpSpPr>
          <p:grpSpPr>
            <a:xfrm>
              <a:off x="4558998" y="3188237"/>
              <a:ext cx="1280131" cy="1052746"/>
              <a:chOff x="4558998" y="3188237"/>
              <a:chExt cx="1280131" cy="1052746"/>
            </a:xfrm>
          </p:grpSpPr>
          <p:sp>
            <p:nvSpPr>
              <p:cNvPr id="6893" name="Google Shape;6893;p71"/>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4" name="Google Shape;6894;p71"/>
              <p:cNvGrpSpPr/>
              <p:nvPr/>
            </p:nvGrpSpPr>
            <p:grpSpPr>
              <a:xfrm>
                <a:off x="4579164" y="3203653"/>
                <a:ext cx="1244833" cy="1020397"/>
                <a:chOff x="4579164" y="3203653"/>
                <a:chExt cx="1244833" cy="1020397"/>
              </a:xfrm>
            </p:grpSpPr>
            <p:sp>
              <p:nvSpPr>
                <p:cNvPr id="6895" name="Google Shape;6895;p71"/>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1"/>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7" name="Google Shape;6897;p71"/>
                <p:cNvGrpSpPr/>
                <p:nvPr/>
              </p:nvGrpSpPr>
              <p:grpSpPr>
                <a:xfrm>
                  <a:off x="4579164" y="3203653"/>
                  <a:ext cx="1244833" cy="1020397"/>
                  <a:chOff x="4579164" y="3203653"/>
                  <a:chExt cx="1244833" cy="1020397"/>
                </a:xfrm>
              </p:grpSpPr>
              <p:sp>
                <p:nvSpPr>
                  <p:cNvPr id="6898" name="Google Shape;6898;p71"/>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1"/>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0" name="Google Shape;6900;p71"/>
                  <p:cNvGrpSpPr/>
                  <p:nvPr/>
                </p:nvGrpSpPr>
                <p:grpSpPr>
                  <a:xfrm>
                    <a:off x="4579164" y="3203653"/>
                    <a:ext cx="1244833" cy="1020397"/>
                    <a:chOff x="4579164" y="3203653"/>
                    <a:chExt cx="1244833" cy="1020397"/>
                  </a:xfrm>
                </p:grpSpPr>
                <p:sp>
                  <p:nvSpPr>
                    <p:cNvPr id="6901" name="Google Shape;6901;p71"/>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1"/>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1"/>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1"/>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1"/>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1"/>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1"/>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1"/>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9" name="Google Shape;6909;p71"/>
                    <p:cNvGrpSpPr/>
                    <p:nvPr/>
                  </p:nvGrpSpPr>
                  <p:grpSpPr>
                    <a:xfrm>
                      <a:off x="4579164" y="3203653"/>
                      <a:ext cx="1244833" cy="1020397"/>
                      <a:chOff x="4579164" y="3203653"/>
                      <a:chExt cx="1244833" cy="1020397"/>
                    </a:xfrm>
                  </p:grpSpPr>
                  <p:sp>
                    <p:nvSpPr>
                      <p:cNvPr id="6910" name="Google Shape;6910;p71"/>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1"/>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1"/>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1"/>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1"/>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1"/>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1"/>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1"/>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1"/>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1"/>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1"/>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1"/>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1"/>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1"/>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4" name="Google Shape;6924;p71"/>
                      <p:cNvGrpSpPr/>
                      <p:nvPr/>
                    </p:nvGrpSpPr>
                    <p:grpSpPr>
                      <a:xfrm>
                        <a:off x="4579164" y="3203653"/>
                        <a:ext cx="1244833" cy="1020397"/>
                        <a:chOff x="4579164" y="3203653"/>
                        <a:chExt cx="1244833" cy="1020397"/>
                      </a:xfrm>
                    </p:grpSpPr>
                    <p:sp>
                      <p:nvSpPr>
                        <p:cNvPr id="6925" name="Google Shape;6925;p71"/>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1"/>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1"/>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1"/>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1"/>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1"/>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1"/>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1"/>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1"/>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1"/>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1"/>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1"/>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1"/>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1"/>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1"/>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1"/>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1"/>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1"/>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1"/>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1"/>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1"/>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1"/>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1"/>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1"/>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9" name="Google Shape;6949;p71"/>
                        <p:cNvGrpSpPr/>
                        <p:nvPr/>
                      </p:nvGrpSpPr>
                      <p:grpSpPr>
                        <a:xfrm>
                          <a:off x="4579164" y="3203653"/>
                          <a:ext cx="1244833" cy="1020397"/>
                          <a:chOff x="4579164" y="3203653"/>
                          <a:chExt cx="1244833" cy="1020397"/>
                        </a:xfrm>
                      </p:grpSpPr>
                      <p:sp>
                        <p:nvSpPr>
                          <p:cNvPr id="6950" name="Google Shape;6950;p71"/>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1" name="Google Shape;6951;p71"/>
                          <p:cNvGrpSpPr/>
                          <p:nvPr/>
                        </p:nvGrpSpPr>
                        <p:grpSpPr>
                          <a:xfrm>
                            <a:off x="4579164" y="3203653"/>
                            <a:ext cx="1244833" cy="1020397"/>
                            <a:chOff x="4579164" y="3203653"/>
                            <a:chExt cx="1244833" cy="1020397"/>
                          </a:xfrm>
                        </p:grpSpPr>
                        <p:sp>
                          <p:nvSpPr>
                            <p:cNvPr id="6952" name="Google Shape;6952;p71"/>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1"/>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1"/>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1"/>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1"/>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1"/>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1"/>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9" name="Google Shape;6959;p71"/>
                            <p:cNvGrpSpPr/>
                            <p:nvPr/>
                          </p:nvGrpSpPr>
                          <p:grpSpPr>
                            <a:xfrm>
                              <a:off x="4579164" y="3203653"/>
                              <a:ext cx="1244833" cy="1020397"/>
                              <a:chOff x="4579164" y="3203653"/>
                              <a:chExt cx="1244833" cy="1020397"/>
                            </a:xfrm>
                          </p:grpSpPr>
                          <p:sp>
                            <p:nvSpPr>
                              <p:cNvPr id="6960" name="Google Shape;6960;p71"/>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1"/>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1"/>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1"/>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1"/>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1"/>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1"/>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1"/>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1"/>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1"/>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1"/>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1"/>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1"/>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3" name="Google Shape;6973;p71"/>
                              <p:cNvGrpSpPr/>
                              <p:nvPr/>
                            </p:nvGrpSpPr>
                            <p:grpSpPr>
                              <a:xfrm>
                                <a:off x="4579164" y="3203653"/>
                                <a:ext cx="1244833" cy="1020397"/>
                                <a:chOff x="4579164" y="3203653"/>
                                <a:chExt cx="1244833" cy="1020397"/>
                              </a:xfrm>
                            </p:grpSpPr>
                            <p:sp>
                              <p:nvSpPr>
                                <p:cNvPr id="6974" name="Google Shape;6974;p71"/>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1"/>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1"/>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1"/>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1"/>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1"/>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1"/>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1" name="Google Shape;6981;p71"/>
                                <p:cNvGrpSpPr/>
                                <p:nvPr/>
                              </p:nvGrpSpPr>
                              <p:grpSpPr>
                                <a:xfrm>
                                  <a:off x="4579164" y="3203653"/>
                                  <a:ext cx="1244833" cy="1020397"/>
                                  <a:chOff x="4579164" y="3203653"/>
                                  <a:chExt cx="1244833" cy="1020397"/>
                                </a:xfrm>
                              </p:grpSpPr>
                              <p:sp>
                                <p:nvSpPr>
                                  <p:cNvPr id="6982" name="Google Shape;6982;p71"/>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1"/>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1"/>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1"/>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1"/>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7" name="Google Shape;6987;p71"/>
                                  <p:cNvGrpSpPr/>
                                  <p:nvPr/>
                                </p:nvGrpSpPr>
                                <p:grpSpPr>
                                  <a:xfrm>
                                    <a:off x="4579164" y="3203653"/>
                                    <a:ext cx="1244833" cy="1020397"/>
                                    <a:chOff x="4579164" y="3203653"/>
                                    <a:chExt cx="1244833" cy="1020397"/>
                                  </a:xfrm>
                                </p:grpSpPr>
                                <p:sp>
                                  <p:nvSpPr>
                                    <p:cNvPr id="6988" name="Google Shape;6988;p71"/>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1"/>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1"/>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1"/>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992" name="Google Shape;6992;p71"/>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1"/>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1"/>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995" name="Google Shape;6995;p71"/>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996" name="Google Shape;6996;p71"/>
              <p:cNvGrpSpPr/>
              <p:nvPr/>
            </p:nvGrpSpPr>
            <p:grpSpPr>
              <a:xfrm>
                <a:off x="4595437" y="3598775"/>
                <a:ext cx="37776" cy="32451"/>
                <a:chOff x="4595437" y="3598775"/>
                <a:chExt cx="37776" cy="32451"/>
              </a:xfrm>
            </p:grpSpPr>
            <p:sp>
              <p:nvSpPr>
                <p:cNvPr id="6997" name="Google Shape;6997;p71"/>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1"/>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71"/>
              <p:cNvGrpSpPr/>
              <p:nvPr/>
            </p:nvGrpSpPr>
            <p:grpSpPr>
              <a:xfrm>
                <a:off x="4641864" y="3524443"/>
                <a:ext cx="37776" cy="32380"/>
                <a:chOff x="4641864" y="3524443"/>
                <a:chExt cx="37776" cy="32380"/>
              </a:xfrm>
            </p:grpSpPr>
            <p:sp>
              <p:nvSpPr>
                <p:cNvPr id="7000" name="Google Shape;7000;p71"/>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1"/>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71"/>
              <p:cNvGrpSpPr/>
              <p:nvPr/>
            </p:nvGrpSpPr>
            <p:grpSpPr>
              <a:xfrm>
                <a:off x="4648431" y="3893901"/>
                <a:ext cx="37776" cy="32357"/>
                <a:chOff x="4648431" y="3893901"/>
                <a:chExt cx="37776" cy="32357"/>
              </a:xfrm>
            </p:grpSpPr>
            <p:sp>
              <p:nvSpPr>
                <p:cNvPr id="7003" name="Google Shape;7003;p71"/>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1"/>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5" name="Google Shape;7005;p71"/>
              <p:cNvGrpSpPr/>
              <p:nvPr/>
            </p:nvGrpSpPr>
            <p:grpSpPr>
              <a:xfrm>
                <a:off x="4567752" y="3722908"/>
                <a:ext cx="37870" cy="32380"/>
                <a:chOff x="4567752" y="3722908"/>
                <a:chExt cx="37870" cy="32380"/>
              </a:xfrm>
            </p:grpSpPr>
            <p:sp>
              <p:nvSpPr>
                <p:cNvPr id="7006" name="Google Shape;7006;p71"/>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1"/>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71"/>
              <p:cNvGrpSpPr/>
              <p:nvPr/>
            </p:nvGrpSpPr>
            <p:grpSpPr>
              <a:xfrm>
                <a:off x="4617506" y="3652052"/>
                <a:ext cx="37783" cy="32357"/>
                <a:chOff x="4617506" y="3652052"/>
                <a:chExt cx="37783" cy="32357"/>
              </a:xfrm>
            </p:grpSpPr>
            <p:sp>
              <p:nvSpPr>
                <p:cNvPr id="7009" name="Google Shape;7009;p71"/>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1"/>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71"/>
              <p:cNvGrpSpPr/>
              <p:nvPr/>
            </p:nvGrpSpPr>
            <p:grpSpPr>
              <a:xfrm>
                <a:off x="4739005" y="3554149"/>
                <a:ext cx="37870" cy="32357"/>
                <a:chOff x="4739005" y="3554149"/>
                <a:chExt cx="37870" cy="32357"/>
              </a:xfrm>
            </p:grpSpPr>
            <p:sp>
              <p:nvSpPr>
                <p:cNvPr id="7012" name="Google Shape;7012;p71"/>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1"/>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71"/>
              <p:cNvGrpSpPr/>
              <p:nvPr/>
            </p:nvGrpSpPr>
            <p:grpSpPr>
              <a:xfrm>
                <a:off x="4806557" y="3630258"/>
                <a:ext cx="37776" cy="32364"/>
                <a:chOff x="4806557" y="3630258"/>
                <a:chExt cx="37776" cy="32364"/>
              </a:xfrm>
            </p:grpSpPr>
            <p:sp>
              <p:nvSpPr>
                <p:cNvPr id="7015" name="Google Shape;7015;p71"/>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1"/>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71"/>
              <p:cNvGrpSpPr/>
              <p:nvPr/>
            </p:nvGrpSpPr>
            <p:grpSpPr>
              <a:xfrm>
                <a:off x="4737007" y="4004357"/>
                <a:ext cx="37870" cy="32357"/>
                <a:chOff x="4737007" y="4004357"/>
                <a:chExt cx="37870" cy="32357"/>
              </a:xfrm>
            </p:grpSpPr>
            <p:sp>
              <p:nvSpPr>
                <p:cNvPr id="7018" name="Google Shape;7018;p71"/>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1"/>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71"/>
              <p:cNvGrpSpPr/>
              <p:nvPr/>
            </p:nvGrpSpPr>
            <p:grpSpPr>
              <a:xfrm>
                <a:off x="4773634" y="4208627"/>
                <a:ext cx="37776" cy="32357"/>
                <a:chOff x="4773634" y="4208627"/>
                <a:chExt cx="37776" cy="32357"/>
              </a:xfrm>
            </p:grpSpPr>
            <p:sp>
              <p:nvSpPr>
                <p:cNvPr id="7021" name="Google Shape;7021;p71"/>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1"/>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71"/>
              <p:cNvGrpSpPr/>
              <p:nvPr/>
            </p:nvGrpSpPr>
            <p:grpSpPr>
              <a:xfrm>
                <a:off x="4888282" y="4074764"/>
                <a:ext cx="37776" cy="32451"/>
                <a:chOff x="4888282" y="4074764"/>
                <a:chExt cx="37776" cy="32451"/>
              </a:xfrm>
            </p:grpSpPr>
            <p:sp>
              <p:nvSpPr>
                <p:cNvPr id="7024" name="Google Shape;7024;p71"/>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1"/>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71"/>
              <p:cNvGrpSpPr/>
              <p:nvPr/>
            </p:nvGrpSpPr>
            <p:grpSpPr>
              <a:xfrm>
                <a:off x="4901315" y="3804271"/>
                <a:ext cx="37776" cy="32364"/>
                <a:chOff x="4901315" y="3804271"/>
                <a:chExt cx="37776" cy="32364"/>
              </a:xfrm>
            </p:grpSpPr>
            <p:sp>
              <p:nvSpPr>
                <p:cNvPr id="7027" name="Google Shape;7027;p71"/>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1"/>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71"/>
              <p:cNvGrpSpPr/>
              <p:nvPr/>
            </p:nvGrpSpPr>
            <p:grpSpPr>
              <a:xfrm>
                <a:off x="4866394" y="3715035"/>
                <a:ext cx="37846" cy="32357"/>
                <a:chOff x="4866394" y="3715035"/>
                <a:chExt cx="37846" cy="32357"/>
              </a:xfrm>
            </p:grpSpPr>
            <p:sp>
              <p:nvSpPr>
                <p:cNvPr id="7030" name="Google Shape;7030;p71"/>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1"/>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71"/>
              <p:cNvGrpSpPr/>
              <p:nvPr/>
            </p:nvGrpSpPr>
            <p:grpSpPr>
              <a:xfrm>
                <a:off x="4979233" y="3839798"/>
                <a:ext cx="37878" cy="32420"/>
                <a:chOff x="4979233" y="3839798"/>
                <a:chExt cx="37878" cy="32420"/>
              </a:xfrm>
            </p:grpSpPr>
            <p:sp>
              <p:nvSpPr>
                <p:cNvPr id="7033" name="Google Shape;7033;p71"/>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1"/>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71"/>
              <p:cNvGrpSpPr/>
              <p:nvPr/>
            </p:nvGrpSpPr>
            <p:grpSpPr>
              <a:xfrm>
                <a:off x="4790662" y="3679147"/>
                <a:ext cx="37783" cy="32380"/>
                <a:chOff x="4790662" y="3679147"/>
                <a:chExt cx="37783" cy="32380"/>
              </a:xfrm>
            </p:grpSpPr>
            <p:sp>
              <p:nvSpPr>
                <p:cNvPr id="7036" name="Google Shape;7036;p71"/>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1"/>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71"/>
              <p:cNvGrpSpPr/>
              <p:nvPr/>
            </p:nvGrpSpPr>
            <p:grpSpPr>
              <a:xfrm>
                <a:off x="4857263" y="3557861"/>
                <a:ext cx="37776" cy="32357"/>
                <a:chOff x="4857263" y="3557861"/>
                <a:chExt cx="37776" cy="32357"/>
              </a:xfrm>
            </p:grpSpPr>
            <p:sp>
              <p:nvSpPr>
                <p:cNvPr id="7039" name="Google Shape;7039;p71"/>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1"/>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71"/>
              <p:cNvGrpSpPr/>
              <p:nvPr/>
            </p:nvGrpSpPr>
            <p:grpSpPr>
              <a:xfrm>
                <a:off x="4883902" y="3648033"/>
                <a:ext cx="37783" cy="32380"/>
                <a:chOff x="4883902" y="3648033"/>
                <a:chExt cx="37783" cy="32380"/>
              </a:xfrm>
            </p:grpSpPr>
            <p:sp>
              <p:nvSpPr>
                <p:cNvPr id="7042" name="Google Shape;7042;p71"/>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1"/>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71"/>
              <p:cNvGrpSpPr/>
              <p:nvPr/>
            </p:nvGrpSpPr>
            <p:grpSpPr>
              <a:xfrm>
                <a:off x="4907780" y="3347220"/>
                <a:ext cx="37878" cy="32357"/>
                <a:chOff x="4907780" y="3347220"/>
                <a:chExt cx="37878" cy="32357"/>
              </a:xfrm>
            </p:grpSpPr>
            <p:sp>
              <p:nvSpPr>
                <p:cNvPr id="7045" name="Google Shape;7045;p71"/>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1"/>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71"/>
              <p:cNvGrpSpPr/>
              <p:nvPr/>
            </p:nvGrpSpPr>
            <p:grpSpPr>
              <a:xfrm>
                <a:off x="5065048" y="3738150"/>
                <a:ext cx="37783" cy="32364"/>
                <a:chOff x="5065048" y="3738150"/>
                <a:chExt cx="37783" cy="32364"/>
              </a:xfrm>
            </p:grpSpPr>
            <p:sp>
              <p:nvSpPr>
                <p:cNvPr id="7048" name="Google Shape;7048;p71"/>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1"/>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71"/>
              <p:cNvGrpSpPr/>
              <p:nvPr/>
            </p:nvGrpSpPr>
            <p:grpSpPr>
              <a:xfrm>
                <a:off x="5071616" y="3284615"/>
                <a:ext cx="37783" cy="32357"/>
                <a:chOff x="5071616" y="3284615"/>
                <a:chExt cx="37783" cy="32357"/>
              </a:xfrm>
            </p:grpSpPr>
            <p:sp>
              <p:nvSpPr>
                <p:cNvPr id="7051" name="Google Shape;7051;p71"/>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1"/>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71"/>
              <p:cNvGrpSpPr/>
              <p:nvPr/>
            </p:nvGrpSpPr>
            <p:grpSpPr>
              <a:xfrm>
                <a:off x="5389291" y="3759921"/>
                <a:ext cx="37783" cy="32380"/>
                <a:chOff x="5389291" y="3759921"/>
                <a:chExt cx="37783" cy="32380"/>
              </a:xfrm>
            </p:grpSpPr>
            <p:sp>
              <p:nvSpPr>
                <p:cNvPr id="7054" name="Google Shape;7054;p71"/>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1"/>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1"/>
              <p:cNvGrpSpPr/>
              <p:nvPr/>
            </p:nvGrpSpPr>
            <p:grpSpPr>
              <a:xfrm>
                <a:off x="5431534" y="3632932"/>
                <a:ext cx="37878" cy="32451"/>
                <a:chOff x="5431534" y="3632932"/>
                <a:chExt cx="37878" cy="32451"/>
              </a:xfrm>
            </p:grpSpPr>
            <p:sp>
              <p:nvSpPr>
                <p:cNvPr id="7057" name="Google Shape;7057;p71"/>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1"/>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71"/>
              <p:cNvGrpSpPr/>
              <p:nvPr/>
            </p:nvGrpSpPr>
            <p:grpSpPr>
              <a:xfrm>
                <a:off x="5540755" y="3544829"/>
                <a:ext cx="37783" cy="32357"/>
                <a:chOff x="5540755" y="3544829"/>
                <a:chExt cx="37783" cy="32357"/>
              </a:xfrm>
            </p:grpSpPr>
            <p:sp>
              <p:nvSpPr>
                <p:cNvPr id="7060" name="Google Shape;7060;p71"/>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1"/>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71"/>
              <p:cNvGrpSpPr/>
              <p:nvPr/>
            </p:nvGrpSpPr>
            <p:grpSpPr>
              <a:xfrm>
                <a:off x="5579293" y="3412107"/>
                <a:ext cx="37776" cy="32357"/>
                <a:chOff x="5579293" y="3412107"/>
                <a:chExt cx="37776" cy="32357"/>
              </a:xfrm>
            </p:grpSpPr>
            <p:sp>
              <p:nvSpPr>
                <p:cNvPr id="7063" name="Google Shape;7063;p71"/>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1"/>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71"/>
              <p:cNvGrpSpPr/>
              <p:nvPr/>
            </p:nvGrpSpPr>
            <p:grpSpPr>
              <a:xfrm>
                <a:off x="5801346" y="3284615"/>
                <a:ext cx="37783" cy="32357"/>
                <a:chOff x="5801346" y="3284615"/>
                <a:chExt cx="37783" cy="32357"/>
              </a:xfrm>
            </p:grpSpPr>
            <p:sp>
              <p:nvSpPr>
                <p:cNvPr id="7066" name="Google Shape;7066;p71"/>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1"/>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71"/>
              <p:cNvGrpSpPr/>
              <p:nvPr/>
            </p:nvGrpSpPr>
            <p:grpSpPr>
              <a:xfrm>
                <a:off x="5763578" y="3399067"/>
                <a:ext cx="37776" cy="32364"/>
                <a:chOff x="5763578" y="3399067"/>
                <a:chExt cx="37776" cy="32364"/>
              </a:xfrm>
            </p:grpSpPr>
            <p:sp>
              <p:nvSpPr>
                <p:cNvPr id="7069" name="Google Shape;7069;p71"/>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1"/>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71"/>
              <p:cNvGrpSpPr/>
              <p:nvPr/>
            </p:nvGrpSpPr>
            <p:grpSpPr>
              <a:xfrm>
                <a:off x="5395858" y="3230952"/>
                <a:ext cx="37776" cy="32364"/>
                <a:chOff x="5395858" y="3230952"/>
                <a:chExt cx="37776" cy="32364"/>
              </a:xfrm>
            </p:grpSpPr>
            <p:sp>
              <p:nvSpPr>
                <p:cNvPr id="7072" name="Google Shape;7072;p71"/>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1"/>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71"/>
              <p:cNvGrpSpPr/>
              <p:nvPr/>
            </p:nvGrpSpPr>
            <p:grpSpPr>
              <a:xfrm>
                <a:off x="5264088" y="3188237"/>
                <a:ext cx="37776" cy="32357"/>
                <a:chOff x="5264088" y="3188237"/>
                <a:chExt cx="37776" cy="32357"/>
              </a:xfrm>
            </p:grpSpPr>
            <p:sp>
              <p:nvSpPr>
                <p:cNvPr id="7075" name="Google Shape;7075;p71"/>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1"/>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71"/>
              <p:cNvGrpSpPr/>
              <p:nvPr/>
            </p:nvGrpSpPr>
            <p:grpSpPr>
              <a:xfrm>
                <a:off x="5585758" y="3237425"/>
                <a:ext cx="37878" cy="32357"/>
                <a:chOff x="5585758" y="3237425"/>
                <a:chExt cx="37878" cy="32357"/>
              </a:xfrm>
            </p:grpSpPr>
            <p:sp>
              <p:nvSpPr>
                <p:cNvPr id="7078" name="Google Shape;7078;p71"/>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1"/>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71"/>
              <p:cNvGrpSpPr/>
              <p:nvPr/>
            </p:nvGrpSpPr>
            <p:grpSpPr>
              <a:xfrm>
                <a:off x="4874196" y="3291088"/>
                <a:ext cx="37878" cy="32451"/>
                <a:chOff x="4874196" y="3291088"/>
                <a:chExt cx="37878" cy="32451"/>
              </a:xfrm>
            </p:grpSpPr>
            <p:sp>
              <p:nvSpPr>
                <p:cNvPr id="7081" name="Google Shape;7081;p71"/>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1"/>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71"/>
              <p:cNvGrpSpPr/>
              <p:nvPr/>
            </p:nvGrpSpPr>
            <p:grpSpPr>
              <a:xfrm>
                <a:off x="5197770" y="3785466"/>
                <a:ext cx="37783" cy="32427"/>
                <a:chOff x="5197770" y="3785466"/>
                <a:chExt cx="37783" cy="32427"/>
              </a:xfrm>
            </p:grpSpPr>
            <p:sp>
              <p:nvSpPr>
                <p:cNvPr id="7084" name="Google Shape;7084;p71"/>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1"/>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71"/>
              <p:cNvGrpSpPr/>
              <p:nvPr/>
            </p:nvGrpSpPr>
            <p:grpSpPr>
              <a:xfrm>
                <a:off x="5177699" y="3492117"/>
                <a:ext cx="37776" cy="32357"/>
                <a:chOff x="5177699" y="3492117"/>
                <a:chExt cx="37776" cy="32357"/>
              </a:xfrm>
            </p:grpSpPr>
            <p:sp>
              <p:nvSpPr>
                <p:cNvPr id="7087" name="Google Shape;7087;p71"/>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1"/>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71"/>
              <p:cNvGrpSpPr/>
              <p:nvPr/>
            </p:nvGrpSpPr>
            <p:grpSpPr>
              <a:xfrm>
                <a:off x="5349431" y="3622346"/>
                <a:ext cx="37870" cy="32380"/>
                <a:chOff x="5349431" y="3622346"/>
                <a:chExt cx="37870" cy="32380"/>
              </a:xfrm>
            </p:grpSpPr>
            <p:sp>
              <p:nvSpPr>
                <p:cNvPr id="7090" name="Google Shape;7090;p71"/>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1"/>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71"/>
              <p:cNvGrpSpPr/>
              <p:nvPr/>
            </p:nvGrpSpPr>
            <p:grpSpPr>
              <a:xfrm>
                <a:off x="5068855" y="3563980"/>
                <a:ext cx="53954" cy="46223"/>
                <a:chOff x="5068855" y="3563980"/>
                <a:chExt cx="53954" cy="46223"/>
              </a:xfrm>
            </p:grpSpPr>
            <p:sp>
              <p:nvSpPr>
                <p:cNvPr id="7093" name="Google Shape;7093;p71"/>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1"/>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71"/>
              <p:cNvGrpSpPr/>
              <p:nvPr/>
            </p:nvGrpSpPr>
            <p:grpSpPr>
              <a:xfrm>
                <a:off x="5037654" y="3392507"/>
                <a:ext cx="37870" cy="32451"/>
                <a:chOff x="5037654" y="3392507"/>
                <a:chExt cx="37870" cy="32451"/>
              </a:xfrm>
            </p:grpSpPr>
            <p:sp>
              <p:nvSpPr>
                <p:cNvPr id="7096" name="Google Shape;7096;p71"/>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1"/>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71"/>
              <p:cNvGrpSpPr/>
              <p:nvPr/>
            </p:nvGrpSpPr>
            <p:grpSpPr>
              <a:xfrm>
                <a:off x="5456560" y="3368629"/>
                <a:ext cx="37870" cy="32451"/>
                <a:chOff x="5456560" y="3368629"/>
                <a:chExt cx="37870" cy="32451"/>
              </a:xfrm>
            </p:grpSpPr>
            <p:sp>
              <p:nvSpPr>
                <p:cNvPr id="7099" name="Google Shape;7099;p71"/>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1"/>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71"/>
              <p:cNvGrpSpPr/>
              <p:nvPr/>
            </p:nvGrpSpPr>
            <p:grpSpPr>
              <a:xfrm>
                <a:off x="4755749" y="3501516"/>
                <a:ext cx="46246" cy="39608"/>
                <a:chOff x="4755749" y="3501516"/>
                <a:chExt cx="46246" cy="39608"/>
              </a:xfrm>
            </p:grpSpPr>
            <p:sp>
              <p:nvSpPr>
                <p:cNvPr id="7102" name="Google Shape;7102;p71"/>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1"/>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71"/>
              <p:cNvGrpSpPr/>
              <p:nvPr/>
            </p:nvGrpSpPr>
            <p:grpSpPr>
              <a:xfrm>
                <a:off x="4681346" y="3485582"/>
                <a:ext cx="37783" cy="32427"/>
                <a:chOff x="4681346" y="3485582"/>
                <a:chExt cx="37783" cy="32427"/>
              </a:xfrm>
            </p:grpSpPr>
            <p:sp>
              <p:nvSpPr>
                <p:cNvPr id="7105" name="Google Shape;7105;p71"/>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1"/>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71"/>
              <p:cNvGrpSpPr/>
              <p:nvPr/>
            </p:nvGrpSpPr>
            <p:grpSpPr>
              <a:xfrm>
                <a:off x="4767067" y="3291088"/>
                <a:ext cx="37878" cy="32451"/>
                <a:chOff x="4767067" y="3291088"/>
                <a:chExt cx="37878" cy="32451"/>
              </a:xfrm>
            </p:grpSpPr>
            <p:sp>
              <p:nvSpPr>
                <p:cNvPr id="7108" name="Google Shape;7108;p71"/>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1"/>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71"/>
              <p:cNvGrpSpPr/>
              <p:nvPr/>
            </p:nvGrpSpPr>
            <p:grpSpPr>
              <a:xfrm>
                <a:off x="4687819" y="3405539"/>
                <a:ext cx="37776" cy="32451"/>
                <a:chOff x="4687819" y="3405539"/>
                <a:chExt cx="37776" cy="32451"/>
              </a:xfrm>
            </p:grpSpPr>
            <p:sp>
              <p:nvSpPr>
                <p:cNvPr id="7111" name="Google Shape;7111;p71"/>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1"/>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71"/>
              <p:cNvGrpSpPr/>
              <p:nvPr/>
            </p:nvGrpSpPr>
            <p:grpSpPr>
              <a:xfrm>
                <a:off x="4923101" y="3444809"/>
                <a:ext cx="52813" cy="45318"/>
                <a:chOff x="4923101" y="3444809"/>
                <a:chExt cx="52813" cy="45318"/>
              </a:xfrm>
            </p:grpSpPr>
            <p:sp>
              <p:nvSpPr>
                <p:cNvPr id="7114" name="Google Shape;7114;p71"/>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1"/>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71"/>
              <p:cNvGrpSpPr/>
              <p:nvPr/>
            </p:nvGrpSpPr>
            <p:grpSpPr>
              <a:xfrm>
                <a:off x="4846040" y="3654750"/>
                <a:ext cx="31405" cy="26993"/>
                <a:chOff x="4846040" y="3654750"/>
                <a:chExt cx="31405" cy="26993"/>
              </a:xfrm>
            </p:grpSpPr>
            <p:sp>
              <p:nvSpPr>
                <p:cNvPr id="7117" name="Google Shape;7117;p71"/>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1"/>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71"/>
              <p:cNvGrpSpPr/>
              <p:nvPr/>
            </p:nvGrpSpPr>
            <p:grpSpPr>
              <a:xfrm>
                <a:off x="4925673" y="3691700"/>
                <a:ext cx="40253" cy="34472"/>
                <a:chOff x="4925673" y="3691700"/>
                <a:chExt cx="40253" cy="34472"/>
              </a:xfrm>
            </p:grpSpPr>
            <p:sp>
              <p:nvSpPr>
                <p:cNvPr id="7120" name="Google Shape;7120;p71"/>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1"/>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71"/>
              <p:cNvGrpSpPr/>
              <p:nvPr/>
            </p:nvGrpSpPr>
            <p:grpSpPr>
              <a:xfrm>
                <a:off x="4894653" y="3740848"/>
                <a:ext cx="31405" cy="26906"/>
                <a:chOff x="4894653" y="3740848"/>
                <a:chExt cx="31405" cy="26906"/>
              </a:xfrm>
            </p:grpSpPr>
            <p:sp>
              <p:nvSpPr>
                <p:cNvPr id="7123" name="Google Shape;7123;p71"/>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1"/>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71"/>
              <p:cNvGrpSpPr/>
              <p:nvPr/>
            </p:nvGrpSpPr>
            <p:grpSpPr>
              <a:xfrm>
                <a:off x="4962300" y="3696348"/>
                <a:ext cx="38255" cy="32773"/>
                <a:chOff x="4962300" y="3696348"/>
                <a:chExt cx="38255" cy="32773"/>
              </a:xfrm>
            </p:grpSpPr>
            <p:sp>
              <p:nvSpPr>
                <p:cNvPr id="7126" name="Google Shape;7126;p71"/>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1"/>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71"/>
              <p:cNvGrpSpPr/>
              <p:nvPr/>
            </p:nvGrpSpPr>
            <p:grpSpPr>
              <a:xfrm>
                <a:off x="4980185" y="3743349"/>
                <a:ext cx="31499" cy="26969"/>
                <a:chOff x="4980185" y="3743349"/>
                <a:chExt cx="31499" cy="26969"/>
              </a:xfrm>
            </p:grpSpPr>
            <p:sp>
              <p:nvSpPr>
                <p:cNvPr id="7129" name="Google Shape;7129;p71"/>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1"/>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71"/>
              <p:cNvGrpSpPr/>
              <p:nvPr/>
            </p:nvGrpSpPr>
            <p:grpSpPr>
              <a:xfrm>
                <a:off x="5013768" y="3734312"/>
                <a:ext cx="31499" cy="26969"/>
                <a:chOff x="5013768" y="3734312"/>
                <a:chExt cx="31499" cy="26969"/>
              </a:xfrm>
            </p:grpSpPr>
            <p:sp>
              <p:nvSpPr>
                <p:cNvPr id="7132" name="Google Shape;7132;p71"/>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1"/>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71"/>
              <p:cNvGrpSpPr/>
              <p:nvPr/>
            </p:nvGrpSpPr>
            <p:grpSpPr>
              <a:xfrm>
                <a:off x="5036703" y="3764545"/>
                <a:ext cx="31499" cy="26898"/>
                <a:chOff x="5036703" y="3764545"/>
                <a:chExt cx="31499" cy="26898"/>
              </a:xfrm>
            </p:grpSpPr>
            <p:sp>
              <p:nvSpPr>
                <p:cNvPr id="7135" name="Google Shape;7135;p71"/>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1"/>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71"/>
              <p:cNvGrpSpPr/>
              <p:nvPr/>
            </p:nvGrpSpPr>
            <p:grpSpPr>
              <a:xfrm>
                <a:off x="4953546" y="3768352"/>
                <a:ext cx="31405" cy="26898"/>
                <a:chOff x="4953546" y="3768352"/>
                <a:chExt cx="31405" cy="26898"/>
              </a:xfrm>
            </p:grpSpPr>
            <p:sp>
              <p:nvSpPr>
                <p:cNvPr id="7138" name="Google Shape;7138;p71"/>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1"/>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71"/>
              <p:cNvGrpSpPr/>
              <p:nvPr/>
            </p:nvGrpSpPr>
            <p:grpSpPr>
              <a:xfrm>
                <a:off x="4964770" y="3814016"/>
                <a:ext cx="31499" cy="26993"/>
                <a:chOff x="4964770" y="3814016"/>
                <a:chExt cx="31499" cy="26993"/>
              </a:xfrm>
            </p:grpSpPr>
            <p:sp>
              <p:nvSpPr>
                <p:cNvPr id="7141" name="Google Shape;7141;p71"/>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1"/>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71"/>
              <p:cNvGrpSpPr/>
              <p:nvPr/>
            </p:nvGrpSpPr>
            <p:grpSpPr>
              <a:xfrm>
                <a:off x="4923290" y="3800504"/>
                <a:ext cx="31468" cy="26898"/>
                <a:chOff x="4923290" y="3800504"/>
                <a:chExt cx="31468" cy="26898"/>
              </a:xfrm>
            </p:grpSpPr>
            <p:sp>
              <p:nvSpPr>
                <p:cNvPr id="7144" name="Google Shape;7144;p71"/>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1"/>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71"/>
              <p:cNvGrpSpPr/>
              <p:nvPr/>
            </p:nvGrpSpPr>
            <p:grpSpPr>
              <a:xfrm>
                <a:off x="5108534" y="3650943"/>
                <a:ext cx="31405" cy="26993"/>
                <a:chOff x="5108534" y="3650943"/>
                <a:chExt cx="31405" cy="26993"/>
              </a:xfrm>
            </p:grpSpPr>
            <p:sp>
              <p:nvSpPr>
                <p:cNvPr id="7147" name="Google Shape;7147;p71"/>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1"/>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71"/>
              <p:cNvGrpSpPr/>
              <p:nvPr/>
            </p:nvGrpSpPr>
            <p:grpSpPr>
              <a:xfrm>
                <a:off x="5119380" y="3760739"/>
                <a:ext cx="31499" cy="26993"/>
                <a:chOff x="5119380" y="3760739"/>
                <a:chExt cx="31499" cy="26993"/>
              </a:xfrm>
            </p:grpSpPr>
            <p:sp>
              <p:nvSpPr>
                <p:cNvPr id="7150" name="Google Shape;7150;p71"/>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1"/>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71"/>
              <p:cNvGrpSpPr/>
              <p:nvPr/>
            </p:nvGrpSpPr>
            <p:grpSpPr>
              <a:xfrm>
                <a:off x="5119380" y="3788235"/>
                <a:ext cx="31499" cy="26993"/>
                <a:chOff x="5119380" y="3788235"/>
                <a:chExt cx="31499" cy="26993"/>
              </a:xfrm>
            </p:grpSpPr>
            <p:sp>
              <p:nvSpPr>
                <p:cNvPr id="7153" name="Google Shape;7153;p71"/>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1"/>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71"/>
              <p:cNvGrpSpPr/>
              <p:nvPr/>
            </p:nvGrpSpPr>
            <p:grpSpPr>
              <a:xfrm>
                <a:off x="5158005" y="3875284"/>
                <a:ext cx="31405" cy="27001"/>
                <a:chOff x="5158005" y="3875284"/>
                <a:chExt cx="31405" cy="27001"/>
              </a:xfrm>
            </p:grpSpPr>
            <p:sp>
              <p:nvSpPr>
                <p:cNvPr id="7156" name="Google Shape;7156;p71"/>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1"/>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71"/>
              <p:cNvGrpSpPr/>
              <p:nvPr/>
            </p:nvGrpSpPr>
            <p:grpSpPr>
              <a:xfrm>
                <a:off x="5233163" y="3764545"/>
                <a:ext cx="31499" cy="26898"/>
                <a:chOff x="5233163" y="3764545"/>
                <a:chExt cx="31499" cy="26898"/>
              </a:xfrm>
            </p:grpSpPr>
            <p:sp>
              <p:nvSpPr>
                <p:cNvPr id="7159" name="Google Shape;7159;p71"/>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1"/>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71"/>
              <p:cNvGrpSpPr/>
              <p:nvPr/>
            </p:nvGrpSpPr>
            <p:grpSpPr>
              <a:xfrm>
                <a:off x="5276168" y="3805545"/>
                <a:ext cx="31499" cy="26906"/>
                <a:chOff x="5276168" y="3805545"/>
                <a:chExt cx="31499" cy="26906"/>
              </a:xfrm>
            </p:grpSpPr>
            <p:sp>
              <p:nvSpPr>
                <p:cNvPr id="7162" name="Google Shape;7162;p71"/>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1"/>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71"/>
              <p:cNvGrpSpPr/>
              <p:nvPr/>
            </p:nvGrpSpPr>
            <p:grpSpPr>
              <a:xfrm>
                <a:off x="5294053" y="3851933"/>
                <a:ext cx="31405" cy="26945"/>
                <a:chOff x="5294053" y="3851933"/>
                <a:chExt cx="31405" cy="26945"/>
              </a:xfrm>
            </p:grpSpPr>
            <p:sp>
              <p:nvSpPr>
                <p:cNvPr id="7165" name="Google Shape;7165;p71"/>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1"/>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71"/>
              <p:cNvGrpSpPr/>
              <p:nvPr/>
            </p:nvGrpSpPr>
            <p:grpSpPr>
              <a:xfrm>
                <a:off x="5341723" y="3851902"/>
                <a:ext cx="31405" cy="26977"/>
                <a:chOff x="5341723" y="3851902"/>
                <a:chExt cx="31405" cy="26977"/>
              </a:xfrm>
            </p:grpSpPr>
            <p:sp>
              <p:nvSpPr>
                <p:cNvPr id="7168" name="Google Shape;7168;p71"/>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1"/>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71"/>
              <p:cNvGrpSpPr/>
              <p:nvPr/>
            </p:nvGrpSpPr>
            <p:grpSpPr>
              <a:xfrm>
                <a:off x="5054871" y="3507855"/>
                <a:ext cx="31405" cy="26993"/>
                <a:chOff x="5054871" y="3507855"/>
                <a:chExt cx="31405" cy="26993"/>
              </a:xfrm>
            </p:grpSpPr>
            <p:sp>
              <p:nvSpPr>
                <p:cNvPr id="7171" name="Google Shape;7171;p71"/>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1"/>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71"/>
              <p:cNvGrpSpPr/>
              <p:nvPr/>
            </p:nvGrpSpPr>
            <p:grpSpPr>
              <a:xfrm>
                <a:off x="4876579" y="3675325"/>
                <a:ext cx="31405" cy="26969"/>
                <a:chOff x="4876579" y="3675325"/>
                <a:chExt cx="31405" cy="26969"/>
              </a:xfrm>
            </p:grpSpPr>
            <p:sp>
              <p:nvSpPr>
                <p:cNvPr id="7174" name="Google Shape;7174;p71"/>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1"/>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1"/>
              <p:cNvGrpSpPr/>
              <p:nvPr/>
            </p:nvGrpSpPr>
            <p:grpSpPr>
              <a:xfrm>
                <a:off x="4842233" y="3688333"/>
                <a:ext cx="31405" cy="26993"/>
                <a:chOff x="4842233" y="3688333"/>
                <a:chExt cx="31405" cy="26993"/>
              </a:xfrm>
            </p:grpSpPr>
            <p:sp>
              <p:nvSpPr>
                <p:cNvPr id="7177" name="Google Shape;7177;p71"/>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1"/>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71"/>
              <p:cNvGrpSpPr/>
              <p:nvPr/>
            </p:nvGrpSpPr>
            <p:grpSpPr>
              <a:xfrm>
                <a:off x="5187876" y="3608032"/>
                <a:ext cx="31405" cy="27001"/>
                <a:chOff x="5187876" y="3608032"/>
                <a:chExt cx="31405" cy="27001"/>
              </a:xfrm>
            </p:grpSpPr>
            <p:sp>
              <p:nvSpPr>
                <p:cNvPr id="7180" name="Google Shape;7180;p71"/>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1"/>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2" name="Google Shape;7182;p71"/>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1"/>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4" name="Google Shape;7184;p71"/>
              <p:cNvGrpSpPr/>
              <p:nvPr/>
            </p:nvGrpSpPr>
            <p:grpSpPr>
              <a:xfrm>
                <a:off x="5269224" y="3304167"/>
                <a:ext cx="40253" cy="34402"/>
                <a:chOff x="5269224" y="3304167"/>
                <a:chExt cx="40253" cy="34402"/>
              </a:xfrm>
            </p:grpSpPr>
            <p:sp>
              <p:nvSpPr>
                <p:cNvPr id="7185" name="Google Shape;7185;p71"/>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1"/>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71"/>
              <p:cNvGrpSpPr/>
              <p:nvPr/>
            </p:nvGrpSpPr>
            <p:grpSpPr>
              <a:xfrm>
                <a:off x="5327354" y="3476615"/>
                <a:ext cx="49864" cy="42723"/>
                <a:chOff x="5327354" y="3476615"/>
                <a:chExt cx="49864" cy="42723"/>
              </a:xfrm>
            </p:grpSpPr>
            <p:sp>
              <p:nvSpPr>
                <p:cNvPr id="7188" name="Google Shape;7188;p71"/>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1"/>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0" name="Google Shape;7190;p71"/>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1"/>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2" name="Google Shape;7192;p71"/>
              <p:cNvGrpSpPr/>
              <p:nvPr/>
            </p:nvGrpSpPr>
            <p:grpSpPr>
              <a:xfrm>
                <a:off x="5341723" y="3775957"/>
                <a:ext cx="31405" cy="26898"/>
                <a:chOff x="5341723" y="3775957"/>
                <a:chExt cx="31405" cy="26898"/>
              </a:xfrm>
            </p:grpSpPr>
            <p:sp>
              <p:nvSpPr>
                <p:cNvPr id="7193" name="Google Shape;7193;p71"/>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1"/>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71"/>
              <p:cNvGrpSpPr/>
              <p:nvPr/>
            </p:nvGrpSpPr>
            <p:grpSpPr>
              <a:xfrm>
                <a:off x="5439053" y="3699274"/>
                <a:ext cx="31405" cy="26898"/>
                <a:chOff x="5439053" y="3699274"/>
                <a:chExt cx="31405" cy="26898"/>
              </a:xfrm>
            </p:grpSpPr>
            <p:sp>
              <p:nvSpPr>
                <p:cNvPr id="7196" name="Google Shape;7196;p71"/>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1"/>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71"/>
              <p:cNvGrpSpPr/>
              <p:nvPr/>
            </p:nvGrpSpPr>
            <p:grpSpPr>
              <a:xfrm>
                <a:off x="5412414" y="3622307"/>
                <a:ext cx="31499" cy="26993"/>
                <a:chOff x="5412414" y="3622307"/>
                <a:chExt cx="31499" cy="26993"/>
              </a:xfrm>
            </p:grpSpPr>
            <p:sp>
              <p:nvSpPr>
                <p:cNvPr id="7199" name="Google Shape;7199;p71"/>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1"/>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71"/>
              <p:cNvGrpSpPr/>
              <p:nvPr/>
            </p:nvGrpSpPr>
            <p:grpSpPr>
              <a:xfrm>
                <a:off x="5476254" y="3473949"/>
                <a:ext cx="26835" cy="26930"/>
                <a:chOff x="5476254" y="3473949"/>
                <a:chExt cx="26835" cy="26930"/>
              </a:xfrm>
            </p:grpSpPr>
            <p:sp>
              <p:nvSpPr>
                <p:cNvPr id="7202" name="Google Shape;7202;p71"/>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1"/>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71"/>
              <p:cNvGrpSpPr/>
              <p:nvPr/>
            </p:nvGrpSpPr>
            <p:grpSpPr>
              <a:xfrm>
                <a:off x="5564547" y="3481594"/>
                <a:ext cx="31397" cy="26898"/>
                <a:chOff x="5564547" y="3481594"/>
                <a:chExt cx="31397" cy="26898"/>
              </a:xfrm>
            </p:grpSpPr>
            <p:sp>
              <p:nvSpPr>
                <p:cNvPr id="7205" name="Google Shape;7205;p71"/>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1"/>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71"/>
              <p:cNvGrpSpPr/>
              <p:nvPr/>
            </p:nvGrpSpPr>
            <p:grpSpPr>
              <a:xfrm>
                <a:off x="5534101" y="3470174"/>
                <a:ext cx="31397" cy="26906"/>
                <a:chOff x="5534101" y="3470174"/>
                <a:chExt cx="31397" cy="26906"/>
              </a:xfrm>
            </p:grpSpPr>
            <p:sp>
              <p:nvSpPr>
                <p:cNvPr id="7208" name="Google Shape;7208;p71"/>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1"/>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71"/>
              <p:cNvGrpSpPr/>
              <p:nvPr/>
            </p:nvGrpSpPr>
            <p:grpSpPr>
              <a:xfrm>
                <a:off x="5610879" y="3314486"/>
                <a:ext cx="31499" cy="26938"/>
                <a:chOff x="5610879" y="3314486"/>
                <a:chExt cx="31499" cy="26938"/>
              </a:xfrm>
            </p:grpSpPr>
            <p:sp>
              <p:nvSpPr>
                <p:cNvPr id="7211" name="Google Shape;7211;p71"/>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1"/>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71"/>
              <p:cNvGrpSpPr/>
              <p:nvPr/>
            </p:nvGrpSpPr>
            <p:grpSpPr>
              <a:xfrm>
                <a:off x="4834525" y="3501382"/>
                <a:ext cx="31499" cy="26898"/>
                <a:chOff x="4834525" y="3501382"/>
                <a:chExt cx="31499" cy="26898"/>
              </a:xfrm>
            </p:grpSpPr>
            <p:sp>
              <p:nvSpPr>
                <p:cNvPr id="7214" name="Google Shape;7214;p71"/>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1"/>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71"/>
              <p:cNvGrpSpPr/>
              <p:nvPr/>
            </p:nvGrpSpPr>
            <p:grpSpPr>
              <a:xfrm>
                <a:off x="4898460" y="3580158"/>
                <a:ext cx="31405" cy="26898"/>
                <a:chOff x="4898460" y="3580158"/>
                <a:chExt cx="31405" cy="26898"/>
              </a:xfrm>
            </p:grpSpPr>
            <p:sp>
              <p:nvSpPr>
                <p:cNvPr id="7217" name="Google Shape;7217;p71"/>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1"/>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71"/>
              <p:cNvGrpSpPr/>
              <p:nvPr/>
            </p:nvGrpSpPr>
            <p:grpSpPr>
              <a:xfrm>
                <a:off x="4882667" y="3608032"/>
                <a:ext cx="31499" cy="27001"/>
                <a:chOff x="4882667" y="3608032"/>
                <a:chExt cx="31499" cy="27001"/>
              </a:xfrm>
            </p:grpSpPr>
            <p:sp>
              <p:nvSpPr>
                <p:cNvPr id="7220" name="Google Shape;7220;p71"/>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1"/>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71"/>
              <p:cNvGrpSpPr/>
              <p:nvPr/>
            </p:nvGrpSpPr>
            <p:grpSpPr>
              <a:xfrm>
                <a:off x="4843373" y="3631407"/>
                <a:ext cx="16273" cy="16186"/>
                <a:chOff x="4843373" y="3631407"/>
                <a:chExt cx="16273" cy="16186"/>
              </a:xfrm>
            </p:grpSpPr>
            <p:sp>
              <p:nvSpPr>
                <p:cNvPr id="7223" name="Google Shape;7223;p71"/>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1"/>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71"/>
              <p:cNvGrpSpPr/>
              <p:nvPr/>
            </p:nvGrpSpPr>
            <p:grpSpPr>
              <a:xfrm>
                <a:off x="4727773" y="3591578"/>
                <a:ext cx="31499" cy="26898"/>
                <a:chOff x="4727773" y="3591578"/>
                <a:chExt cx="31499" cy="26898"/>
              </a:xfrm>
            </p:grpSpPr>
            <p:sp>
              <p:nvSpPr>
                <p:cNvPr id="7226" name="Google Shape;7226;p71"/>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1"/>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8" name="Google Shape;7228;p71"/>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1"/>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0" name="Google Shape;7230;p71"/>
              <p:cNvGrpSpPr/>
              <p:nvPr/>
            </p:nvGrpSpPr>
            <p:grpSpPr>
              <a:xfrm>
                <a:off x="4609421" y="3577398"/>
                <a:ext cx="31499" cy="27001"/>
                <a:chOff x="4609421" y="3577398"/>
                <a:chExt cx="31499" cy="27001"/>
              </a:xfrm>
            </p:grpSpPr>
            <p:sp>
              <p:nvSpPr>
                <p:cNvPr id="7231" name="Google Shape;7231;p71"/>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1"/>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71"/>
              <p:cNvGrpSpPr/>
              <p:nvPr/>
            </p:nvGrpSpPr>
            <p:grpSpPr>
              <a:xfrm>
                <a:off x="4649289" y="3577398"/>
                <a:ext cx="31499" cy="27001"/>
                <a:chOff x="4649289" y="3577398"/>
                <a:chExt cx="31499" cy="27001"/>
              </a:xfrm>
            </p:grpSpPr>
            <p:sp>
              <p:nvSpPr>
                <p:cNvPr id="7234" name="Google Shape;7234;p71"/>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1"/>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6" name="Google Shape;7236;p71"/>
              <p:cNvGrpSpPr/>
              <p:nvPr/>
            </p:nvGrpSpPr>
            <p:grpSpPr>
              <a:xfrm>
                <a:off x="4605614" y="3639523"/>
                <a:ext cx="31499" cy="26906"/>
                <a:chOff x="4605614" y="3639523"/>
                <a:chExt cx="31499" cy="26906"/>
              </a:xfrm>
            </p:grpSpPr>
            <p:sp>
              <p:nvSpPr>
                <p:cNvPr id="7237" name="Google Shape;7237;p71"/>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1"/>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71"/>
              <p:cNvGrpSpPr/>
              <p:nvPr/>
            </p:nvGrpSpPr>
            <p:grpSpPr>
              <a:xfrm>
                <a:off x="4785149" y="3618846"/>
                <a:ext cx="26930" cy="26843"/>
                <a:chOff x="4785149" y="3618846"/>
                <a:chExt cx="26930" cy="26843"/>
              </a:xfrm>
            </p:grpSpPr>
            <p:sp>
              <p:nvSpPr>
                <p:cNvPr id="7240" name="Google Shape;7240;p71"/>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1"/>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71"/>
              <p:cNvGrpSpPr/>
              <p:nvPr/>
            </p:nvGrpSpPr>
            <p:grpSpPr>
              <a:xfrm>
                <a:off x="4810167" y="3601567"/>
                <a:ext cx="31405" cy="26898"/>
                <a:chOff x="4810167" y="3601567"/>
                <a:chExt cx="31405" cy="26898"/>
              </a:xfrm>
            </p:grpSpPr>
            <p:sp>
              <p:nvSpPr>
                <p:cNvPr id="7243" name="Google Shape;7243;p71"/>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1"/>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71"/>
              <p:cNvGrpSpPr/>
              <p:nvPr/>
            </p:nvGrpSpPr>
            <p:grpSpPr>
              <a:xfrm>
                <a:off x="4831002" y="3373230"/>
                <a:ext cx="31405" cy="26898"/>
                <a:chOff x="4831002" y="3373230"/>
                <a:chExt cx="31405" cy="26898"/>
              </a:xfrm>
            </p:grpSpPr>
            <p:sp>
              <p:nvSpPr>
                <p:cNvPr id="7246" name="Google Shape;7246;p71"/>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1"/>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71"/>
              <p:cNvGrpSpPr/>
              <p:nvPr/>
            </p:nvGrpSpPr>
            <p:grpSpPr>
              <a:xfrm>
                <a:off x="4719311" y="3355054"/>
                <a:ext cx="31499" cy="27001"/>
                <a:chOff x="4719311" y="3355054"/>
                <a:chExt cx="31499" cy="27001"/>
              </a:xfrm>
            </p:grpSpPr>
            <p:sp>
              <p:nvSpPr>
                <p:cNvPr id="7249" name="Google Shape;7249;p71"/>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1"/>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71"/>
              <p:cNvGrpSpPr/>
              <p:nvPr/>
            </p:nvGrpSpPr>
            <p:grpSpPr>
              <a:xfrm>
                <a:off x="4798755" y="3450260"/>
                <a:ext cx="26930" cy="26930"/>
                <a:chOff x="4798755" y="3450260"/>
                <a:chExt cx="26930" cy="26930"/>
              </a:xfrm>
            </p:grpSpPr>
            <p:sp>
              <p:nvSpPr>
                <p:cNvPr id="7252" name="Google Shape;7252;p71"/>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1"/>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71"/>
              <p:cNvGrpSpPr/>
              <p:nvPr/>
            </p:nvGrpSpPr>
            <p:grpSpPr>
              <a:xfrm>
                <a:off x="4645576" y="3467555"/>
                <a:ext cx="31405" cy="26953"/>
                <a:chOff x="4645576" y="3467555"/>
                <a:chExt cx="31405" cy="26953"/>
              </a:xfrm>
            </p:grpSpPr>
            <p:sp>
              <p:nvSpPr>
                <p:cNvPr id="7255" name="Google Shape;7255;p71"/>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1"/>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71"/>
              <p:cNvGrpSpPr/>
              <p:nvPr/>
            </p:nvGrpSpPr>
            <p:grpSpPr>
              <a:xfrm>
                <a:off x="4687631" y="3583965"/>
                <a:ext cx="31499" cy="26898"/>
                <a:chOff x="4687631" y="3583965"/>
                <a:chExt cx="31499" cy="26898"/>
              </a:xfrm>
            </p:grpSpPr>
            <p:sp>
              <p:nvSpPr>
                <p:cNvPr id="7258" name="Google Shape;7258;p71"/>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1"/>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71"/>
              <p:cNvGrpSpPr/>
              <p:nvPr/>
            </p:nvGrpSpPr>
            <p:grpSpPr>
              <a:xfrm>
                <a:off x="4719311" y="3471314"/>
                <a:ext cx="31499" cy="27001"/>
                <a:chOff x="4719311" y="3471314"/>
                <a:chExt cx="31499" cy="27001"/>
              </a:xfrm>
            </p:grpSpPr>
            <p:sp>
              <p:nvSpPr>
                <p:cNvPr id="7261" name="Google Shape;7261;p71"/>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1"/>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71"/>
              <p:cNvGrpSpPr/>
              <p:nvPr/>
            </p:nvGrpSpPr>
            <p:grpSpPr>
              <a:xfrm>
                <a:off x="4719311" y="3434404"/>
                <a:ext cx="31499" cy="26898"/>
                <a:chOff x="4719311" y="3434404"/>
                <a:chExt cx="31499" cy="26898"/>
              </a:xfrm>
            </p:grpSpPr>
            <p:sp>
              <p:nvSpPr>
                <p:cNvPr id="7264" name="Google Shape;7264;p71"/>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1"/>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71"/>
              <p:cNvGrpSpPr/>
              <p:nvPr/>
            </p:nvGrpSpPr>
            <p:grpSpPr>
              <a:xfrm>
                <a:off x="4768876" y="3401772"/>
                <a:ext cx="31499" cy="26898"/>
                <a:chOff x="4768876" y="3401772"/>
                <a:chExt cx="31499" cy="26898"/>
              </a:xfrm>
            </p:grpSpPr>
            <p:sp>
              <p:nvSpPr>
                <p:cNvPr id="7267" name="Google Shape;7267;p71"/>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1"/>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71"/>
              <p:cNvGrpSpPr/>
              <p:nvPr/>
            </p:nvGrpSpPr>
            <p:grpSpPr>
              <a:xfrm>
                <a:off x="4762214" y="3471377"/>
                <a:ext cx="26938" cy="26938"/>
                <a:chOff x="4762214" y="3471377"/>
                <a:chExt cx="26938" cy="26938"/>
              </a:xfrm>
            </p:grpSpPr>
            <p:sp>
              <p:nvSpPr>
                <p:cNvPr id="7270" name="Google Shape;7270;p71"/>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1"/>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71"/>
              <p:cNvGrpSpPr/>
              <p:nvPr/>
            </p:nvGrpSpPr>
            <p:grpSpPr>
              <a:xfrm>
                <a:off x="4790473" y="3344782"/>
                <a:ext cx="31405" cy="26898"/>
                <a:chOff x="4790473" y="3344782"/>
                <a:chExt cx="31405" cy="26898"/>
              </a:xfrm>
            </p:grpSpPr>
            <p:sp>
              <p:nvSpPr>
                <p:cNvPr id="7273" name="Google Shape;7273;p71"/>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1"/>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71"/>
              <p:cNvGrpSpPr/>
              <p:nvPr/>
            </p:nvGrpSpPr>
            <p:grpSpPr>
              <a:xfrm>
                <a:off x="4823774" y="3950733"/>
                <a:ext cx="37398" cy="32034"/>
                <a:chOff x="4823774" y="3950733"/>
                <a:chExt cx="37398" cy="32034"/>
              </a:xfrm>
            </p:grpSpPr>
            <p:sp>
              <p:nvSpPr>
                <p:cNvPr id="7276" name="Google Shape;7276;p71"/>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1"/>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71"/>
              <p:cNvGrpSpPr/>
              <p:nvPr/>
            </p:nvGrpSpPr>
            <p:grpSpPr>
              <a:xfrm>
                <a:off x="4823396" y="4110566"/>
                <a:ext cx="31405" cy="26906"/>
                <a:chOff x="4823396" y="4110566"/>
                <a:chExt cx="31405" cy="26906"/>
              </a:xfrm>
            </p:grpSpPr>
            <p:sp>
              <p:nvSpPr>
                <p:cNvPr id="7279" name="Google Shape;7279;p71"/>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1"/>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71"/>
              <p:cNvGrpSpPr/>
              <p:nvPr/>
            </p:nvGrpSpPr>
            <p:grpSpPr>
              <a:xfrm>
                <a:off x="4838332" y="3821150"/>
                <a:ext cx="31499" cy="26898"/>
                <a:chOff x="4838332" y="3821150"/>
                <a:chExt cx="31499" cy="26898"/>
              </a:xfrm>
            </p:grpSpPr>
            <p:sp>
              <p:nvSpPr>
                <p:cNvPr id="7282" name="Google Shape;7282;p71"/>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1"/>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71"/>
              <p:cNvGrpSpPr/>
              <p:nvPr/>
            </p:nvGrpSpPr>
            <p:grpSpPr>
              <a:xfrm>
                <a:off x="4661275" y="3815007"/>
                <a:ext cx="36824" cy="31523"/>
                <a:chOff x="4661275" y="3815007"/>
                <a:chExt cx="36824" cy="31523"/>
              </a:xfrm>
            </p:grpSpPr>
            <p:sp>
              <p:nvSpPr>
                <p:cNvPr id="7285" name="Google Shape;7285;p71"/>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1"/>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71"/>
              <p:cNvGrpSpPr/>
              <p:nvPr/>
            </p:nvGrpSpPr>
            <p:grpSpPr>
              <a:xfrm>
                <a:off x="4558998" y="3851037"/>
                <a:ext cx="33591" cy="28699"/>
                <a:chOff x="4558998" y="3851037"/>
                <a:chExt cx="33591" cy="28699"/>
              </a:xfrm>
            </p:grpSpPr>
            <p:sp>
              <p:nvSpPr>
                <p:cNvPr id="7288" name="Google Shape;7288;p71"/>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1"/>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71"/>
              <p:cNvGrpSpPr/>
              <p:nvPr/>
            </p:nvGrpSpPr>
            <p:grpSpPr>
              <a:xfrm>
                <a:off x="4696762" y="3638587"/>
                <a:ext cx="33591" cy="28794"/>
                <a:chOff x="4696762" y="3638587"/>
                <a:chExt cx="33591" cy="28794"/>
              </a:xfrm>
            </p:grpSpPr>
            <p:sp>
              <p:nvSpPr>
                <p:cNvPr id="7291" name="Google Shape;7291;p71"/>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1"/>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71"/>
              <p:cNvGrpSpPr/>
              <p:nvPr/>
            </p:nvGrpSpPr>
            <p:grpSpPr>
              <a:xfrm>
                <a:off x="4929479" y="3939140"/>
                <a:ext cx="33497" cy="28692"/>
                <a:chOff x="4929479" y="3939140"/>
                <a:chExt cx="33497" cy="28692"/>
              </a:xfrm>
            </p:grpSpPr>
            <p:sp>
              <p:nvSpPr>
                <p:cNvPr id="7294" name="Google Shape;7294;p71"/>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1"/>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71"/>
              <p:cNvGrpSpPr/>
              <p:nvPr/>
            </p:nvGrpSpPr>
            <p:grpSpPr>
              <a:xfrm>
                <a:off x="4907119" y="3986039"/>
                <a:ext cx="33497" cy="28699"/>
                <a:chOff x="4907119" y="3986039"/>
                <a:chExt cx="33497" cy="28699"/>
              </a:xfrm>
            </p:grpSpPr>
            <p:sp>
              <p:nvSpPr>
                <p:cNvPr id="7297" name="Google Shape;7297;p71"/>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1"/>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71"/>
              <p:cNvGrpSpPr/>
              <p:nvPr/>
            </p:nvGrpSpPr>
            <p:grpSpPr>
              <a:xfrm>
                <a:off x="4911783" y="4048102"/>
                <a:ext cx="33591" cy="28762"/>
                <a:chOff x="4911783" y="4048102"/>
                <a:chExt cx="33591" cy="28762"/>
              </a:xfrm>
            </p:grpSpPr>
            <p:sp>
              <p:nvSpPr>
                <p:cNvPr id="7300" name="Google Shape;7300;p71"/>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1"/>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2" name="Google Shape;7302;p71"/>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1"/>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4" name="Google Shape;7304;p71"/>
              <p:cNvGrpSpPr/>
              <p:nvPr/>
            </p:nvGrpSpPr>
            <p:grpSpPr>
              <a:xfrm>
                <a:off x="4762623" y="3837847"/>
                <a:ext cx="42416" cy="36273"/>
                <a:chOff x="4762623" y="3837847"/>
                <a:chExt cx="42416" cy="36273"/>
              </a:xfrm>
            </p:grpSpPr>
            <p:sp>
              <p:nvSpPr>
                <p:cNvPr id="7305" name="Google Shape;7305;p71"/>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1"/>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71"/>
              <p:cNvGrpSpPr/>
              <p:nvPr/>
            </p:nvGrpSpPr>
            <p:grpSpPr>
              <a:xfrm>
                <a:off x="4746044" y="4104966"/>
                <a:ext cx="33497" cy="28699"/>
                <a:chOff x="4746044" y="4104966"/>
                <a:chExt cx="33497" cy="28699"/>
              </a:xfrm>
            </p:grpSpPr>
            <p:sp>
              <p:nvSpPr>
                <p:cNvPr id="7308" name="Google Shape;7308;p71"/>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1"/>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71"/>
              <p:cNvGrpSpPr/>
              <p:nvPr/>
            </p:nvGrpSpPr>
            <p:grpSpPr>
              <a:xfrm>
                <a:off x="4859646" y="4162554"/>
                <a:ext cx="33591" cy="28762"/>
                <a:chOff x="4859646" y="4162554"/>
                <a:chExt cx="33591" cy="28762"/>
              </a:xfrm>
            </p:grpSpPr>
            <p:sp>
              <p:nvSpPr>
                <p:cNvPr id="7311" name="Google Shape;7311;p71"/>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1"/>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3" name="Google Shape;7313;p71"/>
            <p:cNvGrpSpPr/>
            <p:nvPr/>
          </p:nvGrpSpPr>
          <p:grpSpPr>
            <a:xfrm>
              <a:off x="3597785" y="3274438"/>
              <a:ext cx="855610" cy="1122100"/>
              <a:chOff x="3597785" y="3274438"/>
              <a:chExt cx="855610" cy="1122100"/>
            </a:xfrm>
          </p:grpSpPr>
          <p:grpSp>
            <p:nvGrpSpPr>
              <p:cNvPr id="7314" name="Google Shape;7314;p71"/>
              <p:cNvGrpSpPr/>
              <p:nvPr/>
            </p:nvGrpSpPr>
            <p:grpSpPr>
              <a:xfrm>
                <a:off x="3617857" y="3284717"/>
                <a:ext cx="826785" cy="1099165"/>
                <a:chOff x="3617857" y="3284717"/>
                <a:chExt cx="826785" cy="1099165"/>
              </a:xfrm>
            </p:grpSpPr>
            <p:sp>
              <p:nvSpPr>
                <p:cNvPr id="7315" name="Google Shape;7315;p71"/>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1"/>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1"/>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1"/>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1"/>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1"/>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1"/>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1"/>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1"/>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1"/>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1"/>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1"/>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1"/>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1"/>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1"/>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1"/>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1"/>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1"/>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1"/>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1"/>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1"/>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1"/>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1"/>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1"/>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1"/>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1"/>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1"/>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1"/>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1"/>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1"/>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1"/>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1"/>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1"/>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1"/>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1"/>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1"/>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1"/>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1"/>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1"/>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1"/>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1"/>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1"/>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1"/>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1"/>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1"/>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1"/>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1"/>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1"/>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1"/>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1"/>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1"/>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1"/>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1"/>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1"/>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1"/>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1"/>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71"/>
              <p:cNvGrpSpPr/>
              <p:nvPr/>
            </p:nvGrpSpPr>
            <p:grpSpPr>
              <a:xfrm>
                <a:off x="4180904" y="4251758"/>
                <a:ext cx="37783" cy="32420"/>
                <a:chOff x="4180904" y="4251758"/>
                <a:chExt cx="37783" cy="32420"/>
              </a:xfrm>
            </p:grpSpPr>
            <p:sp>
              <p:nvSpPr>
                <p:cNvPr id="7372" name="Google Shape;7372;p71"/>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1"/>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71"/>
              <p:cNvGrpSpPr/>
              <p:nvPr/>
            </p:nvGrpSpPr>
            <p:grpSpPr>
              <a:xfrm>
                <a:off x="4201644" y="4081324"/>
                <a:ext cx="37783" cy="32364"/>
                <a:chOff x="4201644" y="4081324"/>
                <a:chExt cx="37783" cy="32364"/>
              </a:xfrm>
            </p:grpSpPr>
            <p:sp>
              <p:nvSpPr>
                <p:cNvPr id="7375" name="Google Shape;7375;p71"/>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1"/>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71"/>
              <p:cNvGrpSpPr/>
              <p:nvPr/>
            </p:nvGrpSpPr>
            <p:grpSpPr>
              <a:xfrm>
                <a:off x="4284416" y="3887428"/>
                <a:ext cx="37783" cy="32451"/>
                <a:chOff x="4284416" y="3887428"/>
                <a:chExt cx="37783" cy="32451"/>
              </a:xfrm>
            </p:grpSpPr>
            <p:sp>
              <p:nvSpPr>
                <p:cNvPr id="7378" name="Google Shape;7378;p71"/>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1"/>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71"/>
              <p:cNvGrpSpPr/>
              <p:nvPr/>
            </p:nvGrpSpPr>
            <p:grpSpPr>
              <a:xfrm>
                <a:off x="4223721" y="3860404"/>
                <a:ext cx="37870" cy="32364"/>
                <a:chOff x="4223721" y="3860404"/>
                <a:chExt cx="37870" cy="32364"/>
              </a:xfrm>
            </p:grpSpPr>
            <p:sp>
              <p:nvSpPr>
                <p:cNvPr id="7381" name="Google Shape;7381;p71"/>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1"/>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71"/>
              <p:cNvGrpSpPr/>
              <p:nvPr/>
            </p:nvGrpSpPr>
            <p:grpSpPr>
              <a:xfrm>
                <a:off x="4104889" y="3699242"/>
                <a:ext cx="37776" cy="32357"/>
                <a:chOff x="4104889" y="3699242"/>
                <a:chExt cx="37776" cy="32357"/>
              </a:xfrm>
            </p:grpSpPr>
            <p:sp>
              <p:nvSpPr>
                <p:cNvPr id="7384" name="Google Shape;7384;p71"/>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1"/>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71"/>
              <p:cNvGrpSpPr/>
              <p:nvPr/>
            </p:nvGrpSpPr>
            <p:grpSpPr>
              <a:xfrm>
                <a:off x="4143608" y="3475121"/>
                <a:ext cx="37878" cy="32420"/>
                <a:chOff x="4143608" y="3475121"/>
                <a:chExt cx="37878" cy="32420"/>
              </a:xfrm>
            </p:grpSpPr>
            <p:sp>
              <p:nvSpPr>
                <p:cNvPr id="7387" name="Google Shape;7387;p71"/>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1"/>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71"/>
              <p:cNvGrpSpPr/>
              <p:nvPr/>
            </p:nvGrpSpPr>
            <p:grpSpPr>
              <a:xfrm>
                <a:off x="4217248" y="3570893"/>
                <a:ext cx="37776" cy="32364"/>
                <a:chOff x="4217248" y="3570893"/>
                <a:chExt cx="37776" cy="32364"/>
              </a:xfrm>
            </p:grpSpPr>
            <p:sp>
              <p:nvSpPr>
                <p:cNvPr id="7390" name="Google Shape;7390;p71"/>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1"/>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71"/>
              <p:cNvGrpSpPr/>
              <p:nvPr/>
            </p:nvGrpSpPr>
            <p:grpSpPr>
              <a:xfrm>
                <a:off x="4255307" y="3431612"/>
                <a:ext cx="37776" cy="32451"/>
                <a:chOff x="4255307" y="3431612"/>
                <a:chExt cx="37776" cy="32451"/>
              </a:xfrm>
            </p:grpSpPr>
            <p:sp>
              <p:nvSpPr>
                <p:cNvPr id="7393" name="Google Shape;7393;p71"/>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1"/>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71"/>
              <p:cNvGrpSpPr/>
              <p:nvPr/>
            </p:nvGrpSpPr>
            <p:grpSpPr>
              <a:xfrm>
                <a:off x="3853052" y="3577398"/>
                <a:ext cx="37776" cy="32420"/>
                <a:chOff x="3853052" y="3577398"/>
                <a:chExt cx="37776" cy="32420"/>
              </a:xfrm>
            </p:grpSpPr>
            <p:sp>
              <p:nvSpPr>
                <p:cNvPr id="7396" name="Google Shape;7396;p71"/>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1"/>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71"/>
              <p:cNvGrpSpPr/>
              <p:nvPr/>
            </p:nvGrpSpPr>
            <p:grpSpPr>
              <a:xfrm>
                <a:off x="4039908" y="3412107"/>
                <a:ext cx="37776" cy="32357"/>
                <a:chOff x="4039908" y="3412107"/>
                <a:chExt cx="37776" cy="32357"/>
              </a:xfrm>
            </p:grpSpPr>
            <p:sp>
              <p:nvSpPr>
                <p:cNvPr id="7399" name="Google Shape;7399;p71"/>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1"/>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71"/>
              <p:cNvGrpSpPr/>
              <p:nvPr/>
            </p:nvGrpSpPr>
            <p:grpSpPr>
              <a:xfrm>
                <a:off x="4017360" y="3342061"/>
                <a:ext cx="37870" cy="32380"/>
                <a:chOff x="4017360" y="3342061"/>
                <a:chExt cx="37870" cy="32380"/>
              </a:xfrm>
            </p:grpSpPr>
            <p:sp>
              <p:nvSpPr>
                <p:cNvPr id="7402" name="Google Shape;7402;p71"/>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1"/>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4" name="Google Shape;7404;p71"/>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1"/>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6" name="Google Shape;7406;p71"/>
              <p:cNvGrpSpPr/>
              <p:nvPr/>
            </p:nvGrpSpPr>
            <p:grpSpPr>
              <a:xfrm>
                <a:off x="3750870" y="3418650"/>
                <a:ext cx="37776" cy="32380"/>
                <a:chOff x="3750870" y="3418650"/>
                <a:chExt cx="37776" cy="32380"/>
              </a:xfrm>
            </p:grpSpPr>
            <p:sp>
              <p:nvSpPr>
                <p:cNvPr id="7407" name="Google Shape;7407;p71"/>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1"/>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71"/>
              <p:cNvGrpSpPr/>
              <p:nvPr/>
            </p:nvGrpSpPr>
            <p:grpSpPr>
              <a:xfrm>
                <a:off x="3632509" y="3274438"/>
                <a:ext cx="37783" cy="32357"/>
                <a:chOff x="3632509" y="3274438"/>
                <a:chExt cx="37783" cy="32357"/>
              </a:xfrm>
            </p:grpSpPr>
            <p:sp>
              <p:nvSpPr>
                <p:cNvPr id="7410" name="Google Shape;7410;p71"/>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1"/>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71"/>
              <p:cNvGrpSpPr/>
              <p:nvPr/>
            </p:nvGrpSpPr>
            <p:grpSpPr>
              <a:xfrm>
                <a:off x="3906424" y="3297561"/>
                <a:ext cx="37776" cy="32451"/>
                <a:chOff x="3906424" y="3297561"/>
                <a:chExt cx="37776" cy="32451"/>
              </a:xfrm>
            </p:grpSpPr>
            <p:sp>
              <p:nvSpPr>
                <p:cNvPr id="7413" name="Google Shape;7413;p71"/>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1"/>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71"/>
              <p:cNvGrpSpPr/>
              <p:nvPr/>
            </p:nvGrpSpPr>
            <p:grpSpPr>
              <a:xfrm>
                <a:off x="3866084" y="3412107"/>
                <a:ext cx="37776" cy="32357"/>
                <a:chOff x="3866084" y="3412107"/>
                <a:chExt cx="37776" cy="32357"/>
              </a:xfrm>
            </p:grpSpPr>
            <p:sp>
              <p:nvSpPr>
                <p:cNvPr id="7416" name="Google Shape;7416;p71"/>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1"/>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71"/>
              <p:cNvGrpSpPr/>
              <p:nvPr/>
            </p:nvGrpSpPr>
            <p:grpSpPr>
              <a:xfrm>
                <a:off x="4023919" y="3766409"/>
                <a:ext cx="37783" cy="32357"/>
                <a:chOff x="4023919" y="3766409"/>
                <a:chExt cx="37783" cy="32357"/>
              </a:xfrm>
            </p:grpSpPr>
            <p:sp>
              <p:nvSpPr>
                <p:cNvPr id="7419" name="Google Shape;7419;p71"/>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1"/>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71"/>
              <p:cNvGrpSpPr/>
              <p:nvPr/>
            </p:nvGrpSpPr>
            <p:grpSpPr>
              <a:xfrm>
                <a:off x="3973882" y="3779449"/>
                <a:ext cx="37776" cy="32357"/>
                <a:chOff x="3973882" y="3779449"/>
                <a:chExt cx="37776" cy="32357"/>
              </a:xfrm>
            </p:grpSpPr>
            <p:sp>
              <p:nvSpPr>
                <p:cNvPr id="7422" name="Google Shape;7422;p71"/>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1"/>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71"/>
              <p:cNvGrpSpPr/>
              <p:nvPr/>
            </p:nvGrpSpPr>
            <p:grpSpPr>
              <a:xfrm>
                <a:off x="4073398" y="3838028"/>
                <a:ext cx="37776" cy="32380"/>
                <a:chOff x="4073398" y="3838028"/>
                <a:chExt cx="37776" cy="32380"/>
              </a:xfrm>
            </p:grpSpPr>
            <p:sp>
              <p:nvSpPr>
                <p:cNvPr id="7425" name="Google Shape;7425;p71"/>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1"/>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71"/>
              <p:cNvGrpSpPr/>
              <p:nvPr/>
            </p:nvGrpSpPr>
            <p:grpSpPr>
              <a:xfrm>
                <a:off x="4342672" y="4144496"/>
                <a:ext cx="37752" cy="32364"/>
                <a:chOff x="4342672" y="4144496"/>
                <a:chExt cx="37752" cy="32364"/>
              </a:xfrm>
            </p:grpSpPr>
            <p:sp>
              <p:nvSpPr>
                <p:cNvPr id="7428" name="Google Shape;7428;p71"/>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1"/>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71"/>
              <p:cNvGrpSpPr/>
              <p:nvPr/>
            </p:nvGrpSpPr>
            <p:grpSpPr>
              <a:xfrm>
                <a:off x="4406386" y="4056872"/>
                <a:ext cx="37783" cy="32364"/>
                <a:chOff x="4406386" y="4056872"/>
                <a:chExt cx="37783" cy="32364"/>
              </a:xfrm>
            </p:grpSpPr>
            <p:sp>
              <p:nvSpPr>
                <p:cNvPr id="7431" name="Google Shape;7431;p71"/>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1"/>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71"/>
              <p:cNvGrpSpPr/>
              <p:nvPr/>
            </p:nvGrpSpPr>
            <p:grpSpPr>
              <a:xfrm>
                <a:off x="4284416" y="4245254"/>
                <a:ext cx="37783" cy="32357"/>
                <a:chOff x="4284416" y="4245254"/>
                <a:chExt cx="37783" cy="32357"/>
              </a:xfrm>
            </p:grpSpPr>
            <p:sp>
              <p:nvSpPr>
                <p:cNvPr id="7434" name="Google Shape;7434;p71"/>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1"/>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71"/>
              <p:cNvGrpSpPr/>
              <p:nvPr/>
            </p:nvGrpSpPr>
            <p:grpSpPr>
              <a:xfrm>
                <a:off x="4219057" y="4331258"/>
                <a:ext cx="37776" cy="32364"/>
                <a:chOff x="4219057" y="4331258"/>
                <a:chExt cx="37776" cy="32364"/>
              </a:xfrm>
            </p:grpSpPr>
            <p:sp>
              <p:nvSpPr>
                <p:cNvPr id="7437" name="Google Shape;7437;p71"/>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1"/>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71"/>
              <p:cNvGrpSpPr/>
              <p:nvPr/>
            </p:nvGrpSpPr>
            <p:grpSpPr>
              <a:xfrm>
                <a:off x="4204122" y="4141688"/>
                <a:ext cx="33497" cy="28699"/>
                <a:chOff x="4204122" y="4141688"/>
                <a:chExt cx="33497" cy="28699"/>
              </a:xfrm>
            </p:grpSpPr>
            <p:sp>
              <p:nvSpPr>
                <p:cNvPr id="7440" name="Google Shape;7440;p71"/>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1"/>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71"/>
              <p:cNvGrpSpPr/>
              <p:nvPr/>
            </p:nvGrpSpPr>
            <p:grpSpPr>
              <a:xfrm>
                <a:off x="4301546" y="4003869"/>
                <a:ext cx="38916" cy="33324"/>
                <a:chOff x="4301546" y="4003869"/>
                <a:chExt cx="38916" cy="33324"/>
              </a:xfrm>
            </p:grpSpPr>
            <p:sp>
              <p:nvSpPr>
                <p:cNvPr id="7443" name="Google Shape;7443;p71"/>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1"/>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71"/>
              <p:cNvGrpSpPr/>
              <p:nvPr/>
            </p:nvGrpSpPr>
            <p:grpSpPr>
              <a:xfrm>
                <a:off x="4210681" y="3924669"/>
                <a:ext cx="36549" cy="31366"/>
                <a:chOff x="4210681" y="3924669"/>
                <a:chExt cx="36549" cy="31366"/>
              </a:xfrm>
            </p:grpSpPr>
            <p:sp>
              <p:nvSpPr>
                <p:cNvPr id="7446" name="Google Shape;7446;p71"/>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1"/>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71"/>
              <p:cNvGrpSpPr/>
              <p:nvPr/>
            </p:nvGrpSpPr>
            <p:grpSpPr>
              <a:xfrm>
                <a:off x="3987771" y="3628874"/>
                <a:ext cx="31499" cy="26993"/>
                <a:chOff x="3987771" y="3628874"/>
                <a:chExt cx="31499" cy="26993"/>
              </a:xfrm>
            </p:grpSpPr>
            <p:sp>
              <p:nvSpPr>
                <p:cNvPr id="7449" name="Google Shape;7449;p71"/>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1"/>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71"/>
              <p:cNvGrpSpPr/>
              <p:nvPr/>
            </p:nvGrpSpPr>
            <p:grpSpPr>
              <a:xfrm>
                <a:off x="4087382" y="3775674"/>
                <a:ext cx="31405" cy="26898"/>
                <a:chOff x="4087382" y="3775674"/>
                <a:chExt cx="31405" cy="26898"/>
              </a:xfrm>
            </p:grpSpPr>
            <p:sp>
              <p:nvSpPr>
                <p:cNvPr id="7452" name="Google Shape;7452;p71"/>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1"/>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71"/>
              <p:cNvGrpSpPr/>
              <p:nvPr/>
            </p:nvGrpSpPr>
            <p:grpSpPr>
              <a:xfrm>
                <a:off x="4118873" y="3856637"/>
                <a:ext cx="31405" cy="26906"/>
                <a:chOff x="4118873" y="3856637"/>
                <a:chExt cx="31405" cy="26906"/>
              </a:xfrm>
            </p:grpSpPr>
            <p:sp>
              <p:nvSpPr>
                <p:cNvPr id="7455" name="Google Shape;7455;p71"/>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1"/>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71"/>
              <p:cNvGrpSpPr/>
              <p:nvPr/>
            </p:nvGrpSpPr>
            <p:grpSpPr>
              <a:xfrm>
                <a:off x="4168541" y="3639523"/>
                <a:ext cx="31499" cy="26906"/>
                <a:chOff x="4168541" y="3639523"/>
                <a:chExt cx="31499" cy="26906"/>
              </a:xfrm>
            </p:grpSpPr>
            <p:sp>
              <p:nvSpPr>
                <p:cNvPr id="7458" name="Google Shape;7458;p71"/>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1"/>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71"/>
              <p:cNvGrpSpPr/>
              <p:nvPr/>
            </p:nvGrpSpPr>
            <p:grpSpPr>
              <a:xfrm>
                <a:off x="3965789" y="3393545"/>
                <a:ext cx="31405" cy="26945"/>
                <a:chOff x="3965789" y="3393545"/>
                <a:chExt cx="31405" cy="26945"/>
              </a:xfrm>
            </p:grpSpPr>
            <p:sp>
              <p:nvSpPr>
                <p:cNvPr id="7461" name="Google Shape;7461;p71"/>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1"/>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71"/>
              <p:cNvGrpSpPr/>
              <p:nvPr/>
            </p:nvGrpSpPr>
            <p:grpSpPr>
              <a:xfrm>
                <a:off x="3925166" y="3491008"/>
                <a:ext cx="31405" cy="27001"/>
                <a:chOff x="3925166" y="3491008"/>
                <a:chExt cx="31405" cy="27001"/>
              </a:xfrm>
            </p:grpSpPr>
            <p:sp>
              <p:nvSpPr>
                <p:cNvPr id="7464" name="Google Shape;7464;p71"/>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1"/>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71"/>
              <p:cNvGrpSpPr/>
              <p:nvPr/>
            </p:nvGrpSpPr>
            <p:grpSpPr>
              <a:xfrm>
                <a:off x="3682845" y="3340976"/>
                <a:ext cx="31397" cy="26898"/>
                <a:chOff x="3682845" y="3340976"/>
                <a:chExt cx="31397" cy="26898"/>
              </a:xfrm>
            </p:grpSpPr>
            <p:sp>
              <p:nvSpPr>
                <p:cNvPr id="7467" name="Google Shape;7467;p71"/>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1"/>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71"/>
              <p:cNvGrpSpPr/>
              <p:nvPr/>
            </p:nvGrpSpPr>
            <p:grpSpPr>
              <a:xfrm>
                <a:off x="3795393" y="3353725"/>
                <a:ext cx="31499" cy="26993"/>
                <a:chOff x="3795393" y="3353725"/>
                <a:chExt cx="31499" cy="26993"/>
              </a:xfrm>
            </p:grpSpPr>
            <p:sp>
              <p:nvSpPr>
                <p:cNvPr id="7470" name="Google Shape;7470;p71"/>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1"/>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71"/>
              <p:cNvGrpSpPr/>
              <p:nvPr/>
            </p:nvGrpSpPr>
            <p:grpSpPr>
              <a:xfrm>
                <a:off x="4176909" y="4363221"/>
                <a:ext cx="38924" cy="33316"/>
                <a:chOff x="4176909" y="4363221"/>
                <a:chExt cx="38924" cy="33316"/>
              </a:xfrm>
            </p:grpSpPr>
            <p:sp>
              <p:nvSpPr>
                <p:cNvPr id="7473" name="Google Shape;7473;p71"/>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1"/>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71"/>
              <p:cNvGrpSpPr/>
              <p:nvPr/>
            </p:nvGrpSpPr>
            <p:grpSpPr>
              <a:xfrm>
                <a:off x="4226191" y="4007660"/>
                <a:ext cx="33560" cy="28770"/>
                <a:chOff x="4226191" y="4007660"/>
                <a:chExt cx="33560" cy="28770"/>
              </a:xfrm>
            </p:grpSpPr>
            <p:sp>
              <p:nvSpPr>
                <p:cNvPr id="7476" name="Google Shape;7476;p71"/>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1"/>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71"/>
              <p:cNvGrpSpPr/>
              <p:nvPr/>
            </p:nvGrpSpPr>
            <p:grpSpPr>
              <a:xfrm>
                <a:off x="3597785" y="3377045"/>
                <a:ext cx="33591" cy="28699"/>
                <a:chOff x="3597785" y="3377045"/>
                <a:chExt cx="33591" cy="28699"/>
              </a:xfrm>
            </p:grpSpPr>
            <p:sp>
              <p:nvSpPr>
                <p:cNvPr id="7479" name="Google Shape;7479;p71"/>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1"/>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71"/>
              <p:cNvGrpSpPr/>
              <p:nvPr/>
            </p:nvGrpSpPr>
            <p:grpSpPr>
              <a:xfrm>
                <a:off x="3887870" y="3669796"/>
                <a:ext cx="33591" cy="28692"/>
                <a:chOff x="3887870" y="3669796"/>
                <a:chExt cx="33591" cy="28692"/>
              </a:xfrm>
            </p:grpSpPr>
            <p:sp>
              <p:nvSpPr>
                <p:cNvPr id="7482" name="Google Shape;7482;p71"/>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1"/>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71"/>
              <p:cNvGrpSpPr/>
              <p:nvPr/>
            </p:nvGrpSpPr>
            <p:grpSpPr>
              <a:xfrm>
                <a:off x="3818320" y="3481625"/>
                <a:ext cx="33497" cy="28770"/>
                <a:chOff x="3818320" y="3481625"/>
                <a:chExt cx="33497" cy="28770"/>
              </a:xfrm>
            </p:grpSpPr>
            <p:sp>
              <p:nvSpPr>
                <p:cNvPr id="7485" name="Google Shape;7485;p71"/>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1"/>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71"/>
              <p:cNvGrpSpPr/>
              <p:nvPr/>
            </p:nvGrpSpPr>
            <p:grpSpPr>
              <a:xfrm>
                <a:off x="4278139" y="4120948"/>
                <a:ext cx="37492" cy="32129"/>
                <a:chOff x="4278139" y="4120948"/>
                <a:chExt cx="37492" cy="32129"/>
              </a:xfrm>
            </p:grpSpPr>
            <p:sp>
              <p:nvSpPr>
                <p:cNvPr id="7488" name="Google Shape;7488;p71"/>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1"/>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71"/>
              <p:cNvGrpSpPr/>
              <p:nvPr/>
            </p:nvGrpSpPr>
            <p:grpSpPr>
              <a:xfrm>
                <a:off x="4419898" y="3977388"/>
                <a:ext cx="33497" cy="28692"/>
                <a:chOff x="4419898" y="3977388"/>
                <a:chExt cx="33497" cy="28692"/>
              </a:xfrm>
            </p:grpSpPr>
            <p:sp>
              <p:nvSpPr>
                <p:cNvPr id="7491" name="Google Shape;7491;p71"/>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1"/>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1"/>
              <p:cNvGrpSpPr/>
              <p:nvPr/>
            </p:nvGrpSpPr>
            <p:grpSpPr>
              <a:xfrm>
                <a:off x="4158930" y="4034684"/>
                <a:ext cx="33497" cy="28762"/>
                <a:chOff x="4158930" y="4034684"/>
                <a:chExt cx="33497" cy="28762"/>
              </a:xfrm>
            </p:grpSpPr>
            <p:sp>
              <p:nvSpPr>
                <p:cNvPr id="7494" name="Google Shape;7494;p71"/>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1"/>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71"/>
              <p:cNvGrpSpPr/>
              <p:nvPr/>
            </p:nvGrpSpPr>
            <p:grpSpPr>
              <a:xfrm>
                <a:off x="4134949" y="3957049"/>
                <a:ext cx="33497" cy="28770"/>
                <a:chOff x="4134949" y="3957049"/>
                <a:chExt cx="33497" cy="28770"/>
              </a:xfrm>
            </p:grpSpPr>
            <p:sp>
              <p:nvSpPr>
                <p:cNvPr id="7497" name="Google Shape;7497;p71"/>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1"/>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71"/>
              <p:cNvGrpSpPr/>
              <p:nvPr/>
            </p:nvGrpSpPr>
            <p:grpSpPr>
              <a:xfrm>
                <a:off x="4193653" y="4184403"/>
                <a:ext cx="43580" cy="37264"/>
                <a:chOff x="4193653" y="4184403"/>
                <a:chExt cx="43580" cy="37264"/>
              </a:xfrm>
            </p:grpSpPr>
            <p:sp>
              <p:nvSpPr>
                <p:cNvPr id="7500" name="Google Shape;7500;p71"/>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1"/>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71"/>
              <p:cNvGrpSpPr/>
              <p:nvPr/>
            </p:nvGrpSpPr>
            <p:grpSpPr>
              <a:xfrm>
                <a:off x="4343600" y="3943844"/>
                <a:ext cx="43580" cy="37312"/>
                <a:chOff x="4343600" y="3943844"/>
                <a:chExt cx="43580" cy="37312"/>
              </a:xfrm>
            </p:grpSpPr>
            <p:sp>
              <p:nvSpPr>
                <p:cNvPr id="7503" name="Google Shape;7503;p71"/>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1"/>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71"/>
              <p:cNvGrpSpPr/>
              <p:nvPr/>
            </p:nvGrpSpPr>
            <p:grpSpPr>
              <a:xfrm>
                <a:off x="4172339" y="3381693"/>
                <a:ext cx="31499" cy="27001"/>
                <a:chOff x="4172339" y="3381693"/>
                <a:chExt cx="31499" cy="27001"/>
              </a:xfrm>
            </p:grpSpPr>
            <p:sp>
              <p:nvSpPr>
                <p:cNvPr id="7506" name="Google Shape;7506;p71"/>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1"/>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11" name="Shape 7511"/>
        <p:cNvGrpSpPr/>
        <p:nvPr/>
      </p:nvGrpSpPr>
      <p:grpSpPr>
        <a:xfrm>
          <a:off x="0" y="0"/>
          <a:ext cx="0" cy="0"/>
          <a:chOff x="0" y="0"/>
          <a:chExt cx="0" cy="0"/>
        </a:xfrm>
      </p:grpSpPr>
      <p:grpSp>
        <p:nvGrpSpPr>
          <p:cNvPr id="7512" name="Google Shape;7512;p72"/>
          <p:cNvGrpSpPr/>
          <p:nvPr/>
        </p:nvGrpSpPr>
        <p:grpSpPr>
          <a:xfrm>
            <a:off x="2126623" y="3607908"/>
            <a:ext cx="1102891" cy="760337"/>
            <a:chOff x="4967783" y="2151471"/>
            <a:chExt cx="3920692" cy="2702940"/>
          </a:xfrm>
        </p:grpSpPr>
        <p:grpSp>
          <p:nvGrpSpPr>
            <p:cNvPr id="7513" name="Google Shape;7513;p72"/>
            <p:cNvGrpSpPr/>
            <p:nvPr/>
          </p:nvGrpSpPr>
          <p:grpSpPr>
            <a:xfrm>
              <a:off x="5045709" y="2252109"/>
              <a:ext cx="3761071" cy="2501708"/>
              <a:chOff x="2691784" y="1805334"/>
              <a:chExt cx="3761071" cy="2501708"/>
            </a:xfrm>
          </p:grpSpPr>
          <p:sp>
            <p:nvSpPr>
              <p:cNvPr id="7514" name="Google Shape;7514;p7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72"/>
            <p:cNvGrpSpPr/>
            <p:nvPr/>
          </p:nvGrpSpPr>
          <p:grpSpPr>
            <a:xfrm>
              <a:off x="4967783" y="2151471"/>
              <a:ext cx="3920692" cy="2702940"/>
              <a:chOff x="2613858" y="1704696"/>
              <a:chExt cx="3920692" cy="2702940"/>
            </a:xfrm>
          </p:grpSpPr>
          <p:sp>
            <p:nvSpPr>
              <p:cNvPr id="7522" name="Google Shape;7522;p7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7" name="Google Shape;7527;p72"/>
          <p:cNvGrpSpPr/>
          <p:nvPr/>
        </p:nvGrpSpPr>
        <p:grpSpPr>
          <a:xfrm>
            <a:off x="3530532" y="1496185"/>
            <a:ext cx="1561911" cy="708580"/>
            <a:chOff x="3530532" y="1496185"/>
            <a:chExt cx="1561911" cy="708580"/>
          </a:xfrm>
        </p:grpSpPr>
        <p:grpSp>
          <p:nvGrpSpPr>
            <p:cNvPr id="7528" name="Google Shape;7528;p72"/>
            <p:cNvGrpSpPr/>
            <p:nvPr/>
          </p:nvGrpSpPr>
          <p:grpSpPr>
            <a:xfrm>
              <a:off x="3720318" y="1857562"/>
              <a:ext cx="1372125" cy="54"/>
              <a:chOff x="3720318" y="1857562"/>
              <a:chExt cx="1372125" cy="54"/>
            </a:xfrm>
          </p:grpSpPr>
          <p:cxnSp>
            <p:nvCxnSpPr>
              <p:cNvPr id="7529" name="Google Shape;7529;p72"/>
              <p:cNvCxnSpPr>
                <a:endCxn id="753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31" name="Google Shape;7531;p7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32" name="Google Shape;7532;p7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33" name="Google Shape;7533;p72"/>
              <p:cNvCxnSpPr>
                <a:stCxn id="753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534" name="Google Shape;7534;p72"/>
            <p:cNvGrpSpPr/>
            <p:nvPr/>
          </p:nvGrpSpPr>
          <p:grpSpPr>
            <a:xfrm>
              <a:off x="3567462" y="1496185"/>
              <a:ext cx="286587" cy="272914"/>
              <a:chOff x="3567462" y="1496185"/>
              <a:chExt cx="286587" cy="272914"/>
            </a:xfrm>
          </p:grpSpPr>
          <p:cxnSp>
            <p:nvCxnSpPr>
              <p:cNvPr id="7535" name="Google Shape;7535;p7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536" name="Google Shape;7536;p72"/>
              <p:cNvSpPr/>
              <p:nvPr/>
            </p:nvSpPr>
            <p:spPr>
              <a:xfrm>
                <a:off x="3567462" y="1496185"/>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7" name="Google Shape;7537;p7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9" name="Google Shape;7539;p72"/>
            <p:cNvGrpSpPr/>
            <p:nvPr/>
          </p:nvGrpSpPr>
          <p:grpSpPr>
            <a:xfrm>
              <a:off x="3929014" y="1960574"/>
              <a:ext cx="286587" cy="242378"/>
              <a:chOff x="3929014" y="1960574"/>
              <a:chExt cx="286587" cy="242378"/>
            </a:xfrm>
          </p:grpSpPr>
          <p:cxnSp>
            <p:nvCxnSpPr>
              <p:cNvPr id="7540" name="Google Shape;7540;p7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541" name="Google Shape;7541;p72"/>
              <p:cNvSpPr/>
              <p:nvPr/>
            </p:nvSpPr>
            <p:spPr>
              <a:xfrm>
                <a:off x="3929014" y="2103016"/>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72"/>
            <p:cNvGrpSpPr/>
            <p:nvPr/>
          </p:nvGrpSpPr>
          <p:grpSpPr>
            <a:xfrm>
              <a:off x="4290828" y="1496185"/>
              <a:ext cx="286587" cy="272914"/>
              <a:chOff x="4290828" y="1496185"/>
              <a:chExt cx="286587" cy="272914"/>
            </a:xfrm>
          </p:grpSpPr>
          <p:cxnSp>
            <p:nvCxnSpPr>
              <p:cNvPr id="7543" name="Google Shape;7543;p7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544" name="Google Shape;7544;p72"/>
              <p:cNvSpPr/>
              <p:nvPr/>
            </p:nvSpPr>
            <p:spPr>
              <a:xfrm>
                <a:off x="4290828" y="1496185"/>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5" name="Google Shape;7545;p7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6" name="Google Shape;7546;p72"/>
            <p:cNvGrpSpPr/>
            <p:nvPr/>
          </p:nvGrpSpPr>
          <p:grpSpPr>
            <a:xfrm>
              <a:off x="4657726" y="1959674"/>
              <a:ext cx="286500" cy="245092"/>
              <a:chOff x="4657726" y="1959674"/>
              <a:chExt cx="286500" cy="245092"/>
            </a:xfrm>
          </p:grpSpPr>
          <p:cxnSp>
            <p:nvCxnSpPr>
              <p:cNvPr id="7547" name="Google Shape;7547;p7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548" name="Google Shape;7548;p7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9" name="Google Shape;7549;p72"/>
          <p:cNvGrpSpPr/>
          <p:nvPr/>
        </p:nvGrpSpPr>
        <p:grpSpPr>
          <a:xfrm>
            <a:off x="3512551" y="2358282"/>
            <a:ext cx="1597045" cy="378522"/>
            <a:chOff x="3512551" y="2358282"/>
            <a:chExt cx="1597045" cy="378522"/>
          </a:xfrm>
        </p:grpSpPr>
        <p:grpSp>
          <p:nvGrpSpPr>
            <p:cNvPr id="7550" name="Google Shape;7550;p72"/>
            <p:cNvGrpSpPr/>
            <p:nvPr/>
          </p:nvGrpSpPr>
          <p:grpSpPr>
            <a:xfrm>
              <a:off x="3738198" y="2553002"/>
              <a:ext cx="1145834" cy="117"/>
              <a:chOff x="3738198" y="2553002"/>
              <a:chExt cx="1145834" cy="117"/>
            </a:xfrm>
          </p:grpSpPr>
          <p:cxnSp>
            <p:nvCxnSpPr>
              <p:cNvPr id="7551" name="Google Shape;7551;p7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52" name="Google Shape;7552;p7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53" name="Google Shape;7553;p72"/>
              <p:cNvCxnSpPr>
                <a:stCxn id="7554" idx="6"/>
                <a:endCxn id="755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556" name="Google Shape;7556;p72"/>
            <p:cNvGrpSpPr/>
            <p:nvPr/>
          </p:nvGrpSpPr>
          <p:grpSpPr>
            <a:xfrm>
              <a:off x="3969644" y="2440153"/>
              <a:ext cx="225853" cy="296651"/>
              <a:chOff x="3969644" y="2440153"/>
              <a:chExt cx="225853" cy="296651"/>
            </a:xfrm>
          </p:grpSpPr>
          <p:cxnSp>
            <p:nvCxnSpPr>
              <p:cNvPr id="7557" name="Google Shape;7557;p72"/>
              <p:cNvCxnSpPr/>
              <p:nvPr/>
            </p:nvCxnSpPr>
            <p:spPr>
              <a:xfrm>
                <a:off x="4082390" y="2637031"/>
                <a:ext cx="0" cy="99772"/>
              </a:xfrm>
              <a:prstGeom prst="straightConnector1">
                <a:avLst/>
              </a:prstGeom>
              <a:noFill/>
              <a:ln cap="flat" cmpd="sng" w="9525">
                <a:solidFill>
                  <a:srgbClr val="435D74"/>
                </a:solidFill>
                <a:prstDash val="solid"/>
                <a:round/>
                <a:headEnd len="med" w="med" type="none"/>
                <a:tailEnd len="med" w="med" type="none"/>
              </a:ln>
            </p:spPr>
          </p:cxnSp>
          <p:sp>
            <p:nvSpPr>
              <p:cNvPr id="7555" name="Google Shape;7555;p72"/>
              <p:cNvSpPr/>
              <p:nvPr/>
            </p:nvSpPr>
            <p:spPr>
              <a:xfrm>
                <a:off x="3969644" y="2440153"/>
                <a:ext cx="225853" cy="225853"/>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2"/>
              <p:cNvSpPr/>
              <p:nvPr/>
            </p:nvSpPr>
            <p:spPr>
              <a:xfrm>
                <a:off x="3998471" y="2468982"/>
                <a:ext cx="168273" cy="168273"/>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72"/>
            <p:cNvGrpSpPr/>
            <p:nvPr/>
          </p:nvGrpSpPr>
          <p:grpSpPr>
            <a:xfrm>
              <a:off x="4426818" y="2358282"/>
              <a:ext cx="225613" cy="307569"/>
              <a:chOff x="4426818" y="2358282"/>
              <a:chExt cx="225613" cy="307569"/>
            </a:xfrm>
          </p:grpSpPr>
          <p:cxnSp>
            <p:nvCxnSpPr>
              <p:cNvPr id="7560" name="Google Shape;7560;p72"/>
              <p:cNvCxnSpPr>
                <a:stCxn id="7561" idx="0"/>
              </p:cNvCxnSpPr>
              <p:nvPr/>
            </p:nvCxnSpPr>
            <p:spPr>
              <a:xfrm rot="10800000">
                <a:off x="4539662"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562" name="Google Shape;7562;p72"/>
              <p:cNvSpPr/>
              <p:nvPr/>
            </p:nvSpPr>
            <p:spPr>
              <a:xfrm>
                <a:off x="4426818" y="2440153"/>
                <a:ext cx="225613" cy="225698"/>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2"/>
              <p:cNvSpPr/>
              <p:nvPr/>
            </p:nvSpPr>
            <p:spPr>
              <a:xfrm>
                <a:off x="4455644" y="2468982"/>
                <a:ext cx="168035" cy="168035"/>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72"/>
            <p:cNvGrpSpPr/>
            <p:nvPr/>
          </p:nvGrpSpPr>
          <p:grpSpPr>
            <a:xfrm>
              <a:off x="4883984" y="2440153"/>
              <a:ext cx="225613" cy="296486"/>
              <a:chOff x="4883984" y="2440153"/>
              <a:chExt cx="225613" cy="296486"/>
            </a:xfrm>
          </p:grpSpPr>
          <p:cxnSp>
            <p:nvCxnSpPr>
              <p:cNvPr id="7564" name="Google Shape;7564;p72"/>
              <p:cNvCxnSpPr/>
              <p:nvPr/>
            </p:nvCxnSpPr>
            <p:spPr>
              <a:xfrm>
                <a:off x="4996858" y="2637031"/>
                <a:ext cx="0" cy="99608"/>
              </a:xfrm>
              <a:prstGeom prst="straightConnector1">
                <a:avLst/>
              </a:prstGeom>
              <a:noFill/>
              <a:ln cap="flat" cmpd="sng" w="9525">
                <a:solidFill>
                  <a:srgbClr val="435D74"/>
                </a:solidFill>
                <a:prstDash val="solid"/>
                <a:round/>
                <a:headEnd len="med" w="med" type="none"/>
                <a:tailEnd len="med" w="med" type="none"/>
              </a:ln>
            </p:spPr>
          </p:cxnSp>
          <p:sp>
            <p:nvSpPr>
              <p:cNvPr id="7565" name="Google Shape;7565;p72"/>
              <p:cNvSpPr/>
              <p:nvPr/>
            </p:nvSpPr>
            <p:spPr>
              <a:xfrm>
                <a:off x="4883984" y="2440153"/>
                <a:ext cx="225613" cy="225698"/>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2"/>
              <p:cNvSpPr/>
              <p:nvPr/>
            </p:nvSpPr>
            <p:spPr>
              <a:xfrm>
                <a:off x="4912810" y="2468982"/>
                <a:ext cx="168035" cy="168035"/>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72"/>
            <p:cNvGrpSpPr/>
            <p:nvPr/>
          </p:nvGrpSpPr>
          <p:grpSpPr>
            <a:xfrm>
              <a:off x="3512551" y="2358356"/>
              <a:ext cx="225647" cy="307629"/>
              <a:chOff x="2182679" y="2005014"/>
              <a:chExt cx="792300" cy="1080158"/>
            </a:xfrm>
          </p:grpSpPr>
          <p:cxnSp>
            <p:nvCxnSpPr>
              <p:cNvPr id="7568" name="Google Shape;7568;p72"/>
              <p:cNvCxnSpPr>
                <a:stCxn id="756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554" name="Google Shape;7554;p7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70" name="Google Shape;7570;p72"/>
          <p:cNvGrpSpPr/>
          <p:nvPr/>
        </p:nvGrpSpPr>
        <p:grpSpPr>
          <a:xfrm>
            <a:off x="6872633" y="1182079"/>
            <a:ext cx="1559809" cy="722610"/>
            <a:chOff x="634175" y="2986275"/>
            <a:chExt cx="3147949" cy="1458344"/>
          </a:xfrm>
        </p:grpSpPr>
        <p:cxnSp>
          <p:nvCxnSpPr>
            <p:cNvPr id="7571" name="Google Shape;7571;p72"/>
            <p:cNvCxnSpPr>
              <a:stCxn id="7572" idx="4"/>
              <a:endCxn id="7573"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7574" name="Google Shape;7574;p72"/>
            <p:cNvCxnSpPr>
              <a:stCxn id="7573" idx="0"/>
              <a:endCxn id="7575"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576" name="Google Shape;7576;p72"/>
            <p:cNvCxnSpPr>
              <a:stCxn id="7575" idx="4"/>
              <a:endCxn id="7577"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578" name="Google Shape;7578;p72"/>
            <p:cNvCxnSpPr>
              <a:stCxn id="7577" idx="0"/>
              <a:endCxn id="7579"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7579" name="Google Shape;7579;p7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75" name="Google Shape;7575;p7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72" name="Google Shape;7572;p7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77" name="Google Shape;7577;p7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73" name="Google Shape;7573;p7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80" name="Google Shape;7580;p72"/>
          <p:cNvGrpSpPr/>
          <p:nvPr/>
        </p:nvGrpSpPr>
        <p:grpSpPr>
          <a:xfrm>
            <a:off x="3526424" y="2891987"/>
            <a:ext cx="1570719" cy="294123"/>
            <a:chOff x="998425" y="1182125"/>
            <a:chExt cx="1065400" cy="199500"/>
          </a:xfrm>
        </p:grpSpPr>
        <p:sp>
          <p:nvSpPr>
            <p:cNvPr id="7581" name="Google Shape;7581;p7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72"/>
          <p:cNvGrpSpPr/>
          <p:nvPr/>
        </p:nvGrpSpPr>
        <p:grpSpPr>
          <a:xfrm>
            <a:off x="6869680" y="2009474"/>
            <a:ext cx="1565716" cy="366729"/>
            <a:chOff x="1247650" y="2075423"/>
            <a:chExt cx="6648477" cy="1557238"/>
          </a:xfrm>
        </p:grpSpPr>
        <p:sp>
          <p:nvSpPr>
            <p:cNvPr id="7587" name="Google Shape;7587;p7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72"/>
          <p:cNvGrpSpPr/>
          <p:nvPr/>
        </p:nvGrpSpPr>
        <p:grpSpPr>
          <a:xfrm>
            <a:off x="6853992" y="3158178"/>
            <a:ext cx="1597092" cy="663663"/>
            <a:chOff x="6796238" y="3158184"/>
            <a:chExt cx="1630351" cy="677483"/>
          </a:xfrm>
        </p:grpSpPr>
        <p:cxnSp>
          <p:nvCxnSpPr>
            <p:cNvPr id="7594" name="Google Shape;7594;p72"/>
            <p:cNvCxnSpPr/>
            <p:nvPr/>
          </p:nvCxnSpPr>
          <p:spPr>
            <a:xfrm>
              <a:off x="7012244" y="3664854"/>
              <a:ext cx="0" cy="170813"/>
            </a:xfrm>
            <a:prstGeom prst="straightConnector1">
              <a:avLst/>
            </a:prstGeom>
            <a:noFill/>
            <a:ln cap="flat" cmpd="sng" w="9525">
              <a:solidFill>
                <a:srgbClr val="A5B7C6"/>
              </a:solidFill>
              <a:prstDash val="solid"/>
              <a:round/>
              <a:headEnd len="med" w="med" type="none"/>
              <a:tailEnd len="med" w="med" type="diamond"/>
            </a:ln>
          </p:spPr>
        </p:cxnSp>
        <p:cxnSp>
          <p:nvCxnSpPr>
            <p:cNvPr id="7595" name="Google Shape;7595;p72"/>
            <p:cNvCxnSpPr/>
            <p:nvPr/>
          </p:nvCxnSpPr>
          <p:spPr>
            <a:xfrm>
              <a:off x="7810957" y="3664854"/>
              <a:ext cx="0" cy="170813"/>
            </a:xfrm>
            <a:prstGeom prst="straightConnector1">
              <a:avLst/>
            </a:prstGeom>
            <a:noFill/>
            <a:ln cap="flat" cmpd="sng" w="9525">
              <a:solidFill>
                <a:srgbClr val="A5B7C6"/>
              </a:solidFill>
              <a:prstDash val="solid"/>
              <a:round/>
              <a:headEnd len="med" w="med" type="none"/>
              <a:tailEnd len="med" w="med" type="diamond"/>
            </a:ln>
          </p:spPr>
        </p:cxnSp>
        <p:cxnSp>
          <p:nvCxnSpPr>
            <p:cNvPr id="7596" name="Google Shape;7596;p72"/>
            <p:cNvCxnSpPr/>
            <p:nvPr/>
          </p:nvCxnSpPr>
          <p:spPr>
            <a:xfrm rot="10800000">
              <a:off x="8196652" y="3170679"/>
              <a:ext cx="0" cy="169947"/>
            </a:xfrm>
            <a:prstGeom prst="straightConnector1">
              <a:avLst/>
            </a:prstGeom>
            <a:noFill/>
            <a:ln cap="flat" cmpd="sng" w="9525">
              <a:solidFill>
                <a:srgbClr val="A5B7C6"/>
              </a:solidFill>
              <a:prstDash val="solid"/>
              <a:round/>
              <a:headEnd len="med" w="med" type="none"/>
              <a:tailEnd len="med" w="med" type="diamond"/>
            </a:ln>
          </p:spPr>
        </p:cxnSp>
        <p:cxnSp>
          <p:nvCxnSpPr>
            <p:cNvPr id="7597" name="Google Shape;7597;p72"/>
            <p:cNvCxnSpPr/>
            <p:nvPr/>
          </p:nvCxnSpPr>
          <p:spPr>
            <a:xfrm rot="10800000">
              <a:off x="7411601" y="3158184"/>
              <a:ext cx="0" cy="170813"/>
            </a:xfrm>
            <a:prstGeom prst="straightConnector1">
              <a:avLst/>
            </a:prstGeom>
            <a:noFill/>
            <a:ln cap="flat" cmpd="sng" w="9525">
              <a:solidFill>
                <a:srgbClr val="A5B7C6"/>
              </a:solidFill>
              <a:prstDash val="solid"/>
              <a:round/>
              <a:headEnd len="med" w="med" type="none"/>
              <a:tailEnd len="med" w="med" type="diamond"/>
            </a:ln>
          </p:spPr>
        </p:cxnSp>
        <p:grpSp>
          <p:nvGrpSpPr>
            <p:cNvPr id="7598" name="Google Shape;7598;p72"/>
            <p:cNvGrpSpPr/>
            <p:nvPr/>
          </p:nvGrpSpPr>
          <p:grpSpPr>
            <a:xfrm>
              <a:off x="6796238" y="3311904"/>
              <a:ext cx="1630351" cy="377711"/>
              <a:chOff x="6796238" y="3311904"/>
              <a:chExt cx="1630351" cy="377711"/>
            </a:xfrm>
          </p:grpSpPr>
          <p:sp>
            <p:nvSpPr>
              <p:cNvPr id="7599" name="Google Shape;7599;p72"/>
              <p:cNvSpPr/>
              <p:nvPr/>
            </p:nvSpPr>
            <p:spPr>
              <a:xfrm>
                <a:off x="6796238" y="3311904"/>
                <a:ext cx="798057" cy="377711"/>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2"/>
              <p:cNvSpPr/>
              <p:nvPr/>
            </p:nvSpPr>
            <p:spPr>
              <a:xfrm>
                <a:off x="7628207" y="3311904"/>
                <a:ext cx="798382" cy="377711"/>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2"/>
              <p:cNvSpPr/>
              <p:nvPr/>
            </p:nvSpPr>
            <p:spPr>
              <a:xfrm>
                <a:off x="7229098" y="3311904"/>
                <a:ext cx="762854" cy="377711"/>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2" name="Google Shape;7602;p72"/>
          <p:cNvGrpSpPr/>
          <p:nvPr/>
        </p:nvGrpSpPr>
        <p:grpSpPr>
          <a:xfrm>
            <a:off x="5375130" y="1179681"/>
            <a:ext cx="1368606" cy="1593805"/>
            <a:chOff x="1839112" y="2209163"/>
            <a:chExt cx="1918159" cy="2233784"/>
          </a:xfrm>
        </p:grpSpPr>
        <p:sp>
          <p:nvSpPr>
            <p:cNvPr id="7603" name="Google Shape;7603;p7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06" name="Google Shape;7606;p72"/>
            <p:cNvCxnSpPr>
              <a:stCxn id="7603" idx="6"/>
              <a:endCxn id="7604"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07" name="Google Shape;7607;p72"/>
            <p:cNvCxnSpPr>
              <a:stCxn id="7604" idx="4"/>
              <a:endCxn id="760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609" name="Google Shape;7609;p72"/>
            <p:cNvCxnSpPr>
              <a:stCxn id="7608" idx="6"/>
              <a:endCxn id="7605"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10" name="Google Shape;7610;p72"/>
            <p:cNvCxnSpPr>
              <a:stCxn id="7605" idx="4"/>
              <a:endCxn id="761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608" name="Google Shape;7608;p7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13" name="Google Shape;7613;p72"/>
            <p:cNvCxnSpPr>
              <a:endCxn id="761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614" name="Google Shape;7614;p72"/>
          <p:cNvGrpSpPr/>
          <p:nvPr/>
        </p:nvGrpSpPr>
        <p:grpSpPr>
          <a:xfrm>
            <a:off x="3507503" y="1185917"/>
            <a:ext cx="1637968" cy="154942"/>
            <a:chOff x="238125" y="2506075"/>
            <a:chExt cx="7115411" cy="673075"/>
          </a:xfrm>
        </p:grpSpPr>
        <p:sp>
          <p:nvSpPr>
            <p:cNvPr id="7615" name="Google Shape;7615;p7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72"/>
          <p:cNvGrpSpPr/>
          <p:nvPr/>
        </p:nvGrpSpPr>
        <p:grpSpPr>
          <a:xfrm>
            <a:off x="746187" y="1507514"/>
            <a:ext cx="2476762" cy="91743"/>
            <a:chOff x="1464850" y="436376"/>
            <a:chExt cx="6001362" cy="222300"/>
          </a:xfrm>
        </p:grpSpPr>
        <p:sp>
          <p:nvSpPr>
            <p:cNvPr id="7621" name="Google Shape;7621;p7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26" name="Google Shape;7626;p7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27" name="Google Shape;7627;p7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28" name="Google Shape;7628;p7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29" name="Google Shape;7629;p7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630" name="Google Shape;7630;p72"/>
          <p:cNvGrpSpPr/>
          <p:nvPr/>
        </p:nvGrpSpPr>
        <p:grpSpPr>
          <a:xfrm>
            <a:off x="732455" y="2742980"/>
            <a:ext cx="1452862" cy="651872"/>
            <a:chOff x="803162" y="2667727"/>
            <a:chExt cx="1412054" cy="633562"/>
          </a:xfrm>
        </p:grpSpPr>
        <p:cxnSp>
          <p:nvCxnSpPr>
            <p:cNvPr id="7631" name="Google Shape;7631;p72"/>
            <p:cNvCxnSpPr>
              <a:stCxn id="7632" idx="2"/>
              <a:endCxn id="7633" idx="0"/>
            </p:cNvCxnSpPr>
            <p:nvPr/>
          </p:nvCxnSpPr>
          <p:spPr>
            <a:xfrm flipH="1" rot="-5400000">
              <a:off x="1629188" y="267277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34" name="Google Shape;7634;p72"/>
            <p:cNvCxnSpPr>
              <a:stCxn id="7635" idx="0"/>
              <a:endCxn id="7632" idx="2"/>
            </p:cNvCxnSpPr>
            <p:nvPr/>
          </p:nvCxnSpPr>
          <p:spPr>
            <a:xfrm rot="-5400000">
              <a:off x="1259904"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36" name="Google Shape;7636;p72"/>
            <p:cNvCxnSpPr>
              <a:stCxn id="7635" idx="2"/>
              <a:endCxn id="7637" idx="0"/>
            </p:cNvCxnSpPr>
            <p:nvPr/>
          </p:nvCxnSpPr>
          <p:spPr>
            <a:xfrm flipH="1" rot="-5400000">
              <a:off x="1163454" y="3023483"/>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38" name="Google Shape;7638;p72"/>
            <p:cNvCxnSpPr>
              <a:stCxn id="7639" idx="0"/>
              <a:endCxn id="7635" idx="2"/>
            </p:cNvCxnSpPr>
            <p:nvPr/>
          </p:nvCxnSpPr>
          <p:spPr>
            <a:xfrm rot="-5400000">
              <a:off x="987135"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40" name="Google Shape;7640;p72"/>
            <p:cNvCxnSpPr>
              <a:stCxn id="7633" idx="2"/>
              <a:endCxn id="7641" idx="0"/>
            </p:cNvCxnSpPr>
            <p:nvPr/>
          </p:nvCxnSpPr>
          <p:spPr>
            <a:xfrm flipH="1" rot="-5400000">
              <a:off x="1902022" y="3023483"/>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42" name="Google Shape;7642;p72"/>
            <p:cNvCxnSpPr>
              <a:stCxn id="7643" idx="0"/>
              <a:endCxn id="7633" idx="2"/>
            </p:cNvCxnSpPr>
            <p:nvPr/>
          </p:nvCxnSpPr>
          <p:spPr>
            <a:xfrm rot="-5400000">
              <a:off x="1725705"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639" name="Google Shape;7639;p72"/>
            <p:cNvSpPr/>
            <p:nvPr/>
          </p:nvSpPr>
          <p:spPr>
            <a:xfrm>
              <a:off x="803162"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37" name="Google Shape;7637;p72"/>
            <p:cNvSpPr/>
            <p:nvPr/>
          </p:nvSpPr>
          <p:spPr>
            <a:xfrm>
              <a:off x="1155799"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43" name="Google Shape;7643;p72"/>
            <p:cNvSpPr/>
            <p:nvPr/>
          </p:nvSpPr>
          <p:spPr>
            <a:xfrm>
              <a:off x="1541731"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41" name="Google Shape;7641;p72"/>
            <p:cNvSpPr/>
            <p:nvPr/>
          </p:nvSpPr>
          <p:spPr>
            <a:xfrm>
              <a:off x="1894368"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33" name="Google Shape;7633;p72"/>
            <p:cNvSpPr/>
            <p:nvPr/>
          </p:nvSpPr>
          <p:spPr>
            <a:xfrm>
              <a:off x="1718048" y="2921982"/>
              <a:ext cx="320848" cy="125051"/>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35" name="Google Shape;7635;p72"/>
            <p:cNvSpPr/>
            <p:nvPr/>
          </p:nvSpPr>
          <p:spPr>
            <a:xfrm>
              <a:off x="979480" y="2921982"/>
              <a:ext cx="320848" cy="125051"/>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32" name="Google Shape;7632;p72"/>
            <p:cNvSpPr/>
            <p:nvPr/>
          </p:nvSpPr>
          <p:spPr>
            <a:xfrm>
              <a:off x="1348764" y="2667727"/>
              <a:ext cx="320848" cy="125051"/>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644" name="Google Shape;7644;p72"/>
          <p:cNvGrpSpPr/>
          <p:nvPr/>
        </p:nvGrpSpPr>
        <p:grpSpPr>
          <a:xfrm>
            <a:off x="732447" y="1178518"/>
            <a:ext cx="2518423" cy="209218"/>
            <a:chOff x="803154" y="1111966"/>
            <a:chExt cx="2447684" cy="203341"/>
          </a:xfrm>
        </p:grpSpPr>
        <p:grpSp>
          <p:nvGrpSpPr>
            <p:cNvPr id="7645" name="Google Shape;7645;p72"/>
            <p:cNvGrpSpPr/>
            <p:nvPr/>
          </p:nvGrpSpPr>
          <p:grpSpPr>
            <a:xfrm>
              <a:off x="1958180" y="1111966"/>
              <a:ext cx="588019" cy="121396"/>
              <a:chOff x="4808316" y="2800065"/>
              <a:chExt cx="1999386" cy="412910"/>
            </a:xfrm>
          </p:grpSpPr>
          <p:sp>
            <p:nvSpPr>
              <p:cNvPr id="7646" name="Google Shape;7646;p7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7" name="Google Shape;7647;p72"/>
              <p:cNvGrpSpPr/>
              <p:nvPr/>
            </p:nvGrpSpPr>
            <p:grpSpPr>
              <a:xfrm>
                <a:off x="4808316" y="2800065"/>
                <a:ext cx="92400" cy="411825"/>
                <a:chOff x="845575" y="2563700"/>
                <a:chExt cx="92400" cy="411825"/>
              </a:xfrm>
            </p:grpSpPr>
            <p:cxnSp>
              <p:nvCxnSpPr>
                <p:cNvPr id="7648" name="Google Shape;7648;p7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49" name="Google Shape;7649;p7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650" name="Google Shape;7650;p72"/>
            <p:cNvCxnSpPr/>
            <p:nvPr/>
          </p:nvCxnSpPr>
          <p:spPr>
            <a:xfrm>
              <a:off x="3237251" y="1127387"/>
              <a:ext cx="0" cy="105664"/>
            </a:xfrm>
            <a:prstGeom prst="straightConnector1">
              <a:avLst/>
            </a:prstGeom>
            <a:noFill/>
            <a:ln cap="flat" cmpd="sng" w="9525">
              <a:solidFill>
                <a:srgbClr val="667E92"/>
              </a:solidFill>
              <a:prstDash val="solid"/>
              <a:round/>
              <a:headEnd len="sm" w="sm" type="none"/>
              <a:tailEnd len="sm" w="sm" type="none"/>
            </a:ln>
          </p:spPr>
        </p:cxnSp>
        <p:sp>
          <p:nvSpPr>
            <p:cNvPr id="7651" name="Google Shape;7651;p72"/>
            <p:cNvSpPr/>
            <p:nvPr/>
          </p:nvSpPr>
          <p:spPr>
            <a:xfrm>
              <a:off x="3223663" y="1111974"/>
              <a:ext cx="27175" cy="27166"/>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2" name="Google Shape;7652;p72"/>
            <p:cNvGrpSpPr/>
            <p:nvPr/>
          </p:nvGrpSpPr>
          <p:grpSpPr>
            <a:xfrm>
              <a:off x="803154" y="1112063"/>
              <a:ext cx="591111" cy="121410"/>
              <a:chOff x="803154" y="1112063"/>
              <a:chExt cx="591111" cy="121410"/>
            </a:xfrm>
          </p:grpSpPr>
          <p:grpSp>
            <p:nvGrpSpPr>
              <p:cNvPr id="7653" name="Google Shape;7653;p72"/>
              <p:cNvGrpSpPr/>
              <p:nvPr/>
            </p:nvGrpSpPr>
            <p:grpSpPr>
              <a:xfrm>
                <a:off x="803154" y="1112063"/>
                <a:ext cx="27174" cy="121091"/>
                <a:chOff x="845575" y="2563700"/>
                <a:chExt cx="92400" cy="411825"/>
              </a:xfrm>
            </p:grpSpPr>
            <p:cxnSp>
              <p:nvCxnSpPr>
                <p:cNvPr id="7654" name="Google Shape;7654;p7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55" name="Google Shape;7655;p7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6" name="Google Shape;7656;p72"/>
              <p:cNvSpPr/>
              <p:nvPr/>
            </p:nvSpPr>
            <p:spPr>
              <a:xfrm>
                <a:off x="818321" y="1194219"/>
                <a:ext cx="575943" cy="39254"/>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72"/>
            <p:cNvGrpSpPr/>
            <p:nvPr/>
          </p:nvGrpSpPr>
          <p:grpSpPr>
            <a:xfrm>
              <a:off x="1381934" y="1194217"/>
              <a:ext cx="588259" cy="121091"/>
              <a:chOff x="1381934" y="1194217"/>
              <a:chExt cx="588259" cy="121091"/>
            </a:xfrm>
          </p:grpSpPr>
          <p:grpSp>
            <p:nvGrpSpPr>
              <p:cNvPr id="7658" name="Google Shape;7658;p72"/>
              <p:cNvGrpSpPr/>
              <p:nvPr/>
            </p:nvGrpSpPr>
            <p:grpSpPr>
              <a:xfrm rot="10800000">
                <a:off x="1381934" y="1194217"/>
                <a:ext cx="27174" cy="121091"/>
                <a:chOff x="2070100" y="2563700"/>
                <a:chExt cx="92400" cy="411825"/>
              </a:xfrm>
            </p:grpSpPr>
            <p:cxnSp>
              <p:nvCxnSpPr>
                <p:cNvPr id="7659" name="Google Shape;7659;p7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60" name="Google Shape;7660;p7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1" name="Google Shape;7661;p72"/>
              <p:cNvSpPr/>
              <p:nvPr/>
            </p:nvSpPr>
            <p:spPr>
              <a:xfrm>
                <a:off x="1394250" y="1194219"/>
                <a:ext cx="575943" cy="39254"/>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72"/>
            <p:cNvGrpSpPr/>
            <p:nvPr/>
          </p:nvGrpSpPr>
          <p:grpSpPr>
            <a:xfrm>
              <a:off x="2532104" y="1194217"/>
              <a:ext cx="704905" cy="121091"/>
              <a:chOff x="2532104" y="1194217"/>
              <a:chExt cx="704905" cy="121091"/>
            </a:xfrm>
          </p:grpSpPr>
          <p:grpSp>
            <p:nvGrpSpPr>
              <p:cNvPr id="7663" name="Google Shape;7663;p72"/>
              <p:cNvGrpSpPr/>
              <p:nvPr/>
            </p:nvGrpSpPr>
            <p:grpSpPr>
              <a:xfrm rot="10800000">
                <a:off x="2532104" y="1194217"/>
                <a:ext cx="27174" cy="121091"/>
                <a:chOff x="2070100" y="2563700"/>
                <a:chExt cx="92400" cy="411825"/>
              </a:xfrm>
            </p:grpSpPr>
            <p:cxnSp>
              <p:nvCxnSpPr>
                <p:cNvPr id="7664" name="Google Shape;7664;p7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65" name="Google Shape;7665;p7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6" name="Google Shape;7666;p72"/>
              <p:cNvSpPr/>
              <p:nvPr/>
            </p:nvSpPr>
            <p:spPr>
              <a:xfrm>
                <a:off x="2546107" y="1194219"/>
                <a:ext cx="690902" cy="39254"/>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7" name="Google Shape;7667;p72"/>
          <p:cNvGrpSpPr/>
          <p:nvPr/>
        </p:nvGrpSpPr>
        <p:grpSpPr>
          <a:xfrm>
            <a:off x="3525467" y="3875150"/>
            <a:ext cx="1567778" cy="491677"/>
            <a:chOff x="5194708" y="3484366"/>
            <a:chExt cx="3148148" cy="987304"/>
          </a:xfrm>
        </p:grpSpPr>
        <p:grpSp>
          <p:nvGrpSpPr>
            <p:cNvPr id="7668" name="Google Shape;7668;p72"/>
            <p:cNvGrpSpPr/>
            <p:nvPr/>
          </p:nvGrpSpPr>
          <p:grpSpPr>
            <a:xfrm>
              <a:off x="7531521" y="3484366"/>
              <a:ext cx="811335" cy="987304"/>
              <a:chOff x="3379425" y="1617275"/>
              <a:chExt cx="1090650" cy="1327200"/>
            </a:xfrm>
          </p:grpSpPr>
          <p:sp>
            <p:nvSpPr>
              <p:cNvPr id="7669" name="Google Shape;7669;p7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72"/>
            <p:cNvGrpSpPr/>
            <p:nvPr/>
          </p:nvGrpSpPr>
          <p:grpSpPr>
            <a:xfrm>
              <a:off x="6752546" y="3484366"/>
              <a:ext cx="811428" cy="987304"/>
              <a:chOff x="2332275" y="1617275"/>
              <a:chExt cx="1090775" cy="1327200"/>
            </a:xfrm>
          </p:grpSpPr>
          <p:sp>
            <p:nvSpPr>
              <p:cNvPr id="7673" name="Google Shape;7673;p7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72"/>
            <p:cNvGrpSpPr/>
            <p:nvPr/>
          </p:nvGrpSpPr>
          <p:grpSpPr>
            <a:xfrm>
              <a:off x="5973664" y="3484366"/>
              <a:ext cx="811335" cy="987304"/>
              <a:chOff x="1285250" y="1617275"/>
              <a:chExt cx="1090650" cy="1327200"/>
            </a:xfrm>
          </p:grpSpPr>
          <p:sp>
            <p:nvSpPr>
              <p:cNvPr id="7677" name="Google Shape;7677;p7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72"/>
            <p:cNvGrpSpPr/>
            <p:nvPr/>
          </p:nvGrpSpPr>
          <p:grpSpPr>
            <a:xfrm>
              <a:off x="5194708" y="3484366"/>
              <a:ext cx="811409" cy="987304"/>
              <a:chOff x="238125" y="1617275"/>
              <a:chExt cx="1090750" cy="1327200"/>
            </a:xfrm>
          </p:grpSpPr>
          <p:sp>
            <p:nvSpPr>
              <p:cNvPr id="7681" name="Google Shape;7681;p7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4" name="Google Shape;7684;p72"/>
          <p:cNvGrpSpPr/>
          <p:nvPr/>
        </p:nvGrpSpPr>
        <p:grpSpPr>
          <a:xfrm>
            <a:off x="3486076" y="3355561"/>
            <a:ext cx="1616964" cy="346256"/>
            <a:chOff x="1808063" y="4294338"/>
            <a:chExt cx="3370782" cy="721817"/>
          </a:xfrm>
        </p:grpSpPr>
        <p:sp>
          <p:nvSpPr>
            <p:cNvPr id="7685" name="Google Shape;7685;p7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72"/>
          <p:cNvGrpSpPr/>
          <p:nvPr/>
        </p:nvGrpSpPr>
        <p:grpSpPr>
          <a:xfrm>
            <a:off x="764288" y="3641590"/>
            <a:ext cx="1295882" cy="646587"/>
            <a:chOff x="834100" y="3642869"/>
            <a:chExt cx="1259483" cy="628426"/>
          </a:xfrm>
        </p:grpSpPr>
        <p:sp>
          <p:nvSpPr>
            <p:cNvPr id="7696" name="Google Shape;7696;p7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1" name="Google Shape;7721;p72"/>
            <p:cNvGrpSpPr/>
            <p:nvPr/>
          </p:nvGrpSpPr>
          <p:grpSpPr>
            <a:xfrm>
              <a:off x="1360364" y="3847835"/>
              <a:ext cx="208119" cy="224359"/>
              <a:chOff x="1360769" y="3847100"/>
              <a:chExt cx="208119" cy="224359"/>
            </a:xfrm>
          </p:grpSpPr>
          <p:sp>
            <p:nvSpPr>
              <p:cNvPr id="7722" name="Google Shape;7722;p7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2" name="Google Shape;7742;p7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72"/>
          <p:cNvGrpSpPr/>
          <p:nvPr/>
        </p:nvGrpSpPr>
        <p:grpSpPr>
          <a:xfrm rot="5400000">
            <a:off x="5977401" y="3438087"/>
            <a:ext cx="164064" cy="1414916"/>
            <a:chOff x="4428249" y="1369375"/>
            <a:chExt cx="36905" cy="429569"/>
          </a:xfrm>
        </p:grpSpPr>
        <p:sp>
          <p:nvSpPr>
            <p:cNvPr id="7757" name="Google Shape;7757;p7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72"/>
          <p:cNvGrpSpPr/>
          <p:nvPr/>
        </p:nvGrpSpPr>
        <p:grpSpPr>
          <a:xfrm flipH="1" rot="10800000">
            <a:off x="5349830" y="3026630"/>
            <a:ext cx="1419207" cy="24808"/>
            <a:chOff x="219558" y="4738465"/>
            <a:chExt cx="5852400" cy="102300"/>
          </a:xfrm>
        </p:grpSpPr>
        <p:cxnSp>
          <p:nvCxnSpPr>
            <p:cNvPr id="7790" name="Google Shape;7790;p7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791" name="Google Shape;7791;p7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72"/>
          <p:cNvGrpSpPr/>
          <p:nvPr/>
        </p:nvGrpSpPr>
        <p:grpSpPr>
          <a:xfrm>
            <a:off x="5361148" y="3399694"/>
            <a:ext cx="1396570" cy="385016"/>
            <a:chOff x="5286284" y="2966544"/>
            <a:chExt cx="1396570" cy="385016"/>
          </a:xfrm>
        </p:grpSpPr>
        <p:cxnSp>
          <p:nvCxnSpPr>
            <p:cNvPr id="7797" name="Google Shape;7797;p7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798" name="Google Shape;7798;p7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799" name="Google Shape;7799;p72"/>
            <p:cNvGrpSpPr/>
            <p:nvPr/>
          </p:nvGrpSpPr>
          <p:grpSpPr>
            <a:xfrm>
              <a:off x="5287688" y="3173364"/>
              <a:ext cx="1395166" cy="74015"/>
              <a:chOff x="5287688" y="3173364"/>
              <a:chExt cx="1395166" cy="74015"/>
            </a:xfrm>
          </p:grpSpPr>
          <p:cxnSp>
            <p:nvCxnSpPr>
              <p:cNvPr id="7800" name="Google Shape;7800;p7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801" name="Google Shape;7801;p72"/>
              <p:cNvCxnSpPr/>
              <p:nvPr/>
            </p:nvCxnSpPr>
            <p:spPr>
              <a:xfrm>
                <a:off x="5287688" y="3210371"/>
                <a:ext cx="1394835" cy="0"/>
              </a:xfrm>
              <a:prstGeom prst="straightConnector1">
                <a:avLst/>
              </a:prstGeom>
              <a:noFill/>
              <a:ln cap="flat" cmpd="sng" w="9525">
                <a:solidFill>
                  <a:srgbClr val="5F7D95"/>
                </a:solidFill>
                <a:prstDash val="solid"/>
                <a:round/>
                <a:headEnd len="med" w="med" type="none"/>
                <a:tailEnd len="med" w="med" type="none"/>
              </a:ln>
            </p:spPr>
          </p:cxnSp>
          <p:cxnSp>
            <p:nvCxnSpPr>
              <p:cNvPr id="7802" name="Google Shape;7802;p72"/>
              <p:cNvCxnSpPr/>
              <p:nvPr/>
            </p:nvCxnSpPr>
            <p:spPr>
              <a:xfrm>
                <a:off x="5518476"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7803" name="Google Shape;7803;p72"/>
              <p:cNvCxnSpPr/>
              <p:nvPr/>
            </p:nvCxnSpPr>
            <p:spPr>
              <a:xfrm>
                <a:off x="5287935"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7804" name="Google Shape;7804;p72"/>
              <p:cNvCxnSpPr/>
              <p:nvPr/>
            </p:nvCxnSpPr>
            <p:spPr>
              <a:xfrm>
                <a:off x="5751239"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7805" name="Google Shape;7805;p72"/>
              <p:cNvCxnSpPr/>
              <p:nvPr/>
            </p:nvCxnSpPr>
            <p:spPr>
              <a:xfrm>
                <a:off x="5982252"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7806" name="Google Shape;7806;p72"/>
              <p:cNvCxnSpPr/>
              <p:nvPr/>
            </p:nvCxnSpPr>
            <p:spPr>
              <a:xfrm>
                <a:off x="6216184"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7807" name="Google Shape;7807;p72"/>
              <p:cNvCxnSpPr/>
              <p:nvPr/>
            </p:nvCxnSpPr>
            <p:spPr>
              <a:xfrm>
                <a:off x="6449534" y="3173364"/>
                <a:ext cx="0" cy="74015"/>
              </a:xfrm>
              <a:prstGeom prst="straightConnector1">
                <a:avLst/>
              </a:prstGeom>
              <a:noFill/>
              <a:ln cap="flat" cmpd="sng" w="9525">
                <a:solidFill>
                  <a:srgbClr val="5F7D95"/>
                </a:solidFill>
                <a:prstDash val="solid"/>
                <a:round/>
                <a:headEnd len="med" w="med" type="none"/>
                <a:tailEnd len="med" w="med" type="none"/>
              </a:ln>
            </p:spPr>
          </p:cxnSp>
        </p:grpSp>
        <p:cxnSp>
          <p:nvCxnSpPr>
            <p:cNvPr id="7808" name="Google Shape;7808;p7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809" name="Google Shape;7809;p72"/>
          <p:cNvGrpSpPr/>
          <p:nvPr/>
        </p:nvGrpSpPr>
        <p:grpSpPr>
          <a:xfrm>
            <a:off x="2047214" y="1818470"/>
            <a:ext cx="1182276" cy="662027"/>
            <a:chOff x="2029517" y="1732295"/>
            <a:chExt cx="1149068" cy="643432"/>
          </a:xfrm>
        </p:grpSpPr>
        <p:grpSp>
          <p:nvGrpSpPr>
            <p:cNvPr id="7810" name="Google Shape;7810;p72"/>
            <p:cNvGrpSpPr/>
            <p:nvPr/>
          </p:nvGrpSpPr>
          <p:grpSpPr>
            <a:xfrm>
              <a:off x="2708660" y="1746937"/>
              <a:ext cx="455427" cy="244429"/>
              <a:chOff x="2700693" y="1746937"/>
              <a:chExt cx="455427" cy="244429"/>
            </a:xfrm>
          </p:grpSpPr>
          <p:grpSp>
            <p:nvGrpSpPr>
              <p:cNvPr id="7811" name="Google Shape;7811;p72"/>
              <p:cNvGrpSpPr/>
              <p:nvPr/>
            </p:nvGrpSpPr>
            <p:grpSpPr>
              <a:xfrm>
                <a:off x="2905682" y="1782817"/>
                <a:ext cx="250438" cy="208549"/>
                <a:chOff x="2905682" y="1782817"/>
                <a:chExt cx="250438" cy="208549"/>
              </a:xfrm>
            </p:grpSpPr>
            <p:cxnSp>
              <p:nvCxnSpPr>
                <p:cNvPr id="7812" name="Google Shape;7812;p7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13" name="Google Shape;7813;p7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72"/>
              <p:cNvGrpSpPr/>
              <p:nvPr/>
            </p:nvGrpSpPr>
            <p:grpSpPr>
              <a:xfrm>
                <a:off x="2700693" y="1746937"/>
                <a:ext cx="449967" cy="72374"/>
                <a:chOff x="2700693" y="1746937"/>
                <a:chExt cx="449967" cy="72374"/>
              </a:xfrm>
            </p:grpSpPr>
            <p:cxnSp>
              <p:nvCxnSpPr>
                <p:cNvPr id="7815" name="Google Shape;7815;p7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16" name="Google Shape;7816;p7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7" name="Google Shape;7817;p72"/>
            <p:cNvGrpSpPr/>
            <p:nvPr/>
          </p:nvGrpSpPr>
          <p:grpSpPr>
            <a:xfrm>
              <a:off x="2029517" y="1732295"/>
              <a:ext cx="1149068" cy="643432"/>
              <a:chOff x="2029517" y="1732295"/>
              <a:chExt cx="1149068" cy="643432"/>
            </a:xfrm>
          </p:grpSpPr>
          <p:grpSp>
            <p:nvGrpSpPr>
              <p:cNvPr id="7818" name="Google Shape;7818;p72"/>
              <p:cNvGrpSpPr/>
              <p:nvPr/>
            </p:nvGrpSpPr>
            <p:grpSpPr>
              <a:xfrm>
                <a:off x="2703618" y="2103152"/>
                <a:ext cx="474966" cy="260017"/>
                <a:chOff x="2703618" y="2103152"/>
                <a:chExt cx="474966" cy="260017"/>
              </a:xfrm>
            </p:grpSpPr>
            <p:grpSp>
              <p:nvGrpSpPr>
                <p:cNvPr id="7819" name="Google Shape;7819;p72"/>
                <p:cNvGrpSpPr/>
                <p:nvPr/>
              </p:nvGrpSpPr>
              <p:grpSpPr>
                <a:xfrm>
                  <a:off x="2703618" y="2290640"/>
                  <a:ext cx="450291" cy="72529"/>
                  <a:chOff x="2703618" y="2290640"/>
                  <a:chExt cx="450291" cy="72529"/>
                </a:xfrm>
              </p:grpSpPr>
              <p:cxnSp>
                <p:nvCxnSpPr>
                  <p:cNvPr id="7820" name="Google Shape;7820;p7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21" name="Google Shape;7821;p7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72"/>
                <p:cNvGrpSpPr/>
                <p:nvPr/>
              </p:nvGrpSpPr>
              <p:grpSpPr>
                <a:xfrm>
                  <a:off x="2908607" y="2103152"/>
                  <a:ext cx="269977" cy="223538"/>
                  <a:chOff x="2908607" y="2103152"/>
                  <a:chExt cx="269977" cy="223538"/>
                </a:xfrm>
              </p:grpSpPr>
              <p:cxnSp>
                <p:nvCxnSpPr>
                  <p:cNvPr id="7823" name="Google Shape;7823;p7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24" name="Google Shape;7824;p7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5" name="Google Shape;7825;p72"/>
              <p:cNvGrpSpPr/>
              <p:nvPr/>
            </p:nvGrpSpPr>
            <p:grpSpPr>
              <a:xfrm>
                <a:off x="2029517" y="1732295"/>
                <a:ext cx="685827" cy="643432"/>
                <a:chOff x="2029517" y="1732295"/>
                <a:chExt cx="685827" cy="643432"/>
              </a:xfrm>
            </p:grpSpPr>
            <p:sp>
              <p:nvSpPr>
                <p:cNvPr id="7826" name="Google Shape;7826;p7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7" name="Google Shape;7827;p72"/>
                <p:cNvGrpSpPr/>
                <p:nvPr/>
              </p:nvGrpSpPr>
              <p:grpSpPr>
                <a:xfrm>
                  <a:off x="2158948" y="1732295"/>
                  <a:ext cx="556396" cy="333108"/>
                  <a:chOff x="2158948" y="1732295"/>
                  <a:chExt cx="556396" cy="333108"/>
                </a:xfrm>
              </p:grpSpPr>
              <p:cxnSp>
                <p:nvCxnSpPr>
                  <p:cNvPr id="7828" name="Google Shape;7828;p7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829" name="Google Shape;7829;p7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72"/>
                <p:cNvGrpSpPr/>
                <p:nvPr/>
              </p:nvGrpSpPr>
              <p:grpSpPr>
                <a:xfrm>
                  <a:off x="2159908" y="2065057"/>
                  <a:ext cx="550884" cy="310670"/>
                  <a:chOff x="2159908" y="2065057"/>
                  <a:chExt cx="550884" cy="310670"/>
                </a:xfrm>
              </p:grpSpPr>
              <p:cxnSp>
                <p:nvCxnSpPr>
                  <p:cNvPr id="7831" name="Google Shape;7831;p7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832" name="Google Shape;7832;p7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833" name="Google Shape;7833;p72"/>
          <p:cNvGrpSpPr/>
          <p:nvPr/>
        </p:nvGrpSpPr>
        <p:grpSpPr>
          <a:xfrm>
            <a:off x="732462" y="1766083"/>
            <a:ext cx="962651" cy="810058"/>
            <a:chOff x="732462" y="1766083"/>
            <a:chExt cx="962651" cy="810058"/>
          </a:xfrm>
        </p:grpSpPr>
        <p:grpSp>
          <p:nvGrpSpPr>
            <p:cNvPr id="7834" name="Google Shape;7834;p72"/>
            <p:cNvGrpSpPr/>
            <p:nvPr/>
          </p:nvGrpSpPr>
          <p:grpSpPr>
            <a:xfrm>
              <a:off x="732462" y="1908333"/>
              <a:ext cx="339364" cy="524749"/>
              <a:chOff x="844912" y="1819635"/>
              <a:chExt cx="329831" cy="510010"/>
            </a:xfrm>
          </p:grpSpPr>
          <p:sp>
            <p:nvSpPr>
              <p:cNvPr id="7835" name="Google Shape;7835;p72"/>
              <p:cNvSpPr/>
              <p:nvPr/>
            </p:nvSpPr>
            <p:spPr>
              <a:xfrm>
                <a:off x="844912" y="2015566"/>
                <a:ext cx="118261" cy="11845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2"/>
              <p:cNvSpPr/>
              <p:nvPr/>
            </p:nvSpPr>
            <p:spPr>
              <a:xfrm>
                <a:off x="1013654" y="2074499"/>
                <a:ext cx="148123" cy="2382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2"/>
              <p:cNvSpPr/>
              <p:nvPr/>
            </p:nvSpPr>
            <p:spPr>
              <a:xfrm>
                <a:off x="1013654" y="1836607"/>
                <a:ext cx="148123" cy="2382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2"/>
              <p:cNvSpPr/>
              <p:nvPr/>
            </p:nvSpPr>
            <p:spPr>
              <a:xfrm>
                <a:off x="1004031" y="2056625"/>
                <a:ext cx="35952" cy="35952"/>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2"/>
              <p:cNvSpPr/>
              <p:nvPr/>
            </p:nvSpPr>
            <p:spPr>
              <a:xfrm>
                <a:off x="1149398" y="2295742"/>
                <a:ext cx="25346" cy="33902"/>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2"/>
              <p:cNvSpPr/>
              <p:nvPr/>
            </p:nvSpPr>
            <p:spPr>
              <a:xfrm>
                <a:off x="1149398" y="1819635"/>
                <a:ext cx="25346" cy="34026"/>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72"/>
            <p:cNvGrpSpPr/>
            <p:nvPr/>
          </p:nvGrpSpPr>
          <p:grpSpPr>
            <a:xfrm>
              <a:off x="1184858" y="2256650"/>
              <a:ext cx="510255" cy="319491"/>
              <a:chOff x="1284601" y="2158168"/>
              <a:chExt cx="495923" cy="310517"/>
            </a:xfrm>
          </p:grpSpPr>
          <p:sp>
            <p:nvSpPr>
              <p:cNvPr id="7842" name="Google Shape;7842;p7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3" name="Google Shape;7843;p72"/>
              <p:cNvGrpSpPr/>
              <p:nvPr/>
            </p:nvGrpSpPr>
            <p:grpSpPr>
              <a:xfrm>
                <a:off x="1507666" y="2158168"/>
                <a:ext cx="272858" cy="310517"/>
                <a:chOff x="1507666" y="2158168"/>
                <a:chExt cx="272858" cy="310517"/>
              </a:xfrm>
            </p:grpSpPr>
            <p:grpSp>
              <p:nvGrpSpPr>
                <p:cNvPr id="7844" name="Google Shape;7844;p72"/>
                <p:cNvGrpSpPr/>
                <p:nvPr/>
              </p:nvGrpSpPr>
              <p:grpSpPr>
                <a:xfrm>
                  <a:off x="1507666" y="2176104"/>
                  <a:ext cx="166390" cy="273143"/>
                  <a:chOff x="1507666" y="2176104"/>
                  <a:chExt cx="166390" cy="273143"/>
                </a:xfrm>
              </p:grpSpPr>
              <p:sp>
                <p:nvSpPr>
                  <p:cNvPr id="7845" name="Google Shape;7845;p72"/>
                  <p:cNvSpPr/>
                  <p:nvPr/>
                </p:nvSpPr>
                <p:spPr>
                  <a:xfrm>
                    <a:off x="1512966" y="2312791"/>
                    <a:ext cx="75437" cy="66009"/>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2"/>
                  <p:cNvSpPr/>
                  <p:nvPr/>
                </p:nvSpPr>
                <p:spPr>
                  <a:xfrm>
                    <a:off x="1588205" y="2193153"/>
                    <a:ext cx="72887" cy="5402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2"/>
                  <p:cNvSpPr/>
                  <p:nvPr/>
                </p:nvSpPr>
                <p:spPr>
                  <a:xfrm>
                    <a:off x="1588205" y="2378202"/>
                    <a:ext cx="72887" cy="5403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2"/>
                  <p:cNvSpPr/>
                  <p:nvPr/>
                </p:nvSpPr>
                <p:spPr>
                  <a:xfrm>
                    <a:off x="1512966" y="2246980"/>
                    <a:ext cx="75437" cy="6580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2"/>
                  <p:cNvSpPr/>
                  <p:nvPr/>
                </p:nvSpPr>
                <p:spPr>
                  <a:xfrm>
                    <a:off x="1507666" y="2294782"/>
                    <a:ext cx="37919" cy="35816"/>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2"/>
                  <p:cNvSpPr/>
                  <p:nvPr/>
                </p:nvSpPr>
                <p:spPr>
                  <a:xfrm>
                    <a:off x="1648710" y="2415180"/>
                    <a:ext cx="25346" cy="34067"/>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2"/>
                  <p:cNvSpPr/>
                  <p:nvPr/>
                </p:nvSpPr>
                <p:spPr>
                  <a:xfrm>
                    <a:off x="1648710" y="2176104"/>
                    <a:ext cx="25346" cy="3409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2" name="Google Shape;7852;p7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4" name="Google Shape;7854;p72"/>
            <p:cNvGrpSpPr/>
            <p:nvPr/>
          </p:nvGrpSpPr>
          <p:grpSpPr>
            <a:xfrm>
              <a:off x="1184858" y="1766083"/>
              <a:ext cx="510255" cy="319491"/>
              <a:chOff x="1284601" y="1681380"/>
              <a:chExt cx="495923" cy="310517"/>
            </a:xfrm>
          </p:grpSpPr>
          <p:sp>
            <p:nvSpPr>
              <p:cNvPr id="7855" name="Google Shape;7855;p7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6" name="Google Shape;7856;p72"/>
              <p:cNvGrpSpPr/>
              <p:nvPr/>
            </p:nvGrpSpPr>
            <p:grpSpPr>
              <a:xfrm>
                <a:off x="1507666" y="1681380"/>
                <a:ext cx="272858" cy="310517"/>
                <a:chOff x="1507666" y="1681380"/>
                <a:chExt cx="272858" cy="310517"/>
              </a:xfrm>
            </p:grpSpPr>
            <p:grpSp>
              <p:nvGrpSpPr>
                <p:cNvPr id="7857" name="Google Shape;7857;p72"/>
                <p:cNvGrpSpPr/>
                <p:nvPr/>
              </p:nvGrpSpPr>
              <p:grpSpPr>
                <a:xfrm>
                  <a:off x="1507666" y="1700120"/>
                  <a:ext cx="166390" cy="272978"/>
                  <a:chOff x="1507666" y="1700120"/>
                  <a:chExt cx="166390" cy="272978"/>
                </a:xfrm>
              </p:grpSpPr>
              <p:sp>
                <p:nvSpPr>
                  <p:cNvPr id="7858" name="Google Shape;7858;p72"/>
                  <p:cNvSpPr/>
                  <p:nvPr/>
                </p:nvSpPr>
                <p:spPr>
                  <a:xfrm>
                    <a:off x="1512966" y="1836607"/>
                    <a:ext cx="75437" cy="66009"/>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2"/>
                  <p:cNvSpPr/>
                  <p:nvPr/>
                </p:nvSpPr>
                <p:spPr>
                  <a:xfrm>
                    <a:off x="1588205" y="1716969"/>
                    <a:ext cx="72887" cy="5422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2"/>
                  <p:cNvSpPr/>
                  <p:nvPr/>
                </p:nvSpPr>
                <p:spPr>
                  <a:xfrm>
                    <a:off x="1588205" y="1902024"/>
                    <a:ext cx="72887" cy="5402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2"/>
                  <p:cNvSpPr/>
                  <p:nvPr/>
                </p:nvSpPr>
                <p:spPr>
                  <a:xfrm>
                    <a:off x="1512966" y="1770990"/>
                    <a:ext cx="75437" cy="65620"/>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2"/>
                  <p:cNvSpPr/>
                  <p:nvPr/>
                </p:nvSpPr>
                <p:spPr>
                  <a:xfrm>
                    <a:off x="1507666" y="1818598"/>
                    <a:ext cx="37919" cy="36016"/>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2"/>
                  <p:cNvSpPr/>
                  <p:nvPr/>
                </p:nvSpPr>
                <p:spPr>
                  <a:xfrm>
                    <a:off x="1648710" y="1939072"/>
                    <a:ext cx="25346" cy="34026"/>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2"/>
                  <p:cNvSpPr/>
                  <p:nvPr/>
                </p:nvSpPr>
                <p:spPr>
                  <a:xfrm>
                    <a:off x="1648710" y="1700120"/>
                    <a:ext cx="25346" cy="33902"/>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5" name="Google Shape;7865;p7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67" name="Google Shape;7867;p72"/>
          <p:cNvGrpSpPr/>
          <p:nvPr/>
        </p:nvGrpSpPr>
        <p:grpSpPr>
          <a:xfrm>
            <a:off x="6841403" y="2533512"/>
            <a:ext cx="1622269" cy="552443"/>
            <a:chOff x="6894650" y="2574740"/>
            <a:chExt cx="1445100" cy="492111"/>
          </a:xfrm>
        </p:grpSpPr>
        <p:sp>
          <p:nvSpPr>
            <p:cNvPr id="7868" name="Google Shape;7868;p7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73" name="Google Shape;7873;p7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874" name="Google Shape;7874;p72"/>
          <p:cNvGrpSpPr/>
          <p:nvPr/>
        </p:nvGrpSpPr>
        <p:grpSpPr>
          <a:xfrm>
            <a:off x="6860923" y="3907631"/>
            <a:ext cx="1583229" cy="475842"/>
            <a:chOff x="6953899" y="3907783"/>
            <a:chExt cx="1377320" cy="475842"/>
          </a:xfrm>
        </p:grpSpPr>
        <p:cxnSp>
          <p:nvCxnSpPr>
            <p:cNvPr id="7875" name="Google Shape;7875;p72"/>
            <p:cNvCxnSpPr/>
            <p:nvPr/>
          </p:nvCxnSpPr>
          <p:spPr>
            <a:xfrm rot="10800000">
              <a:off x="7118546" y="4100552"/>
              <a:ext cx="0" cy="185236"/>
            </a:xfrm>
            <a:prstGeom prst="straightConnector1">
              <a:avLst/>
            </a:prstGeom>
            <a:noFill/>
            <a:ln cap="flat" cmpd="sng" w="19050">
              <a:solidFill>
                <a:srgbClr val="5F7D95"/>
              </a:solidFill>
              <a:prstDash val="solid"/>
              <a:round/>
              <a:headEnd len="med" w="med" type="none"/>
              <a:tailEnd len="med" w="med" type="none"/>
            </a:ln>
          </p:spPr>
        </p:cxnSp>
        <p:cxnSp>
          <p:nvCxnSpPr>
            <p:cNvPr id="7876" name="Google Shape;7876;p7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877" name="Google Shape;7877;p72"/>
            <p:cNvCxnSpPr/>
            <p:nvPr/>
          </p:nvCxnSpPr>
          <p:spPr>
            <a:xfrm rot="10800000">
              <a:off x="7848574" y="3907783"/>
              <a:ext cx="0" cy="185236"/>
            </a:xfrm>
            <a:prstGeom prst="straightConnector1">
              <a:avLst/>
            </a:prstGeom>
            <a:noFill/>
            <a:ln cap="flat" cmpd="sng" w="19050">
              <a:solidFill>
                <a:srgbClr val="5F7D95"/>
              </a:solidFill>
              <a:prstDash val="solid"/>
              <a:round/>
              <a:headEnd len="med" w="med" type="none"/>
              <a:tailEnd len="med" w="med" type="none"/>
            </a:ln>
          </p:spPr>
        </p:cxnSp>
        <p:cxnSp>
          <p:nvCxnSpPr>
            <p:cNvPr id="7878" name="Google Shape;7878;p72"/>
            <p:cNvCxnSpPr/>
            <p:nvPr/>
          </p:nvCxnSpPr>
          <p:spPr>
            <a:xfrm>
              <a:off x="8218032" y="3997243"/>
              <a:ext cx="0" cy="197219"/>
            </a:xfrm>
            <a:prstGeom prst="straightConnector1">
              <a:avLst/>
            </a:prstGeom>
            <a:noFill/>
            <a:ln cap="flat" cmpd="sng" w="19050">
              <a:solidFill>
                <a:srgbClr val="5F7D95"/>
              </a:solidFill>
              <a:prstDash val="solid"/>
              <a:round/>
              <a:headEnd len="med" w="med" type="none"/>
              <a:tailEnd len="med" w="med" type="none"/>
            </a:ln>
          </p:spPr>
        </p:cxnSp>
        <p:cxnSp>
          <p:nvCxnSpPr>
            <p:cNvPr id="7879" name="Google Shape;7879;p72"/>
            <p:cNvCxnSpPr/>
            <p:nvPr/>
          </p:nvCxnSpPr>
          <p:spPr>
            <a:xfrm flipH="1">
              <a:off x="6953899" y="3961822"/>
              <a:ext cx="1377320" cy="376718"/>
            </a:xfrm>
            <a:prstGeom prst="straightConnector1">
              <a:avLst/>
            </a:prstGeom>
            <a:noFill/>
            <a:ln cap="flat" cmpd="sng" w="19050">
              <a:solidFill>
                <a:srgbClr val="435D74"/>
              </a:solidFill>
              <a:prstDash val="solid"/>
              <a:round/>
              <a:headEnd len="med" w="med" type="none"/>
              <a:tailEnd len="med" w="med" type="none"/>
            </a:ln>
          </p:spPr>
        </p:cxnSp>
      </p:grpSp>
      <p:grpSp>
        <p:nvGrpSpPr>
          <p:cNvPr id="7880" name="Google Shape;7880;p72"/>
          <p:cNvGrpSpPr/>
          <p:nvPr/>
        </p:nvGrpSpPr>
        <p:grpSpPr>
          <a:xfrm>
            <a:off x="2364534" y="2668913"/>
            <a:ext cx="836286" cy="824529"/>
            <a:chOff x="2389399" y="2595741"/>
            <a:chExt cx="812796" cy="801369"/>
          </a:xfrm>
        </p:grpSpPr>
        <p:grpSp>
          <p:nvGrpSpPr>
            <p:cNvPr id="7881" name="Google Shape;7881;p72"/>
            <p:cNvGrpSpPr/>
            <p:nvPr/>
          </p:nvGrpSpPr>
          <p:grpSpPr>
            <a:xfrm>
              <a:off x="2492145" y="2881565"/>
              <a:ext cx="607243" cy="229690"/>
              <a:chOff x="2492145" y="2881565"/>
              <a:chExt cx="607243" cy="229690"/>
            </a:xfrm>
          </p:grpSpPr>
          <p:sp>
            <p:nvSpPr>
              <p:cNvPr id="7882" name="Google Shape;7882;p72"/>
              <p:cNvSpPr/>
              <p:nvPr/>
            </p:nvSpPr>
            <p:spPr>
              <a:xfrm>
                <a:off x="2530550" y="2913581"/>
                <a:ext cx="530449" cy="165654"/>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2"/>
              <p:cNvSpPr/>
              <p:nvPr/>
            </p:nvSpPr>
            <p:spPr>
              <a:xfrm>
                <a:off x="2886492" y="2881565"/>
                <a:ext cx="212896" cy="229690"/>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2"/>
              <p:cNvSpPr/>
              <p:nvPr/>
            </p:nvSpPr>
            <p:spPr>
              <a:xfrm>
                <a:off x="2492145" y="2881565"/>
                <a:ext cx="212878" cy="229690"/>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72"/>
            <p:cNvGrpSpPr/>
            <p:nvPr/>
          </p:nvGrpSpPr>
          <p:grpSpPr>
            <a:xfrm>
              <a:off x="2389399" y="2595741"/>
              <a:ext cx="812737" cy="296821"/>
              <a:chOff x="2389399" y="2595741"/>
              <a:chExt cx="812737" cy="296821"/>
            </a:xfrm>
          </p:grpSpPr>
          <p:grpSp>
            <p:nvGrpSpPr>
              <p:cNvPr id="7886" name="Google Shape;7886;p72"/>
              <p:cNvGrpSpPr/>
              <p:nvPr/>
            </p:nvGrpSpPr>
            <p:grpSpPr>
              <a:xfrm>
                <a:off x="2389399" y="2595741"/>
                <a:ext cx="363634" cy="296821"/>
                <a:chOff x="2389399" y="2595741"/>
                <a:chExt cx="363634" cy="296821"/>
              </a:xfrm>
            </p:grpSpPr>
            <p:grpSp>
              <p:nvGrpSpPr>
                <p:cNvPr id="7887" name="Google Shape;7887;p72"/>
                <p:cNvGrpSpPr/>
                <p:nvPr/>
              </p:nvGrpSpPr>
              <p:grpSpPr>
                <a:xfrm>
                  <a:off x="2493852" y="2794333"/>
                  <a:ext cx="259181" cy="98228"/>
                  <a:chOff x="2493852" y="2794333"/>
                  <a:chExt cx="259181" cy="98228"/>
                </a:xfrm>
              </p:grpSpPr>
              <p:sp>
                <p:nvSpPr>
                  <p:cNvPr id="7888" name="Google Shape;7888;p72"/>
                  <p:cNvSpPr/>
                  <p:nvPr/>
                </p:nvSpPr>
                <p:spPr>
                  <a:xfrm>
                    <a:off x="2500419" y="2800896"/>
                    <a:ext cx="246071" cy="85100"/>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2"/>
                  <p:cNvSpPr/>
                  <p:nvPr/>
                </p:nvSpPr>
                <p:spPr>
                  <a:xfrm>
                    <a:off x="2493852" y="2794333"/>
                    <a:ext cx="15356" cy="15352"/>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2"/>
                  <p:cNvSpPr/>
                  <p:nvPr/>
                </p:nvSpPr>
                <p:spPr>
                  <a:xfrm>
                    <a:off x="2737686" y="2877210"/>
                    <a:ext cx="15347" cy="15352"/>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72"/>
                <p:cNvGrpSpPr/>
                <p:nvPr/>
              </p:nvGrpSpPr>
              <p:grpSpPr>
                <a:xfrm>
                  <a:off x="2389399" y="2595741"/>
                  <a:ext cx="224284" cy="182006"/>
                  <a:chOff x="2389399" y="2595741"/>
                  <a:chExt cx="224284" cy="182006"/>
                </a:xfrm>
              </p:grpSpPr>
              <p:sp>
                <p:nvSpPr>
                  <p:cNvPr id="7892" name="Google Shape;7892;p72"/>
                  <p:cNvSpPr/>
                  <p:nvPr/>
                </p:nvSpPr>
                <p:spPr>
                  <a:xfrm>
                    <a:off x="2389399" y="2595741"/>
                    <a:ext cx="224284" cy="182006"/>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2"/>
                  <p:cNvSpPr/>
                  <p:nvPr/>
                </p:nvSpPr>
                <p:spPr>
                  <a:xfrm>
                    <a:off x="2430284" y="2686181"/>
                    <a:ext cx="140289"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4" name="Google Shape;7894;p72"/>
              <p:cNvGrpSpPr/>
              <p:nvPr/>
            </p:nvGrpSpPr>
            <p:grpSpPr>
              <a:xfrm>
                <a:off x="2683630" y="2595741"/>
                <a:ext cx="224274" cy="296821"/>
                <a:chOff x="2683630" y="2595741"/>
                <a:chExt cx="224274" cy="296821"/>
              </a:xfrm>
            </p:grpSpPr>
            <p:grpSp>
              <p:nvGrpSpPr>
                <p:cNvPr id="7895" name="Google Shape;7895;p72"/>
                <p:cNvGrpSpPr/>
                <p:nvPr/>
              </p:nvGrpSpPr>
              <p:grpSpPr>
                <a:xfrm>
                  <a:off x="2788083" y="2794333"/>
                  <a:ext cx="15352" cy="98228"/>
                  <a:chOff x="2788083" y="2794333"/>
                  <a:chExt cx="15352" cy="98228"/>
                </a:xfrm>
              </p:grpSpPr>
              <p:sp>
                <p:nvSpPr>
                  <p:cNvPr id="7896" name="Google Shape;7896;p72"/>
                  <p:cNvSpPr/>
                  <p:nvPr/>
                </p:nvSpPr>
                <p:spPr>
                  <a:xfrm>
                    <a:off x="2794655" y="2800905"/>
                    <a:ext cx="2212" cy="85091"/>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2"/>
                  <p:cNvSpPr/>
                  <p:nvPr/>
                </p:nvSpPr>
                <p:spPr>
                  <a:xfrm>
                    <a:off x="2788083" y="2794333"/>
                    <a:ext cx="15352" cy="15352"/>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2"/>
                  <p:cNvSpPr/>
                  <p:nvPr/>
                </p:nvSpPr>
                <p:spPr>
                  <a:xfrm>
                    <a:off x="2788083" y="2877210"/>
                    <a:ext cx="15352" cy="15352"/>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72"/>
                <p:cNvGrpSpPr/>
                <p:nvPr/>
              </p:nvGrpSpPr>
              <p:grpSpPr>
                <a:xfrm>
                  <a:off x="2683630" y="2595741"/>
                  <a:ext cx="224274" cy="182006"/>
                  <a:chOff x="2683630" y="2595741"/>
                  <a:chExt cx="224274" cy="182006"/>
                </a:xfrm>
              </p:grpSpPr>
              <p:sp>
                <p:nvSpPr>
                  <p:cNvPr id="7900" name="Google Shape;7900;p72"/>
                  <p:cNvSpPr/>
                  <p:nvPr/>
                </p:nvSpPr>
                <p:spPr>
                  <a:xfrm>
                    <a:off x="2683630" y="2595741"/>
                    <a:ext cx="224274" cy="182006"/>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2"/>
                  <p:cNvSpPr/>
                  <p:nvPr/>
                </p:nvSpPr>
                <p:spPr>
                  <a:xfrm>
                    <a:off x="2724889" y="2686181"/>
                    <a:ext cx="140285"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2" name="Google Shape;7902;p72"/>
              <p:cNvGrpSpPr/>
              <p:nvPr/>
            </p:nvGrpSpPr>
            <p:grpSpPr>
              <a:xfrm>
                <a:off x="2838475" y="2595741"/>
                <a:ext cx="363660" cy="296821"/>
                <a:chOff x="2838475" y="2595741"/>
                <a:chExt cx="363660" cy="296821"/>
              </a:xfrm>
            </p:grpSpPr>
            <p:grpSp>
              <p:nvGrpSpPr>
                <p:cNvPr id="7903" name="Google Shape;7903;p72"/>
                <p:cNvGrpSpPr/>
                <p:nvPr/>
              </p:nvGrpSpPr>
              <p:grpSpPr>
                <a:xfrm>
                  <a:off x="2838475" y="2794333"/>
                  <a:ext cx="259181" cy="98228"/>
                  <a:chOff x="2838475" y="2794333"/>
                  <a:chExt cx="259181" cy="98228"/>
                </a:xfrm>
              </p:grpSpPr>
              <p:sp>
                <p:nvSpPr>
                  <p:cNvPr id="7904" name="Google Shape;7904;p72"/>
                  <p:cNvSpPr/>
                  <p:nvPr/>
                </p:nvSpPr>
                <p:spPr>
                  <a:xfrm>
                    <a:off x="2845042" y="2800896"/>
                    <a:ext cx="246057" cy="85100"/>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2"/>
                  <p:cNvSpPr/>
                  <p:nvPr/>
                </p:nvSpPr>
                <p:spPr>
                  <a:xfrm>
                    <a:off x="3082301" y="2794333"/>
                    <a:ext cx="15356" cy="15352"/>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2"/>
                  <p:cNvSpPr/>
                  <p:nvPr/>
                </p:nvSpPr>
                <p:spPr>
                  <a:xfrm>
                    <a:off x="2838475" y="2877210"/>
                    <a:ext cx="15347" cy="15352"/>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72"/>
                <p:cNvGrpSpPr/>
                <p:nvPr/>
              </p:nvGrpSpPr>
              <p:grpSpPr>
                <a:xfrm>
                  <a:off x="2977852" y="2595741"/>
                  <a:ext cx="224284" cy="182006"/>
                  <a:chOff x="2977852" y="2595741"/>
                  <a:chExt cx="224284" cy="182006"/>
                </a:xfrm>
              </p:grpSpPr>
              <p:sp>
                <p:nvSpPr>
                  <p:cNvPr id="7908" name="Google Shape;7908;p72"/>
                  <p:cNvSpPr/>
                  <p:nvPr/>
                </p:nvSpPr>
                <p:spPr>
                  <a:xfrm>
                    <a:off x="2977852" y="2595741"/>
                    <a:ext cx="224284" cy="182006"/>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2"/>
                  <p:cNvSpPr/>
                  <p:nvPr/>
                </p:nvSpPr>
                <p:spPr>
                  <a:xfrm>
                    <a:off x="3020572" y="2686181"/>
                    <a:ext cx="140289"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10" name="Google Shape;7910;p72"/>
            <p:cNvGrpSpPr/>
            <p:nvPr/>
          </p:nvGrpSpPr>
          <p:grpSpPr>
            <a:xfrm>
              <a:off x="2389399" y="3100241"/>
              <a:ext cx="812796" cy="296869"/>
              <a:chOff x="2389399" y="3100241"/>
              <a:chExt cx="812796" cy="296869"/>
            </a:xfrm>
          </p:grpSpPr>
          <p:grpSp>
            <p:nvGrpSpPr>
              <p:cNvPr id="7911" name="Google Shape;7911;p72"/>
              <p:cNvGrpSpPr/>
              <p:nvPr/>
            </p:nvGrpSpPr>
            <p:grpSpPr>
              <a:xfrm>
                <a:off x="2683630" y="3100241"/>
                <a:ext cx="224334" cy="296869"/>
                <a:chOff x="2683630" y="3100241"/>
                <a:chExt cx="224334" cy="296869"/>
              </a:xfrm>
            </p:grpSpPr>
            <p:grpSp>
              <p:nvGrpSpPr>
                <p:cNvPr id="7912" name="Google Shape;7912;p72"/>
                <p:cNvGrpSpPr/>
                <p:nvPr/>
              </p:nvGrpSpPr>
              <p:grpSpPr>
                <a:xfrm>
                  <a:off x="2788083" y="3100241"/>
                  <a:ext cx="15356" cy="98237"/>
                  <a:chOff x="2788083" y="3100241"/>
                  <a:chExt cx="15356" cy="98237"/>
                </a:xfrm>
              </p:grpSpPr>
              <p:sp>
                <p:nvSpPr>
                  <p:cNvPr id="7913" name="Google Shape;7913;p7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72"/>
                <p:cNvGrpSpPr/>
                <p:nvPr/>
              </p:nvGrpSpPr>
              <p:grpSpPr>
                <a:xfrm>
                  <a:off x="2683630" y="3215065"/>
                  <a:ext cx="224334" cy="182045"/>
                  <a:chOff x="2683630" y="3215065"/>
                  <a:chExt cx="224334" cy="182045"/>
                </a:xfrm>
              </p:grpSpPr>
              <p:sp>
                <p:nvSpPr>
                  <p:cNvPr id="7917" name="Google Shape;7917;p7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9" name="Google Shape;7919;p72"/>
              <p:cNvGrpSpPr/>
              <p:nvPr/>
            </p:nvGrpSpPr>
            <p:grpSpPr>
              <a:xfrm>
                <a:off x="2389399" y="3100241"/>
                <a:ext cx="363638" cy="296869"/>
                <a:chOff x="2389399" y="3100241"/>
                <a:chExt cx="363638" cy="296869"/>
              </a:xfrm>
            </p:grpSpPr>
            <p:grpSp>
              <p:nvGrpSpPr>
                <p:cNvPr id="7920" name="Google Shape;7920;p72"/>
                <p:cNvGrpSpPr/>
                <p:nvPr/>
              </p:nvGrpSpPr>
              <p:grpSpPr>
                <a:xfrm>
                  <a:off x="2493852" y="3100241"/>
                  <a:ext cx="259185" cy="98237"/>
                  <a:chOff x="2493852" y="3100241"/>
                  <a:chExt cx="259185" cy="98237"/>
                </a:xfrm>
              </p:grpSpPr>
              <p:sp>
                <p:nvSpPr>
                  <p:cNvPr id="7921" name="Google Shape;7921;p7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72"/>
                <p:cNvGrpSpPr/>
                <p:nvPr/>
              </p:nvGrpSpPr>
              <p:grpSpPr>
                <a:xfrm>
                  <a:off x="2389399" y="3215065"/>
                  <a:ext cx="224343" cy="182045"/>
                  <a:chOff x="2389399" y="3215065"/>
                  <a:chExt cx="224343" cy="182045"/>
                </a:xfrm>
              </p:grpSpPr>
              <p:sp>
                <p:nvSpPr>
                  <p:cNvPr id="7925" name="Google Shape;7925;p7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7" name="Google Shape;7927;p72"/>
              <p:cNvGrpSpPr/>
              <p:nvPr/>
            </p:nvGrpSpPr>
            <p:grpSpPr>
              <a:xfrm>
                <a:off x="2838475" y="3100241"/>
                <a:ext cx="363719" cy="296869"/>
                <a:chOff x="2838475" y="3100241"/>
                <a:chExt cx="363719" cy="296869"/>
              </a:xfrm>
            </p:grpSpPr>
            <p:grpSp>
              <p:nvGrpSpPr>
                <p:cNvPr id="7928" name="Google Shape;7928;p72"/>
                <p:cNvGrpSpPr/>
                <p:nvPr/>
              </p:nvGrpSpPr>
              <p:grpSpPr>
                <a:xfrm>
                  <a:off x="2838475" y="3100241"/>
                  <a:ext cx="259185" cy="98237"/>
                  <a:chOff x="2838475" y="3100241"/>
                  <a:chExt cx="259185" cy="98237"/>
                </a:xfrm>
              </p:grpSpPr>
              <p:sp>
                <p:nvSpPr>
                  <p:cNvPr id="7929" name="Google Shape;7929;p7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72"/>
                <p:cNvGrpSpPr/>
                <p:nvPr/>
              </p:nvGrpSpPr>
              <p:grpSpPr>
                <a:xfrm>
                  <a:off x="2977852" y="3215065"/>
                  <a:ext cx="224343" cy="182045"/>
                  <a:chOff x="2977852" y="3215065"/>
                  <a:chExt cx="224343" cy="182045"/>
                </a:xfrm>
              </p:grpSpPr>
              <p:sp>
                <p:nvSpPr>
                  <p:cNvPr id="7933" name="Google Shape;7933;p7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8" name="Shape 7938"/>
        <p:cNvGrpSpPr/>
        <p:nvPr/>
      </p:nvGrpSpPr>
      <p:grpSpPr>
        <a:xfrm>
          <a:off x="0" y="0"/>
          <a:ext cx="0" cy="0"/>
          <a:chOff x="0" y="0"/>
          <a:chExt cx="0" cy="0"/>
        </a:xfrm>
      </p:grpSpPr>
      <p:grpSp>
        <p:nvGrpSpPr>
          <p:cNvPr id="7939" name="Google Shape;7939;p73"/>
          <p:cNvGrpSpPr/>
          <p:nvPr/>
        </p:nvGrpSpPr>
        <p:grpSpPr>
          <a:xfrm>
            <a:off x="718875" y="3363288"/>
            <a:ext cx="2390414" cy="1024800"/>
            <a:chOff x="728925" y="3296613"/>
            <a:chExt cx="2390414" cy="1024800"/>
          </a:xfrm>
        </p:grpSpPr>
        <p:grpSp>
          <p:nvGrpSpPr>
            <p:cNvPr id="7940" name="Google Shape;7940;p73"/>
            <p:cNvGrpSpPr/>
            <p:nvPr/>
          </p:nvGrpSpPr>
          <p:grpSpPr>
            <a:xfrm>
              <a:off x="728925" y="3619800"/>
              <a:ext cx="2390414" cy="500893"/>
              <a:chOff x="728925" y="3619800"/>
              <a:chExt cx="2390414" cy="500893"/>
            </a:xfrm>
          </p:grpSpPr>
          <p:sp>
            <p:nvSpPr>
              <p:cNvPr id="7941" name="Google Shape;7941;p7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42" name="Google Shape;7942;p7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43" name="Google Shape;7943;p73"/>
            <p:cNvGrpSpPr/>
            <p:nvPr/>
          </p:nvGrpSpPr>
          <p:grpSpPr>
            <a:xfrm>
              <a:off x="1348050" y="3296613"/>
              <a:ext cx="1706152" cy="1024800"/>
              <a:chOff x="1348050" y="3296613"/>
              <a:chExt cx="1706152" cy="1024800"/>
            </a:xfrm>
          </p:grpSpPr>
          <p:sp>
            <p:nvSpPr>
              <p:cNvPr id="7944" name="Google Shape;7944;p7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45" name="Google Shape;7945;p7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46" name="Google Shape;7946;p7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47" name="Google Shape;7947;p7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48" name="Google Shape;7948;p7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49" name="Google Shape;7949;p73"/>
            <p:cNvGrpSpPr/>
            <p:nvPr/>
          </p:nvGrpSpPr>
          <p:grpSpPr>
            <a:xfrm>
              <a:off x="1455707" y="3654858"/>
              <a:ext cx="1491153" cy="417660"/>
              <a:chOff x="1455707" y="3654858"/>
              <a:chExt cx="1491153" cy="417660"/>
            </a:xfrm>
          </p:grpSpPr>
          <p:sp>
            <p:nvSpPr>
              <p:cNvPr id="7950" name="Google Shape;7950;p73"/>
              <p:cNvSpPr/>
              <p:nvPr/>
            </p:nvSpPr>
            <p:spPr>
              <a:xfrm>
                <a:off x="1472938" y="3687620"/>
                <a:ext cx="60034" cy="35798"/>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3"/>
              <p:cNvSpPr/>
              <p:nvPr/>
            </p:nvSpPr>
            <p:spPr>
              <a:xfrm>
                <a:off x="1490853" y="3669628"/>
                <a:ext cx="54215" cy="34570"/>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3"/>
              <p:cNvSpPr/>
              <p:nvPr/>
            </p:nvSpPr>
            <p:spPr>
              <a:xfrm>
                <a:off x="1819181" y="4031425"/>
                <a:ext cx="60034" cy="35798"/>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3"/>
              <p:cNvSpPr/>
              <p:nvPr/>
            </p:nvSpPr>
            <p:spPr>
              <a:xfrm>
                <a:off x="1837096" y="4013433"/>
                <a:ext cx="54215" cy="34570"/>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3"/>
              <p:cNvSpPr/>
              <p:nvPr/>
            </p:nvSpPr>
            <p:spPr>
              <a:xfrm>
                <a:off x="1478676" y="4008202"/>
                <a:ext cx="41354" cy="6431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1455707" y="4007971"/>
                <a:ext cx="39515" cy="64169"/>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3"/>
              <p:cNvSpPr/>
              <p:nvPr/>
            </p:nvSpPr>
            <p:spPr>
              <a:xfrm>
                <a:off x="1841579" y="3655090"/>
                <a:ext cx="41354" cy="6431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3"/>
              <p:cNvSpPr/>
              <p:nvPr/>
            </p:nvSpPr>
            <p:spPr>
              <a:xfrm>
                <a:off x="1818610" y="3654858"/>
                <a:ext cx="39515" cy="64169"/>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2172491" y="4031425"/>
                <a:ext cx="60034" cy="35798"/>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3"/>
              <p:cNvSpPr/>
              <p:nvPr/>
            </p:nvSpPr>
            <p:spPr>
              <a:xfrm>
                <a:off x="2190406" y="4013433"/>
                <a:ext cx="54215" cy="34570"/>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3"/>
              <p:cNvSpPr/>
              <p:nvPr/>
            </p:nvSpPr>
            <p:spPr>
              <a:xfrm>
                <a:off x="2194889" y="3655090"/>
                <a:ext cx="41354" cy="6431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3"/>
              <p:cNvSpPr/>
              <p:nvPr/>
            </p:nvSpPr>
            <p:spPr>
              <a:xfrm>
                <a:off x="2171920" y="3654858"/>
                <a:ext cx="39515" cy="64169"/>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3"/>
              <p:cNvSpPr/>
              <p:nvPr/>
            </p:nvSpPr>
            <p:spPr>
              <a:xfrm>
                <a:off x="2874730" y="3687620"/>
                <a:ext cx="60034" cy="35798"/>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3"/>
              <p:cNvSpPr/>
              <p:nvPr/>
            </p:nvSpPr>
            <p:spPr>
              <a:xfrm>
                <a:off x="2892645" y="3669628"/>
                <a:ext cx="54215" cy="34570"/>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3"/>
              <p:cNvSpPr/>
              <p:nvPr/>
            </p:nvSpPr>
            <p:spPr>
              <a:xfrm>
                <a:off x="2901559" y="4005512"/>
                <a:ext cx="41354" cy="6431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3"/>
              <p:cNvSpPr/>
              <p:nvPr/>
            </p:nvSpPr>
            <p:spPr>
              <a:xfrm>
                <a:off x="2878589" y="4005281"/>
                <a:ext cx="39515" cy="64169"/>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3"/>
              <p:cNvSpPr/>
              <p:nvPr/>
            </p:nvSpPr>
            <p:spPr>
              <a:xfrm>
                <a:off x="2525796" y="4031425"/>
                <a:ext cx="60034" cy="35798"/>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3"/>
              <p:cNvSpPr/>
              <p:nvPr/>
            </p:nvSpPr>
            <p:spPr>
              <a:xfrm>
                <a:off x="2543711" y="4013433"/>
                <a:ext cx="54215" cy="34570"/>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3"/>
              <p:cNvSpPr/>
              <p:nvPr/>
            </p:nvSpPr>
            <p:spPr>
              <a:xfrm>
                <a:off x="2548194" y="3655090"/>
                <a:ext cx="41354" cy="6431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3"/>
              <p:cNvSpPr/>
              <p:nvPr/>
            </p:nvSpPr>
            <p:spPr>
              <a:xfrm>
                <a:off x="2525225" y="3654858"/>
                <a:ext cx="39515" cy="64169"/>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70" name="Google Shape;7970;p73"/>
          <p:cNvGraphicFramePr/>
          <p:nvPr/>
        </p:nvGraphicFramePr>
        <p:xfrm>
          <a:off x="5954575" y="2361200"/>
          <a:ext cx="3000000" cy="3000000"/>
        </p:xfrm>
        <a:graphic>
          <a:graphicData uri="http://schemas.openxmlformats.org/drawingml/2006/table">
            <a:tbl>
              <a:tblPr>
                <a:noFill/>
                <a:tableStyleId>{E6B55EB7-3E92-4261-904E-90E8EAC20F63}</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971" name="Google Shape;7971;p73"/>
          <p:cNvGrpSpPr/>
          <p:nvPr/>
        </p:nvGrpSpPr>
        <p:grpSpPr>
          <a:xfrm>
            <a:off x="727251" y="1188964"/>
            <a:ext cx="2396505" cy="976502"/>
            <a:chOff x="749309" y="1112739"/>
            <a:chExt cx="2371603" cy="976502"/>
          </a:xfrm>
        </p:grpSpPr>
        <p:grpSp>
          <p:nvGrpSpPr>
            <p:cNvPr id="7972" name="Google Shape;7972;p73"/>
            <p:cNvGrpSpPr/>
            <p:nvPr/>
          </p:nvGrpSpPr>
          <p:grpSpPr>
            <a:xfrm>
              <a:off x="1092126" y="1112739"/>
              <a:ext cx="2028786" cy="975464"/>
              <a:chOff x="1092126" y="1112739"/>
              <a:chExt cx="2028786" cy="975464"/>
            </a:xfrm>
          </p:grpSpPr>
          <p:sp>
            <p:nvSpPr>
              <p:cNvPr id="7973" name="Google Shape;7973;p7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73"/>
            <p:cNvGrpSpPr/>
            <p:nvPr/>
          </p:nvGrpSpPr>
          <p:grpSpPr>
            <a:xfrm>
              <a:off x="749309" y="1112739"/>
              <a:ext cx="314700" cy="975464"/>
              <a:chOff x="749309" y="1112739"/>
              <a:chExt cx="314700" cy="975464"/>
            </a:xfrm>
          </p:grpSpPr>
          <p:sp>
            <p:nvSpPr>
              <p:cNvPr id="7998" name="Google Shape;7998;p7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2" name="Google Shape;8002;p7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006" name="Google Shape;8006;p73"/>
          <p:cNvGraphicFramePr/>
          <p:nvPr/>
        </p:nvGraphicFramePr>
        <p:xfrm>
          <a:off x="5954600" y="1188950"/>
          <a:ext cx="3000000" cy="3000000"/>
        </p:xfrm>
        <a:graphic>
          <a:graphicData uri="http://schemas.openxmlformats.org/drawingml/2006/table">
            <a:tbl>
              <a:tblPr>
                <a:noFill/>
                <a:tableStyleId>{E6B55EB7-3E92-4261-904E-90E8EAC20F63}</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007" name="Google Shape;8007;p73"/>
          <p:cNvGraphicFramePr/>
          <p:nvPr/>
        </p:nvGraphicFramePr>
        <p:xfrm>
          <a:off x="3375463" y="2361200"/>
          <a:ext cx="3000000" cy="3000000"/>
        </p:xfrm>
        <a:graphic>
          <a:graphicData uri="http://schemas.openxmlformats.org/drawingml/2006/table">
            <a:tbl>
              <a:tblPr>
                <a:noFill/>
                <a:tableStyleId>{E6B55EB7-3E92-4261-904E-90E8EAC20F63}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008" name="Google Shape;8008;p73"/>
          <p:cNvGrpSpPr/>
          <p:nvPr/>
        </p:nvGrpSpPr>
        <p:grpSpPr>
          <a:xfrm>
            <a:off x="3377449" y="3352160"/>
            <a:ext cx="2363401" cy="1047062"/>
            <a:chOff x="3358399" y="3285485"/>
            <a:chExt cx="2363401" cy="1047062"/>
          </a:xfrm>
        </p:grpSpPr>
        <p:grpSp>
          <p:nvGrpSpPr>
            <p:cNvPr id="8009" name="Google Shape;8009;p73"/>
            <p:cNvGrpSpPr/>
            <p:nvPr/>
          </p:nvGrpSpPr>
          <p:grpSpPr>
            <a:xfrm>
              <a:off x="3358412" y="3285485"/>
              <a:ext cx="2363388" cy="139537"/>
              <a:chOff x="3358412" y="3285485"/>
              <a:chExt cx="2363388" cy="139537"/>
            </a:xfrm>
          </p:grpSpPr>
          <p:sp>
            <p:nvSpPr>
              <p:cNvPr id="8010" name="Google Shape;8010;p73"/>
              <p:cNvSpPr/>
              <p:nvPr/>
            </p:nvSpPr>
            <p:spPr>
              <a:xfrm>
                <a:off x="3358412" y="3285485"/>
                <a:ext cx="441443" cy="139537"/>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3"/>
              <p:cNvSpPr/>
              <p:nvPr/>
            </p:nvSpPr>
            <p:spPr>
              <a:xfrm>
                <a:off x="3838898" y="3285485"/>
                <a:ext cx="441443" cy="139537"/>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3"/>
              <p:cNvSpPr/>
              <p:nvPr/>
            </p:nvSpPr>
            <p:spPr>
              <a:xfrm>
                <a:off x="4319384" y="3285485"/>
                <a:ext cx="441443" cy="139537"/>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3"/>
              <p:cNvSpPr/>
              <p:nvPr/>
            </p:nvSpPr>
            <p:spPr>
              <a:xfrm>
                <a:off x="4799870" y="3285485"/>
                <a:ext cx="441443" cy="139537"/>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3"/>
              <p:cNvSpPr/>
              <p:nvPr/>
            </p:nvSpPr>
            <p:spPr>
              <a:xfrm>
                <a:off x="5280356" y="3285485"/>
                <a:ext cx="441443" cy="139537"/>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73"/>
            <p:cNvGrpSpPr/>
            <p:nvPr/>
          </p:nvGrpSpPr>
          <p:grpSpPr>
            <a:xfrm>
              <a:off x="3358412" y="3466996"/>
              <a:ext cx="2363388" cy="139537"/>
              <a:chOff x="3358412" y="3466996"/>
              <a:chExt cx="2363388" cy="139537"/>
            </a:xfrm>
          </p:grpSpPr>
          <p:sp>
            <p:nvSpPr>
              <p:cNvPr id="8016" name="Google Shape;8016;p73"/>
              <p:cNvSpPr/>
              <p:nvPr/>
            </p:nvSpPr>
            <p:spPr>
              <a:xfrm>
                <a:off x="3358412" y="3466996"/>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3"/>
              <p:cNvSpPr/>
              <p:nvPr/>
            </p:nvSpPr>
            <p:spPr>
              <a:xfrm>
                <a:off x="3838898" y="3466996"/>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3"/>
              <p:cNvSpPr/>
              <p:nvPr/>
            </p:nvSpPr>
            <p:spPr>
              <a:xfrm>
                <a:off x="4319384" y="3466996"/>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3"/>
              <p:cNvSpPr/>
              <p:nvPr/>
            </p:nvSpPr>
            <p:spPr>
              <a:xfrm>
                <a:off x="4799870" y="3466996"/>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3"/>
              <p:cNvSpPr/>
              <p:nvPr/>
            </p:nvSpPr>
            <p:spPr>
              <a:xfrm>
                <a:off x="5280356" y="3466996"/>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73"/>
            <p:cNvGrpSpPr/>
            <p:nvPr/>
          </p:nvGrpSpPr>
          <p:grpSpPr>
            <a:xfrm>
              <a:off x="3358412" y="3648507"/>
              <a:ext cx="2363388" cy="139537"/>
              <a:chOff x="3358412" y="3648507"/>
              <a:chExt cx="2363388" cy="139537"/>
            </a:xfrm>
          </p:grpSpPr>
          <p:sp>
            <p:nvSpPr>
              <p:cNvPr id="8022" name="Google Shape;8022;p73"/>
              <p:cNvSpPr/>
              <p:nvPr/>
            </p:nvSpPr>
            <p:spPr>
              <a:xfrm>
                <a:off x="3358412" y="3648507"/>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3"/>
              <p:cNvSpPr/>
              <p:nvPr/>
            </p:nvSpPr>
            <p:spPr>
              <a:xfrm>
                <a:off x="3838898" y="3648507"/>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3"/>
              <p:cNvSpPr/>
              <p:nvPr/>
            </p:nvSpPr>
            <p:spPr>
              <a:xfrm>
                <a:off x="4319384" y="3648507"/>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3"/>
              <p:cNvSpPr/>
              <p:nvPr/>
            </p:nvSpPr>
            <p:spPr>
              <a:xfrm>
                <a:off x="4799870" y="3648507"/>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3"/>
              <p:cNvSpPr/>
              <p:nvPr/>
            </p:nvSpPr>
            <p:spPr>
              <a:xfrm>
                <a:off x="5280356" y="3648507"/>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73"/>
            <p:cNvGrpSpPr/>
            <p:nvPr/>
          </p:nvGrpSpPr>
          <p:grpSpPr>
            <a:xfrm>
              <a:off x="3358412" y="3830018"/>
              <a:ext cx="2363388" cy="139537"/>
              <a:chOff x="3358412" y="3830018"/>
              <a:chExt cx="2363388" cy="139537"/>
            </a:xfrm>
          </p:grpSpPr>
          <p:sp>
            <p:nvSpPr>
              <p:cNvPr id="8028" name="Google Shape;8028;p73"/>
              <p:cNvSpPr/>
              <p:nvPr/>
            </p:nvSpPr>
            <p:spPr>
              <a:xfrm>
                <a:off x="3358412" y="3830018"/>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3"/>
              <p:cNvSpPr/>
              <p:nvPr/>
            </p:nvSpPr>
            <p:spPr>
              <a:xfrm>
                <a:off x="3838898" y="3830018"/>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3"/>
              <p:cNvSpPr/>
              <p:nvPr/>
            </p:nvSpPr>
            <p:spPr>
              <a:xfrm>
                <a:off x="4319384" y="3830018"/>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3"/>
              <p:cNvSpPr/>
              <p:nvPr/>
            </p:nvSpPr>
            <p:spPr>
              <a:xfrm>
                <a:off x="4799870" y="3830018"/>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3"/>
              <p:cNvSpPr/>
              <p:nvPr/>
            </p:nvSpPr>
            <p:spPr>
              <a:xfrm>
                <a:off x="5280356" y="3830018"/>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73"/>
            <p:cNvGrpSpPr/>
            <p:nvPr/>
          </p:nvGrpSpPr>
          <p:grpSpPr>
            <a:xfrm>
              <a:off x="3358399" y="4011514"/>
              <a:ext cx="2363377" cy="139537"/>
              <a:chOff x="3294800" y="4134603"/>
              <a:chExt cx="2638876" cy="152400"/>
            </a:xfrm>
          </p:grpSpPr>
          <p:sp>
            <p:nvSpPr>
              <p:cNvPr id="8034" name="Google Shape;8034;p7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73"/>
            <p:cNvGrpSpPr/>
            <p:nvPr/>
          </p:nvGrpSpPr>
          <p:grpSpPr>
            <a:xfrm>
              <a:off x="3358412" y="4193010"/>
              <a:ext cx="2363388" cy="139537"/>
              <a:chOff x="3294800" y="4134603"/>
              <a:chExt cx="2638876" cy="152400"/>
            </a:xfrm>
          </p:grpSpPr>
          <p:sp>
            <p:nvSpPr>
              <p:cNvPr id="8040" name="Google Shape;8040;p7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45" name="Google Shape;8045;p73"/>
          <p:cNvGraphicFramePr/>
          <p:nvPr/>
        </p:nvGraphicFramePr>
        <p:xfrm>
          <a:off x="728250" y="2361200"/>
          <a:ext cx="3000000" cy="3000000"/>
        </p:xfrm>
        <a:graphic>
          <a:graphicData uri="http://schemas.openxmlformats.org/drawingml/2006/table">
            <a:tbl>
              <a:tblPr>
                <a:noFill/>
                <a:tableStyleId>{E6B55EB7-3E92-4261-904E-90E8EAC20F63}</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046" name="Google Shape;8046;p73"/>
          <p:cNvGrpSpPr/>
          <p:nvPr/>
        </p:nvGrpSpPr>
        <p:grpSpPr>
          <a:xfrm>
            <a:off x="4177919" y="2765014"/>
            <a:ext cx="1302095" cy="60959"/>
            <a:chOff x="3558802" y="4011427"/>
            <a:chExt cx="1866000" cy="111300"/>
          </a:xfrm>
        </p:grpSpPr>
        <p:sp>
          <p:nvSpPr>
            <p:cNvPr id="8047" name="Google Shape;8047;p7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73"/>
          <p:cNvGrpSpPr/>
          <p:nvPr/>
        </p:nvGrpSpPr>
        <p:grpSpPr>
          <a:xfrm>
            <a:off x="4723407" y="3047174"/>
            <a:ext cx="914340" cy="60959"/>
            <a:chOff x="3558802" y="4011427"/>
            <a:chExt cx="1866000" cy="111300"/>
          </a:xfrm>
        </p:grpSpPr>
        <p:sp>
          <p:nvSpPr>
            <p:cNvPr id="8050" name="Google Shape;8050;p7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73"/>
          <p:cNvGrpSpPr/>
          <p:nvPr/>
        </p:nvGrpSpPr>
        <p:grpSpPr>
          <a:xfrm>
            <a:off x="5926924" y="3381697"/>
            <a:ext cx="2519825" cy="1001454"/>
            <a:chOff x="1906114" y="789980"/>
            <a:chExt cx="1487676" cy="606868"/>
          </a:xfrm>
        </p:grpSpPr>
        <p:cxnSp>
          <p:nvCxnSpPr>
            <p:cNvPr id="8053" name="Google Shape;8053;p7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54" name="Google Shape;8054;p7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55" name="Google Shape;8055;p7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056" name="Google Shape;8056;p7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057" name="Google Shape;8057;p7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058" name="Google Shape;8058;p7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059" name="Google Shape;8059;p7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060" name="Google Shape;8060;p7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067" name="Google Shape;8067;p7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068" name="Google Shape;8068;p7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069" name="Google Shape;8069;p7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73"/>
          <p:cNvGrpSpPr/>
          <p:nvPr/>
        </p:nvGrpSpPr>
        <p:grpSpPr>
          <a:xfrm>
            <a:off x="3372612" y="1159008"/>
            <a:ext cx="2363393" cy="1005865"/>
            <a:chOff x="3292400" y="1193188"/>
            <a:chExt cx="2615240" cy="1131075"/>
          </a:xfrm>
        </p:grpSpPr>
        <p:sp>
          <p:nvSpPr>
            <p:cNvPr id="8071" name="Google Shape;8071;p7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72" name="Google Shape;8072;p7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73" name="Google Shape;8073;p7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074" name="Google Shape;8074;p7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075" name="Google Shape;8075;p7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076" name="Google Shape;8076;p7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077" name="Google Shape;8077;p7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078" name="Google Shape;8078;p7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079" name="Google Shape;8079;p7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080" name="Google Shape;8080;p7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081" name="Google Shape;8081;p7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82" name="Google Shape;8082;p7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083" name="Google Shape;8083;p7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84" name="Google Shape;8084;p7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085" name="Google Shape;8085;p73"/>
            <p:cNvGrpSpPr/>
            <p:nvPr/>
          </p:nvGrpSpPr>
          <p:grpSpPr>
            <a:xfrm>
              <a:off x="3748438" y="1378608"/>
              <a:ext cx="2159202" cy="903971"/>
              <a:chOff x="1683525" y="2179850"/>
              <a:chExt cx="4519050" cy="2134525"/>
            </a:xfrm>
          </p:grpSpPr>
          <p:sp>
            <p:nvSpPr>
              <p:cNvPr id="8086" name="Google Shape;8086;p7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87" name="Google Shape;8087;p7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88" name="Google Shape;8088;p7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89" name="Google Shape;8089;p7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90" name="Google Shape;8090;p7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91" name="Google Shape;8091;p7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92" name="Google Shape;8092;p7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93" name="Google Shape;8093;p7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94" name="Google Shape;8094;p7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95" name="Google Shape;8095;p7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96" name="Google Shape;8096;p7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97" name="Google Shape;8097;p7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01" name="Shape 8101"/>
        <p:cNvGrpSpPr/>
        <p:nvPr/>
      </p:nvGrpSpPr>
      <p:grpSpPr>
        <a:xfrm>
          <a:off x="0" y="0"/>
          <a:ext cx="0" cy="0"/>
          <a:chOff x="0" y="0"/>
          <a:chExt cx="0" cy="0"/>
        </a:xfrm>
      </p:grpSpPr>
      <p:grpSp>
        <p:nvGrpSpPr>
          <p:cNvPr id="8102" name="Google Shape;8102;p74"/>
          <p:cNvGrpSpPr/>
          <p:nvPr/>
        </p:nvGrpSpPr>
        <p:grpSpPr>
          <a:xfrm>
            <a:off x="4814684" y="1191441"/>
            <a:ext cx="745431" cy="718863"/>
            <a:chOff x="4249973" y="1201875"/>
            <a:chExt cx="1958568" cy="1888762"/>
          </a:xfrm>
        </p:grpSpPr>
        <p:sp>
          <p:nvSpPr>
            <p:cNvPr id="8103" name="Google Shape;8103;p7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4" name="Google Shape;8104;p74"/>
            <p:cNvGrpSpPr/>
            <p:nvPr/>
          </p:nvGrpSpPr>
          <p:grpSpPr>
            <a:xfrm>
              <a:off x="5853086" y="1789142"/>
              <a:ext cx="355454" cy="1048099"/>
              <a:chOff x="5576108" y="2016725"/>
              <a:chExt cx="565200" cy="1666560"/>
            </a:xfrm>
          </p:grpSpPr>
          <p:sp>
            <p:nvSpPr>
              <p:cNvPr id="8105" name="Google Shape;8105;p7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06" name="Google Shape;8106;p7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74"/>
            <p:cNvGrpSpPr/>
            <p:nvPr/>
          </p:nvGrpSpPr>
          <p:grpSpPr>
            <a:xfrm>
              <a:off x="4869455" y="2691676"/>
              <a:ext cx="1013897" cy="398961"/>
              <a:chOff x="4012057" y="3451825"/>
              <a:chExt cx="1612175" cy="634379"/>
            </a:xfrm>
          </p:grpSpPr>
          <p:sp>
            <p:nvSpPr>
              <p:cNvPr id="8108" name="Google Shape;8108;p7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09" name="Google Shape;8109;p7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74"/>
            <p:cNvGrpSpPr/>
            <p:nvPr/>
          </p:nvGrpSpPr>
          <p:grpSpPr>
            <a:xfrm>
              <a:off x="4276937" y="2155961"/>
              <a:ext cx="651965" cy="891358"/>
              <a:chOff x="3069908" y="2599997"/>
              <a:chExt cx="1036675" cy="1417328"/>
            </a:xfrm>
          </p:grpSpPr>
          <p:sp>
            <p:nvSpPr>
              <p:cNvPr id="8111" name="Google Shape;8111;p7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2" name="Google Shape;8112;p7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74"/>
            <p:cNvGrpSpPr/>
            <p:nvPr/>
          </p:nvGrpSpPr>
          <p:grpSpPr>
            <a:xfrm>
              <a:off x="5054918" y="1201875"/>
              <a:ext cx="999548" cy="602711"/>
              <a:chOff x="4306958" y="1082925"/>
              <a:chExt cx="1589359" cy="958358"/>
            </a:xfrm>
          </p:grpSpPr>
          <p:sp>
            <p:nvSpPr>
              <p:cNvPr id="8114" name="Google Shape;8114;p7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5" name="Google Shape;8115;p7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74"/>
            <p:cNvGrpSpPr/>
            <p:nvPr/>
          </p:nvGrpSpPr>
          <p:grpSpPr>
            <a:xfrm>
              <a:off x="4249973" y="1303451"/>
              <a:ext cx="799317" cy="841334"/>
              <a:chOff x="3027033" y="1244439"/>
              <a:chExt cx="1270977" cy="1337786"/>
            </a:xfrm>
          </p:grpSpPr>
          <p:sp>
            <p:nvSpPr>
              <p:cNvPr id="8117" name="Google Shape;8117;p7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8" name="Google Shape;8118;p7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9" name="Google Shape;8119;p74"/>
          <p:cNvGrpSpPr/>
          <p:nvPr/>
        </p:nvGrpSpPr>
        <p:grpSpPr>
          <a:xfrm>
            <a:off x="731057" y="2069890"/>
            <a:ext cx="761767" cy="729896"/>
            <a:chOff x="2657744" y="2337745"/>
            <a:chExt cx="832987" cy="798137"/>
          </a:xfrm>
        </p:grpSpPr>
        <p:sp>
          <p:nvSpPr>
            <p:cNvPr id="8120" name="Google Shape;8120;p7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74"/>
          <p:cNvGrpSpPr/>
          <p:nvPr/>
        </p:nvGrpSpPr>
        <p:grpSpPr>
          <a:xfrm>
            <a:off x="3242022" y="2072994"/>
            <a:ext cx="685569" cy="723689"/>
            <a:chOff x="3398134" y="2057650"/>
            <a:chExt cx="704087" cy="743236"/>
          </a:xfrm>
        </p:grpSpPr>
        <p:grpSp>
          <p:nvGrpSpPr>
            <p:cNvPr id="8127" name="Google Shape;8127;p74"/>
            <p:cNvGrpSpPr/>
            <p:nvPr/>
          </p:nvGrpSpPr>
          <p:grpSpPr>
            <a:xfrm>
              <a:off x="3398134" y="2290183"/>
              <a:ext cx="315181" cy="219781"/>
              <a:chOff x="3398134" y="2290183"/>
              <a:chExt cx="315181" cy="219781"/>
            </a:xfrm>
          </p:grpSpPr>
          <p:sp>
            <p:nvSpPr>
              <p:cNvPr id="8128" name="Google Shape;8128;p74"/>
              <p:cNvSpPr/>
              <p:nvPr/>
            </p:nvSpPr>
            <p:spPr>
              <a:xfrm>
                <a:off x="3493534" y="2290183"/>
                <a:ext cx="219781" cy="219781"/>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29" name="Google Shape;8129;p74"/>
              <p:cNvCxnSpPr>
                <a:stCxn id="8128" idx="2"/>
              </p:cNvCxnSpPr>
              <p:nvPr/>
            </p:nvCxnSpPr>
            <p:spPr>
              <a:xfrm rot="10800000">
                <a:off x="3398134" y="240007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130" name="Google Shape;8130;p74"/>
            <p:cNvGrpSpPr/>
            <p:nvPr/>
          </p:nvGrpSpPr>
          <p:grpSpPr>
            <a:xfrm>
              <a:off x="3547823" y="2467358"/>
              <a:ext cx="219781" cy="333527"/>
              <a:chOff x="3547823" y="2467358"/>
              <a:chExt cx="219781" cy="333527"/>
            </a:xfrm>
          </p:grpSpPr>
          <p:sp>
            <p:nvSpPr>
              <p:cNvPr id="8131" name="Google Shape;8131;p74"/>
              <p:cNvSpPr/>
              <p:nvPr/>
            </p:nvSpPr>
            <p:spPr>
              <a:xfrm>
                <a:off x="3547823" y="2467358"/>
                <a:ext cx="219781" cy="219781"/>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32" name="Google Shape;8132;p74"/>
              <p:cNvCxnSpPr/>
              <p:nvPr/>
            </p:nvCxnSpPr>
            <p:spPr>
              <a:xfrm rot="10800000">
                <a:off x="3657701" y="2687080"/>
                <a:ext cx="0" cy="113805"/>
              </a:xfrm>
              <a:prstGeom prst="straightConnector1">
                <a:avLst/>
              </a:prstGeom>
              <a:noFill/>
              <a:ln cap="flat" cmpd="sng" w="9525">
                <a:solidFill>
                  <a:srgbClr val="5F7D95"/>
                </a:solidFill>
                <a:prstDash val="solid"/>
                <a:round/>
                <a:headEnd len="med" w="med" type="none"/>
                <a:tailEnd len="med" w="med" type="none"/>
              </a:ln>
            </p:spPr>
          </p:cxnSp>
        </p:grpSp>
        <p:grpSp>
          <p:nvGrpSpPr>
            <p:cNvPr id="8133" name="Google Shape;8133;p74"/>
            <p:cNvGrpSpPr/>
            <p:nvPr/>
          </p:nvGrpSpPr>
          <p:grpSpPr>
            <a:xfrm>
              <a:off x="3734138" y="2467358"/>
              <a:ext cx="219781" cy="333527"/>
              <a:chOff x="3734138" y="2467358"/>
              <a:chExt cx="219781" cy="333527"/>
            </a:xfrm>
          </p:grpSpPr>
          <p:sp>
            <p:nvSpPr>
              <p:cNvPr id="8134" name="Google Shape;8134;p74"/>
              <p:cNvSpPr/>
              <p:nvPr/>
            </p:nvSpPr>
            <p:spPr>
              <a:xfrm>
                <a:off x="3734138" y="2467358"/>
                <a:ext cx="219781" cy="219781"/>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35" name="Google Shape;8135;p74"/>
              <p:cNvCxnSpPr/>
              <p:nvPr/>
            </p:nvCxnSpPr>
            <p:spPr>
              <a:xfrm rot="10800000">
                <a:off x="3844020" y="2687080"/>
                <a:ext cx="0" cy="113805"/>
              </a:xfrm>
              <a:prstGeom prst="straightConnector1">
                <a:avLst/>
              </a:prstGeom>
              <a:noFill/>
              <a:ln cap="flat" cmpd="sng" w="9525">
                <a:solidFill>
                  <a:srgbClr val="869FB2"/>
                </a:solidFill>
                <a:prstDash val="solid"/>
                <a:round/>
                <a:headEnd len="med" w="med" type="none"/>
                <a:tailEnd len="med" w="med" type="none"/>
              </a:ln>
            </p:spPr>
          </p:cxnSp>
        </p:grpSp>
        <p:grpSp>
          <p:nvGrpSpPr>
            <p:cNvPr id="8136" name="Google Shape;8136;p74"/>
            <p:cNvGrpSpPr/>
            <p:nvPr/>
          </p:nvGrpSpPr>
          <p:grpSpPr>
            <a:xfrm>
              <a:off x="3787560" y="2288011"/>
              <a:ext cx="314661" cy="219781"/>
              <a:chOff x="3787560" y="2288011"/>
              <a:chExt cx="314661" cy="219781"/>
            </a:xfrm>
          </p:grpSpPr>
          <p:sp>
            <p:nvSpPr>
              <p:cNvPr id="8137" name="Google Shape;8137;p74"/>
              <p:cNvSpPr/>
              <p:nvPr/>
            </p:nvSpPr>
            <p:spPr>
              <a:xfrm>
                <a:off x="3787560" y="2288011"/>
                <a:ext cx="219781" cy="219781"/>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38" name="Google Shape;8138;p74"/>
              <p:cNvCxnSpPr/>
              <p:nvPr/>
            </p:nvCxnSpPr>
            <p:spPr>
              <a:xfrm rot="10800000">
                <a:off x="4007279" y="2400064"/>
                <a:ext cx="94942" cy="0"/>
              </a:xfrm>
              <a:prstGeom prst="straightConnector1">
                <a:avLst/>
              </a:prstGeom>
              <a:noFill/>
              <a:ln cap="flat" cmpd="sng" w="9525">
                <a:solidFill>
                  <a:srgbClr val="A5B7C6"/>
                </a:solidFill>
                <a:prstDash val="solid"/>
                <a:round/>
                <a:headEnd len="med" w="med" type="none"/>
                <a:tailEnd len="med" w="med" type="none"/>
              </a:ln>
            </p:spPr>
          </p:cxnSp>
        </p:grpSp>
        <p:grpSp>
          <p:nvGrpSpPr>
            <p:cNvPr id="8139" name="Google Shape;8139;p74"/>
            <p:cNvGrpSpPr/>
            <p:nvPr/>
          </p:nvGrpSpPr>
          <p:grpSpPr>
            <a:xfrm>
              <a:off x="3637290" y="2057650"/>
              <a:ext cx="219781" cy="335485"/>
              <a:chOff x="3637290" y="2057650"/>
              <a:chExt cx="219781" cy="335485"/>
            </a:xfrm>
          </p:grpSpPr>
          <p:sp>
            <p:nvSpPr>
              <p:cNvPr id="8140" name="Google Shape;8140;p74"/>
              <p:cNvSpPr/>
              <p:nvPr/>
            </p:nvSpPr>
            <p:spPr>
              <a:xfrm>
                <a:off x="3637290" y="2173354"/>
                <a:ext cx="219781" cy="219781"/>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141" name="Google Shape;8141;p74"/>
              <p:cNvCxnSpPr/>
              <p:nvPr/>
            </p:nvCxnSpPr>
            <p:spPr>
              <a:xfrm rot="10800000">
                <a:off x="3747169" y="2057650"/>
                <a:ext cx="0" cy="113805"/>
              </a:xfrm>
              <a:prstGeom prst="straightConnector1">
                <a:avLst/>
              </a:prstGeom>
              <a:noFill/>
              <a:ln cap="flat" cmpd="sng" w="9525">
                <a:solidFill>
                  <a:srgbClr val="BAC8D3"/>
                </a:solidFill>
                <a:prstDash val="solid"/>
                <a:round/>
                <a:headEnd len="med" w="med" type="none"/>
                <a:tailEnd len="med" w="med" type="none"/>
              </a:ln>
            </p:spPr>
          </p:cxnSp>
        </p:grpSp>
      </p:grpSp>
      <p:grpSp>
        <p:nvGrpSpPr>
          <p:cNvPr id="8142" name="Google Shape;8142;p74"/>
          <p:cNvGrpSpPr/>
          <p:nvPr/>
        </p:nvGrpSpPr>
        <p:grpSpPr>
          <a:xfrm>
            <a:off x="4917244" y="2079792"/>
            <a:ext cx="710255" cy="710092"/>
            <a:chOff x="5007123" y="2079403"/>
            <a:chExt cx="687698" cy="687541"/>
          </a:xfrm>
        </p:grpSpPr>
        <p:sp>
          <p:nvSpPr>
            <p:cNvPr id="8143" name="Google Shape;8143;p74"/>
            <p:cNvSpPr/>
            <p:nvPr/>
          </p:nvSpPr>
          <p:spPr>
            <a:xfrm>
              <a:off x="5007123" y="2079403"/>
              <a:ext cx="687698" cy="687541"/>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4"/>
            <p:cNvSpPr/>
            <p:nvPr/>
          </p:nvSpPr>
          <p:spPr>
            <a:xfrm>
              <a:off x="5069448" y="2141702"/>
              <a:ext cx="563048" cy="562943"/>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4"/>
            <p:cNvSpPr/>
            <p:nvPr/>
          </p:nvSpPr>
          <p:spPr>
            <a:xfrm>
              <a:off x="5146403" y="2218605"/>
              <a:ext cx="409137" cy="409137"/>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4"/>
            <p:cNvSpPr/>
            <p:nvPr/>
          </p:nvSpPr>
          <p:spPr>
            <a:xfrm>
              <a:off x="5221891" y="2294066"/>
              <a:ext cx="258162" cy="258215"/>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74"/>
          <p:cNvGrpSpPr/>
          <p:nvPr/>
        </p:nvGrpSpPr>
        <p:grpSpPr>
          <a:xfrm>
            <a:off x="5726681" y="2074299"/>
            <a:ext cx="721079" cy="721079"/>
            <a:chOff x="5797446" y="2063053"/>
            <a:chExt cx="698179" cy="698179"/>
          </a:xfrm>
        </p:grpSpPr>
        <p:sp>
          <p:nvSpPr>
            <p:cNvPr id="8148" name="Google Shape;8148;p74"/>
            <p:cNvSpPr/>
            <p:nvPr/>
          </p:nvSpPr>
          <p:spPr>
            <a:xfrm>
              <a:off x="5797446" y="2063053"/>
              <a:ext cx="698179" cy="698179"/>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4"/>
            <p:cNvSpPr/>
            <p:nvPr/>
          </p:nvSpPr>
          <p:spPr>
            <a:xfrm>
              <a:off x="5872067" y="2212295"/>
              <a:ext cx="548937" cy="548937"/>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4"/>
            <p:cNvSpPr/>
            <p:nvPr/>
          </p:nvSpPr>
          <p:spPr>
            <a:xfrm>
              <a:off x="5921353" y="2310867"/>
              <a:ext cx="450365" cy="450365"/>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4"/>
            <p:cNvSpPr/>
            <p:nvPr/>
          </p:nvSpPr>
          <p:spPr>
            <a:xfrm>
              <a:off x="5967936" y="2404033"/>
              <a:ext cx="357199" cy="357199"/>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74"/>
          <p:cNvGrpSpPr/>
          <p:nvPr/>
        </p:nvGrpSpPr>
        <p:grpSpPr>
          <a:xfrm>
            <a:off x="8171828" y="3719904"/>
            <a:ext cx="280576" cy="673160"/>
            <a:chOff x="8075075" y="3754290"/>
            <a:chExt cx="255604" cy="613190"/>
          </a:xfrm>
        </p:grpSpPr>
        <p:grpSp>
          <p:nvGrpSpPr>
            <p:cNvPr id="8153" name="Google Shape;8153;p74"/>
            <p:cNvGrpSpPr/>
            <p:nvPr/>
          </p:nvGrpSpPr>
          <p:grpSpPr>
            <a:xfrm>
              <a:off x="8075075" y="3754290"/>
              <a:ext cx="255604" cy="613190"/>
              <a:chOff x="8075075" y="3754290"/>
              <a:chExt cx="255604" cy="613190"/>
            </a:xfrm>
          </p:grpSpPr>
          <p:sp>
            <p:nvSpPr>
              <p:cNvPr id="8154" name="Google Shape;8154;p74"/>
              <p:cNvSpPr/>
              <p:nvPr/>
            </p:nvSpPr>
            <p:spPr>
              <a:xfrm>
                <a:off x="8075075" y="4252967"/>
                <a:ext cx="255604" cy="114513"/>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4"/>
              <p:cNvSpPr/>
              <p:nvPr/>
            </p:nvSpPr>
            <p:spPr>
              <a:xfrm>
                <a:off x="8075075" y="3754290"/>
                <a:ext cx="255604" cy="498698"/>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6" name="Google Shape;8156;p74"/>
            <p:cNvSpPr/>
            <p:nvPr/>
          </p:nvSpPr>
          <p:spPr>
            <a:xfrm>
              <a:off x="8107762" y="3782257"/>
              <a:ext cx="190275" cy="190275"/>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74"/>
          <p:cNvGrpSpPr/>
          <p:nvPr/>
        </p:nvGrpSpPr>
        <p:grpSpPr>
          <a:xfrm>
            <a:off x="5288887" y="3708700"/>
            <a:ext cx="470352" cy="683745"/>
            <a:chOff x="1697726" y="3244179"/>
            <a:chExt cx="788124" cy="1146069"/>
          </a:xfrm>
        </p:grpSpPr>
        <p:sp>
          <p:nvSpPr>
            <p:cNvPr id="8158" name="Google Shape;8158;p7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0" name="Google Shape;8160;p74"/>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1" name="Google Shape;8161;p74"/>
          <p:cNvGrpSpPr/>
          <p:nvPr/>
        </p:nvGrpSpPr>
        <p:grpSpPr>
          <a:xfrm>
            <a:off x="5910037" y="3719902"/>
            <a:ext cx="293891" cy="293845"/>
            <a:chOff x="6134814" y="3754290"/>
            <a:chExt cx="293891" cy="293845"/>
          </a:xfrm>
        </p:grpSpPr>
        <p:sp>
          <p:nvSpPr>
            <p:cNvPr id="8162" name="Google Shape;8162;p7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74"/>
          <p:cNvGrpSpPr/>
          <p:nvPr/>
        </p:nvGrpSpPr>
        <p:grpSpPr>
          <a:xfrm>
            <a:off x="5910037" y="4098574"/>
            <a:ext cx="293891" cy="293891"/>
            <a:chOff x="6134814" y="4086186"/>
            <a:chExt cx="293891" cy="293891"/>
          </a:xfrm>
        </p:grpSpPr>
        <p:sp>
          <p:nvSpPr>
            <p:cNvPr id="8165" name="Google Shape;8165;p7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7" name="Google Shape;8167;p74"/>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4"/>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9" name="Google Shape;8169;p74"/>
          <p:cNvGrpSpPr/>
          <p:nvPr/>
        </p:nvGrpSpPr>
        <p:grpSpPr>
          <a:xfrm>
            <a:off x="7835013" y="2927266"/>
            <a:ext cx="622883" cy="621944"/>
            <a:chOff x="1187048" y="238125"/>
            <a:chExt cx="5256397" cy="5248476"/>
          </a:xfrm>
        </p:grpSpPr>
        <p:sp>
          <p:nvSpPr>
            <p:cNvPr id="8170" name="Google Shape;8170;p7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74"/>
          <p:cNvGrpSpPr/>
          <p:nvPr/>
        </p:nvGrpSpPr>
        <p:grpSpPr>
          <a:xfrm>
            <a:off x="2292118" y="2936875"/>
            <a:ext cx="1310987" cy="612407"/>
            <a:chOff x="238125" y="1188750"/>
            <a:chExt cx="7140450" cy="3335550"/>
          </a:xfrm>
        </p:grpSpPr>
        <p:sp>
          <p:nvSpPr>
            <p:cNvPr id="8175" name="Google Shape;8175;p7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74"/>
          <p:cNvGrpSpPr/>
          <p:nvPr/>
        </p:nvGrpSpPr>
        <p:grpSpPr>
          <a:xfrm>
            <a:off x="6617990" y="2927430"/>
            <a:ext cx="1110299" cy="621702"/>
            <a:chOff x="238125" y="1335475"/>
            <a:chExt cx="5418735" cy="3034175"/>
          </a:xfrm>
        </p:grpSpPr>
        <p:sp>
          <p:nvSpPr>
            <p:cNvPr id="8181" name="Google Shape;8181;p7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74"/>
          <p:cNvGrpSpPr/>
          <p:nvPr/>
        </p:nvGrpSpPr>
        <p:grpSpPr>
          <a:xfrm>
            <a:off x="5434485" y="2924327"/>
            <a:ext cx="1076781" cy="624726"/>
            <a:chOff x="5357937" y="2910889"/>
            <a:chExt cx="1100103" cy="638322"/>
          </a:xfrm>
        </p:grpSpPr>
        <p:grpSp>
          <p:nvGrpSpPr>
            <p:cNvPr id="8185" name="Google Shape;8185;p74"/>
            <p:cNvGrpSpPr/>
            <p:nvPr/>
          </p:nvGrpSpPr>
          <p:grpSpPr>
            <a:xfrm>
              <a:off x="5929791" y="3263088"/>
              <a:ext cx="528250" cy="286122"/>
              <a:chOff x="5929791" y="3263088"/>
              <a:chExt cx="528250" cy="286122"/>
            </a:xfrm>
          </p:grpSpPr>
          <p:sp>
            <p:nvSpPr>
              <p:cNvPr id="8186" name="Google Shape;8186;p74"/>
              <p:cNvSpPr/>
              <p:nvPr/>
            </p:nvSpPr>
            <p:spPr>
              <a:xfrm>
                <a:off x="5929791" y="3263088"/>
                <a:ext cx="330335" cy="28612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87" name="Google Shape;8187;p74"/>
              <p:cNvSpPr/>
              <p:nvPr/>
            </p:nvSpPr>
            <p:spPr>
              <a:xfrm>
                <a:off x="6247886" y="3331025"/>
                <a:ext cx="210154" cy="21657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88" name="Google Shape;8188;p74"/>
            <p:cNvGrpSpPr/>
            <p:nvPr/>
          </p:nvGrpSpPr>
          <p:grpSpPr>
            <a:xfrm>
              <a:off x="5357937" y="3263089"/>
              <a:ext cx="529488" cy="286122"/>
              <a:chOff x="5357937" y="3263089"/>
              <a:chExt cx="529488" cy="286122"/>
            </a:xfrm>
          </p:grpSpPr>
          <p:sp>
            <p:nvSpPr>
              <p:cNvPr id="8189" name="Google Shape;8189;p74"/>
              <p:cNvSpPr/>
              <p:nvPr/>
            </p:nvSpPr>
            <p:spPr>
              <a:xfrm>
                <a:off x="5557090" y="3263089"/>
                <a:ext cx="330335" cy="28612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90" name="Google Shape;8190;p74"/>
              <p:cNvSpPr/>
              <p:nvPr/>
            </p:nvSpPr>
            <p:spPr>
              <a:xfrm flipH="1">
                <a:off x="5357937" y="3332559"/>
                <a:ext cx="210154" cy="21657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91" name="Google Shape;8191;p74"/>
            <p:cNvGrpSpPr/>
            <p:nvPr/>
          </p:nvGrpSpPr>
          <p:grpSpPr>
            <a:xfrm>
              <a:off x="5550335" y="2910889"/>
              <a:ext cx="523962" cy="611903"/>
              <a:chOff x="5550335" y="2910889"/>
              <a:chExt cx="523962" cy="611903"/>
            </a:xfrm>
          </p:grpSpPr>
          <p:sp>
            <p:nvSpPr>
              <p:cNvPr id="8192" name="Google Shape;8192;p74"/>
              <p:cNvSpPr/>
              <p:nvPr/>
            </p:nvSpPr>
            <p:spPr>
              <a:xfrm>
                <a:off x="5743962" y="3236669"/>
                <a:ext cx="330335" cy="28612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93" name="Google Shape;8193;p74"/>
              <p:cNvSpPr/>
              <p:nvPr/>
            </p:nvSpPr>
            <p:spPr>
              <a:xfrm flipH="1">
                <a:off x="5550335" y="2910889"/>
                <a:ext cx="210154" cy="32750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94" name="Google Shape;8194;p74"/>
            <p:cNvGrpSpPr/>
            <p:nvPr/>
          </p:nvGrpSpPr>
          <p:grpSpPr>
            <a:xfrm>
              <a:off x="5743962" y="2919100"/>
              <a:ext cx="624099" cy="286122"/>
              <a:chOff x="5743962" y="2919100"/>
              <a:chExt cx="624099" cy="286122"/>
            </a:xfrm>
          </p:grpSpPr>
          <p:sp>
            <p:nvSpPr>
              <p:cNvPr id="8195" name="Google Shape;8195;p74"/>
              <p:cNvSpPr/>
              <p:nvPr/>
            </p:nvSpPr>
            <p:spPr>
              <a:xfrm>
                <a:off x="5743962" y="2919100"/>
                <a:ext cx="330335" cy="28612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96" name="Google Shape;8196;p74"/>
              <p:cNvSpPr/>
              <p:nvPr/>
            </p:nvSpPr>
            <p:spPr>
              <a:xfrm>
                <a:off x="6060335" y="2920591"/>
                <a:ext cx="307725" cy="28348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197" name="Google Shape;8197;p74"/>
          <p:cNvGrpSpPr/>
          <p:nvPr/>
        </p:nvGrpSpPr>
        <p:grpSpPr>
          <a:xfrm>
            <a:off x="7586863" y="2075038"/>
            <a:ext cx="874976" cy="719600"/>
            <a:chOff x="7608988" y="2093194"/>
            <a:chExt cx="817276" cy="672147"/>
          </a:xfrm>
        </p:grpSpPr>
        <p:cxnSp>
          <p:nvCxnSpPr>
            <p:cNvPr id="8198" name="Google Shape;8198;p7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99" name="Google Shape;8199;p7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00" name="Google Shape;8200;p7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01" name="Google Shape;8201;p7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02" name="Google Shape;8202;p7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203" name="Google Shape;8203;p7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204" name="Google Shape;8204;p74"/>
            <p:cNvGrpSpPr/>
            <p:nvPr/>
          </p:nvGrpSpPr>
          <p:grpSpPr>
            <a:xfrm>
              <a:off x="7721175" y="2093194"/>
              <a:ext cx="599587" cy="623846"/>
              <a:chOff x="7721175" y="2093194"/>
              <a:chExt cx="599587" cy="623846"/>
            </a:xfrm>
          </p:grpSpPr>
          <p:grpSp>
            <p:nvGrpSpPr>
              <p:cNvPr id="8205" name="Google Shape;8205;p74"/>
              <p:cNvGrpSpPr/>
              <p:nvPr/>
            </p:nvGrpSpPr>
            <p:grpSpPr>
              <a:xfrm>
                <a:off x="7721175" y="2093194"/>
                <a:ext cx="291605" cy="623846"/>
                <a:chOff x="9405575" y="2061418"/>
                <a:chExt cx="291605" cy="623846"/>
              </a:xfrm>
            </p:grpSpPr>
            <p:sp>
              <p:nvSpPr>
                <p:cNvPr id="8206" name="Google Shape;8206;p7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74"/>
              <p:cNvGrpSpPr/>
              <p:nvPr/>
            </p:nvGrpSpPr>
            <p:grpSpPr>
              <a:xfrm flipH="1">
                <a:off x="8029157" y="2093194"/>
                <a:ext cx="291605" cy="623846"/>
                <a:chOff x="9405575" y="2061418"/>
                <a:chExt cx="291605" cy="623846"/>
              </a:xfrm>
            </p:grpSpPr>
            <p:sp>
              <p:nvSpPr>
                <p:cNvPr id="8214" name="Google Shape;8214;p7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21" name="Google Shape;8221;p74"/>
          <p:cNvGrpSpPr/>
          <p:nvPr/>
        </p:nvGrpSpPr>
        <p:grpSpPr>
          <a:xfrm>
            <a:off x="4031299" y="1191441"/>
            <a:ext cx="712557" cy="785901"/>
            <a:chOff x="4206459" y="1191441"/>
            <a:chExt cx="712557" cy="785901"/>
          </a:xfrm>
        </p:grpSpPr>
        <p:sp>
          <p:nvSpPr>
            <p:cNvPr id="8222" name="Google Shape;8222;p7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6" name="Google Shape;8226;p74"/>
            <p:cNvGrpSpPr/>
            <p:nvPr/>
          </p:nvGrpSpPr>
          <p:grpSpPr>
            <a:xfrm>
              <a:off x="4644280" y="1290523"/>
              <a:ext cx="143716" cy="29463"/>
              <a:chOff x="4644280" y="1290523"/>
              <a:chExt cx="143716" cy="29463"/>
            </a:xfrm>
          </p:grpSpPr>
          <p:sp>
            <p:nvSpPr>
              <p:cNvPr id="8227" name="Google Shape;8227;p7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74"/>
            <p:cNvGrpSpPr/>
            <p:nvPr/>
          </p:nvGrpSpPr>
          <p:grpSpPr>
            <a:xfrm>
              <a:off x="4356567" y="1191441"/>
              <a:ext cx="143690" cy="29488"/>
              <a:chOff x="4356567" y="1191441"/>
              <a:chExt cx="143690" cy="29488"/>
            </a:xfrm>
          </p:grpSpPr>
          <p:sp>
            <p:nvSpPr>
              <p:cNvPr id="8232" name="Google Shape;8232;p7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74"/>
            <p:cNvGrpSpPr/>
            <p:nvPr/>
          </p:nvGrpSpPr>
          <p:grpSpPr>
            <a:xfrm>
              <a:off x="4339009" y="1863727"/>
              <a:ext cx="143703" cy="29476"/>
              <a:chOff x="4339009" y="1863727"/>
              <a:chExt cx="143703" cy="29476"/>
            </a:xfrm>
          </p:grpSpPr>
          <p:sp>
            <p:nvSpPr>
              <p:cNvPr id="8237" name="Google Shape;8237;p7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74"/>
            <p:cNvGrpSpPr/>
            <p:nvPr/>
          </p:nvGrpSpPr>
          <p:grpSpPr>
            <a:xfrm>
              <a:off x="4206459" y="1607315"/>
              <a:ext cx="29539" cy="142899"/>
              <a:chOff x="4206459" y="1607315"/>
              <a:chExt cx="29539" cy="142899"/>
            </a:xfrm>
          </p:grpSpPr>
          <p:sp>
            <p:nvSpPr>
              <p:cNvPr id="8242" name="Google Shape;8242;p7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6" name="Google Shape;8246;p7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0" name="Google Shape;8250;p74"/>
            <p:cNvGrpSpPr/>
            <p:nvPr/>
          </p:nvGrpSpPr>
          <p:grpSpPr>
            <a:xfrm>
              <a:off x="4889463" y="1423737"/>
              <a:ext cx="29552" cy="142899"/>
              <a:chOff x="4889463" y="1423737"/>
              <a:chExt cx="29552" cy="142899"/>
            </a:xfrm>
          </p:grpSpPr>
          <p:sp>
            <p:nvSpPr>
              <p:cNvPr id="8251" name="Google Shape;8251;p7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74"/>
            <p:cNvGrpSpPr/>
            <p:nvPr/>
          </p:nvGrpSpPr>
          <p:grpSpPr>
            <a:xfrm>
              <a:off x="4771663" y="1876896"/>
              <a:ext cx="108651" cy="100447"/>
              <a:chOff x="4771663" y="1876896"/>
              <a:chExt cx="108651" cy="100447"/>
            </a:xfrm>
          </p:grpSpPr>
          <p:sp>
            <p:nvSpPr>
              <p:cNvPr id="8256" name="Google Shape;8256;p7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0" name="Google Shape;8260;p74"/>
          <p:cNvGrpSpPr/>
          <p:nvPr/>
        </p:nvGrpSpPr>
        <p:grpSpPr>
          <a:xfrm>
            <a:off x="4026774" y="2074664"/>
            <a:ext cx="791287" cy="720350"/>
            <a:chOff x="267375" y="1071875"/>
            <a:chExt cx="470500" cy="428550"/>
          </a:xfrm>
        </p:grpSpPr>
        <p:sp>
          <p:nvSpPr>
            <p:cNvPr id="8261" name="Google Shape;8261;p7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74"/>
          <p:cNvGrpSpPr/>
          <p:nvPr/>
        </p:nvGrpSpPr>
        <p:grpSpPr>
          <a:xfrm>
            <a:off x="727269" y="3719294"/>
            <a:ext cx="1408444" cy="673166"/>
            <a:chOff x="712664" y="3693287"/>
            <a:chExt cx="1460738" cy="698160"/>
          </a:xfrm>
        </p:grpSpPr>
        <p:grpSp>
          <p:nvGrpSpPr>
            <p:cNvPr id="8270" name="Google Shape;8270;p74"/>
            <p:cNvGrpSpPr/>
            <p:nvPr/>
          </p:nvGrpSpPr>
          <p:grpSpPr>
            <a:xfrm>
              <a:off x="1380079" y="4133090"/>
              <a:ext cx="234048" cy="258099"/>
              <a:chOff x="1380079" y="4133090"/>
              <a:chExt cx="234048" cy="258099"/>
            </a:xfrm>
          </p:grpSpPr>
          <p:sp>
            <p:nvSpPr>
              <p:cNvPr id="8271" name="Google Shape;8271;p7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74"/>
            <p:cNvGrpSpPr/>
            <p:nvPr/>
          </p:nvGrpSpPr>
          <p:grpSpPr>
            <a:xfrm>
              <a:off x="884610" y="3864082"/>
              <a:ext cx="1118583" cy="527293"/>
              <a:chOff x="890961" y="3865463"/>
              <a:chExt cx="1115237" cy="525715"/>
            </a:xfrm>
          </p:grpSpPr>
          <p:sp>
            <p:nvSpPr>
              <p:cNvPr id="8275" name="Google Shape;8275;p74"/>
              <p:cNvSpPr/>
              <p:nvPr/>
            </p:nvSpPr>
            <p:spPr>
              <a:xfrm>
                <a:off x="1070568" y="3865463"/>
                <a:ext cx="756508" cy="33008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4"/>
              <p:cNvSpPr/>
              <p:nvPr/>
            </p:nvSpPr>
            <p:spPr>
              <a:xfrm>
                <a:off x="890961" y="4013171"/>
                <a:ext cx="362022" cy="378007"/>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4"/>
              <p:cNvSpPr/>
              <p:nvPr/>
            </p:nvSpPr>
            <p:spPr>
              <a:xfrm>
                <a:off x="1645508" y="4013554"/>
                <a:ext cx="360690" cy="377624"/>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74"/>
            <p:cNvGrpSpPr/>
            <p:nvPr/>
          </p:nvGrpSpPr>
          <p:grpSpPr>
            <a:xfrm>
              <a:off x="712664" y="3693287"/>
              <a:ext cx="1460738" cy="698160"/>
              <a:chOff x="712664" y="3693025"/>
              <a:chExt cx="1460738" cy="698160"/>
            </a:xfrm>
          </p:grpSpPr>
          <p:sp>
            <p:nvSpPr>
              <p:cNvPr id="8279" name="Google Shape;8279;p7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5" name="Google Shape;8285;p74"/>
          <p:cNvGrpSpPr/>
          <p:nvPr/>
        </p:nvGrpSpPr>
        <p:grpSpPr>
          <a:xfrm>
            <a:off x="3164985" y="1191441"/>
            <a:ext cx="795485" cy="738831"/>
            <a:chOff x="3348603" y="1236445"/>
            <a:chExt cx="749256" cy="695894"/>
          </a:xfrm>
        </p:grpSpPr>
        <p:grpSp>
          <p:nvGrpSpPr>
            <p:cNvPr id="8286" name="Google Shape;8286;p74"/>
            <p:cNvGrpSpPr/>
            <p:nvPr/>
          </p:nvGrpSpPr>
          <p:grpSpPr>
            <a:xfrm>
              <a:off x="3583779" y="1236445"/>
              <a:ext cx="293795" cy="285811"/>
              <a:chOff x="3750225" y="1774000"/>
              <a:chExt cx="149575" cy="145525"/>
            </a:xfrm>
          </p:grpSpPr>
          <p:sp>
            <p:nvSpPr>
              <p:cNvPr id="8287" name="Google Shape;8287;p7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74"/>
            <p:cNvGrpSpPr/>
            <p:nvPr/>
          </p:nvGrpSpPr>
          <p:grpSpPr>
            <a:xfrm>
              <a:off x="3775534" y="1462599"/>
              <a:ext cx="322325" cy="285958"/>
              <a:chOff x="3847850" y="1889150"/>
              <a:chExt cx="164100" cy="145600"/>
            </a:xfrm>
          </p:grpSpPr>
          <p:sp>
            <p:nvSpPr>
              <p:cNvPr id="8290" name="Google Shape;8290;p7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74"/>
            <p:cNvGrpSpPr/>
            <p:nvPr/>
          </p:nvGrpSpPr>
          <p:grpSpPr>
            <a:xfrm>
              <a:off x="3545329" y="1646528"/>
              <a:ext cx="293746" cy="285811"/>
              <a:chOff x="3730650" y="1982800"/>
              <a:chExt cx="149550" cy="145525"/>
            </a:xfrm>
          </p:grpSpPr>
          <p:sp>
            <p:nvSpPr>
              <p:cNvPr id="8293" name="Google Shape;8293;p7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74"/>
            <p:cNvGrpSpPr/>
            <p:nvPr/>
          </p:nvGrpSpPr>
          <p:grpSpPr>
            <a:xfrm>
              <a:off x="3348603" y="1415046"/>
              <a:ext cx="294384" cy="284387"/>
              <a:chOff x="3630494" y="1864938"/>
              <a:chExt cx="149875" cy="144800"/>
            </a:xfrm>
          </p:grpSpPr>
          <p:sp>
            <p:nvSpPr>
              <p:cNvPr id="8296" name="Google Shape;8296;p7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8" name="Google Shape;8298;p74"/>
          <p:cNvGrpSpPr/>
          <p:nvPr/>
        </p:nvGrpSpPr>
        <p:grpSpPr>
          <a:xfrm>
            <a:off x="2286512" y="3714337"/>
            <a:ext cx="1324924" cy="678123"/>
            <a:chOff x="2413923" y="3711366"/>
            <a:chExt cx="1374117" cy="703301"/>
          </a:xfrm>
        </p:grpSpPr>
        <p:grpSp>
          <p:nvGrpSpPr>
            <p:cNvPr id="8299" name="Google Shape;8299;p74"/>
            <p:cNvGrpSpPr/>
            <p:nvPr/>
          </p:nvGrpSpPr>
          <p:grpSpPr>
            <a:xfrm>
              <a:off x="2413923" y="3711366"/>
              <a:ext cx="1374117" cy="703301"/>
              <a:chOff x="2413923" y="3711366"/>
              <a:chExt cx="1374117" cy="703301"/>
            </a:xfrm>
          </p:grpSpPr>
          <p:sp>
            <p:nvSpPr>
              <p:cNvPr id="8300" name="Google Shape;8300;p74"/>
              <p:cNvSpPr/>
              <p:nvPr/>
            </p:nvSpPr>
            <p:spPr>
              <a:xfrm>
                <a:off x="2484774" y="3827200"/>
                <a:ext cx="1231176" cy="58746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1" name="Google Shape;8301;p74"/>
              <p:cNvGrpSpPr/>
              <p:nvPr/>
            </p:nvGrpSpPr>
            <p:grpSpPr>
              <a:xfrm>
                <a:off x="2600284" y="3808654"/>
                <a:ext cx="234394" cy="137897"/>
                <a:chOff x="2600284" y="3808654"/>
                <a:chExt cx="234394" cy="137897"/>
              </a:xfrm>
            </p:grpSpPr>
            <p:sp>
              <p:nvSpPr>
                <p:cNvPr id="8302" name="Google Shape;8302;p74"/>
                <p:cNvSpPr/>
                <p:nvPr/>
              </p:nvSpPr>
              <p:spPr>
                <a:xfrm>
                  <a:off x="2767890" y="3879764"/>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3" name="Google Shape;8303;p7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04" name="Google Shape;8304;p74"/>
              <p:cNvGrpSpPr/>
              <p:nvPr/>
            </p:nvGrpSpPr>
            <p:grpSpPr>
              <a:xfrm>
                <a:off x="3359659" y="3805664"/>
                <a:ext cx="232294" cy="140888"/>
                <a:chOff x="3359659" y="3805664"/>
                <a:chExt cx="232294" cy="140888"/>
              </a:xfrm>
            </p:grpSpPr>
            <p:sp>
              <p:nvSpPr>
                <p:cNvPr id="8305" name="Google Shape;8305;p74"/>
                <p:cNvSpPr/>
                <p:nvPr/>
              </p:nvSpPr>
              <p:spPr>
                <a:xfrm>
                  <a:off x="3359659" y="3879764"/>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6" name="Google Shape;8306;p7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07" name="Google Shape;8307;p74"/>
              <p:cNvGrpSpPr/>
              <p:nvPr/>
            </p:nvGrpSpPr>
            <p:grpSpPr>
              <a:xfrm>
                <a:off x="3067316" y="3711366"/>
                <a:ext cx="66788" cy="166697"/>
                <a:chOff x="3067316" y="3711366"/>
                <a:chExt cx="66788" cy="166697"/>
              </a:xfrm>
            </p:grpSpPr>
            <p:sp>
              <p:nvSpPr>
                <p:cNvPr id="8308" name="Google Shape;8308;p74"/>
                <p:cNvSpPr/>
                <p:nvPr/>
              </p:nvSpPr>
              <p:spPr>
                <a:xfrm>
                  <a:off x="3067316" y="381127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9" name="Google Shape;8309;p7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10" name="Google Shape;8310;p74"/>
              <p:cNvGrpSpPr/>
              <p:nvPr/>
            </p:nvGrpSpPr>
            <p:grpSpPr>
              <a:xfrm>
                <a:off x="2413923" y="4058666"/>
                <a:ext cx="224007" cy="66788"/>
                <a:chOff x="2413923" y="4058666"/>
                <a:chExt cx="224007" cy="66788"/>
              </a:xfrm>
            </p:grpSpPr>
            <p:sp>
              <p:nvSpPr>
                <p:cNvPr id="8311" name="Google Shape;8311;p74"/>
                <p:cNvSpPr/>
                <p:nvPr/>
              </p:nvSpPr>
              <p:spPr>
                <a:xfrm>
                  <a:off x="2571142" y="405866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2" name="Google Shape;8312;p7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13" name="Google Shape;8313;p74"/>
              <p:cNvGrpSpPr/>
              <p:nvPr/>
            </p:nvGrpSpPr>
            <p:grpSpPr>
              <a:xfrm>
                <a:off x="3564643" y="4058666"/>
                <a:ext cx="223397" cy="66788"/>
                <a:chOff x="3564643" y="4058666"/>
                <a:chExt cx="223397" cy="66788"/>
              </a:xfrm>
            </p:grpSpPr>
            <p:sp>
              <p:nvSpPr>
                <p:cNvPr id="8314" name="Google Shape;8314;p74"/>
                <p:cNvSpPr/>
                <p:nvPr/>
              </p:nvSpPr>
              <p:spPr>
                <a:xfrm>
                  <a:off x="3564643" y="405866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5" name="Google Shape;8315;p7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316" name="Google Shape;8316;p74"/>
            <p:cNvGrpSpPr/>
            <p:nvPr/>
          </p:nvGrpSpPr>
          <p:grpSpPr>
            <a:xfrm>
              <a:off x="2633353" y="3965763"/>
              <a:ext cx="934017" cy="445681"/>
              <a:chOff x="2633353" y="3965763"/>
              <a:chExt cx="934017" cy="445681"/>
            </a:xfrm>
          </p:grpSpPr>
          <p:sp>
            <p:nvSpPr>
              <p:cNvPr id="8317" name="Google Shape;8317;p74"/>
              <p:cNvSpPr/>
              <p:nvPr/>
            </p:nvSpPr>
            <p:spPr>
              <a:xfrm>
                <a:off x="2633353" y="3965763"/>
                <a:ext cx="934017" cy="44568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4"/>
              <p:cNvSpPr/>
              <p:nvPr/>
            </p:nvSpPr>
            <p:spPr>
              <a:xfrm>
                <a:off x="2702006" y="4030399"/>
                <a:ext cx="798563" cy="381034"/>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9" name="Google Shape;8319;p74"/>
          <p:cNvGrpSpPr/>
          <p:nvPr/>
        </p:nvGrpSpPr>
        <p:grpSpPr>
          <a:xfrm>
            <a:off x="6410784" y="1264884"/>
            <a:ext cx="1131087" cy="587383"/>
            <a:chOff x="238125" y="999450"/>
            <a:chExt cx="7140700" cy="3708225"/>
          </a:xfrm>
        </p:grpSpPr>
        <p:sp>
          <p:nvSpPr>
            <p:cNvPr id="8320" name="Google Shape;8320;p7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74"/>
          <p:cNvGrpSpPr/>
          <p:nvPr/>
        </p:nvGrpSpPr>
        <p:grpSpPr>
          <a:xfrm>
            <a:off x="3762234" y="3714379"/>
            <a:ext cx="1375854" cy="678131"/>
            <a:chOff x="3913765" y="3641905"/>
            <a:chExt cx="1522805" cy="750560"/>
          </a:xfrm>
        </p:grpSpPr>
        <p:grpSp>
          <p:nvGrpSpPr>
            <p:cNvPr id="8330" name="Google Shape;8330;p74"/>
            <p:cNvGrpSpPr/>
            <p:nvPr/>
          </p:nvGrpSpPr>
          <p:grpSpPr>
            <a:xfrm>
              <a:off x="3913765" y="3997002"/>
              <a:ext cx="1522805" cy="395463"/>
              <a:chOff x="3913765" y="3997002"/>
              <a:chExt cx="1522805" cy="395463"/>
            </a:xfrm>
          </p:grpSpPr>
          <p:grpSp>
            <p:nvGrpSpPr>
              <p:cNvPr id="8331" name="Google Shape;8331;p74"/>
              <p:cNvGrpSpPr/>
              <p:nvPr/>
            </p:nvGrpSpPr>
            <p:grpSpPr>
              <a:xfrm>
                <a:off x="3913765" y="4138659"/>
                <a:ext cx="507602" cy="253806"/>
                <a:chOff x="3913765" y="4138659"/>
                <a:chExt cx="507602" cy="253806"/>
              </a:xfrm>
            </p:grpSpPr>
            <p:sp>
              <p:nvSpPr>
                <p:cNvPr id="8332" name="Google Shape;8332;p7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334" name="Google Shape;8334;p74"/>
              <p:cNvGrpSpPr/>
              <p:nvPr/>
            </p:nvGrpSpPr>
            <p:grpSpPr>
              <a:xfrm>
                <a:off x="4421361" y="3997002"/>
                <a:ext cx="507618" cy="395463"/>
                <a:chOff x="4421361" y="3997002"/>
                <a:chExt cx="507618" cy="395463"/>
              </a:xfrm>
            </p:grpSpPr>
            <p:sp>
              <p:nvSpPr>
                <p:cNvPr id="8335" name="Google Shape;8335;p7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74"/>
              <p:cNvGrpSpPr/>
              <p:nvPr/>
            </p:nvGrpSpPr>
            <p:grpSpPr>
              <a:xfrm>
                <a:off x="4928973" y="4189418"/>
                <a:ext cx="507596" cy="203047"/>
                <a:chOff x="4928973" y="4189418"/>
                <a:chExt cx="507596" cy="203047"/>
              </a:xfrm>
            </p:grpSpPr>
            <p:sp>
              <p:nvSpPr>
                <p:cNvPr id="8338" name="Google Shape;8338;p7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0" name="Google Shape;8340;p74"/>
            <p:cNvGrpSpPr/>
            <p:nvPr/>
          </p:nvGrpSpPr>
          <p:grpSpPr>
            <a:xfrm>
              <a:off x="4482186" y="3641905"/>
              <a:ext cx="397605" cy="349784"/>
              <a:chOff x="2906375" y="1159725"/>
              <a:chExt cx="1860575" cy="1636800"/>
            </a:xfrm>
          </p:grpSpPr>
          <p:sp>
            <p:nvSpPr>
              <p:cNvPr id="8341" name="Google Shape;8341;p7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5" name="Google Shape;8345;p74"/>
          <p:cNvGrpSpPr/>
          <p:nvPr/>
        </p:nvGrpSpPr>
        <p:grpSpPr>
          <a:xfrm>
            <a:off x="6546943" y="2074305"/>
            <a:ext cx="940737" cy="721067"/>
            <a:chOff x="6599718" y="2068734"/>
            <a:chExt cx="940737" cy="721067"/>
          </a:xfrm>
        </p:grpSpPr>
        <p:sp>
          <p:nvSpPr>
            <p:cNvPr id="8346" name="Google Shape;8346;p7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2" name="Google Shape;8352;p74"/>
            <p:cNvGrpSpPr/>
            <p:nvPr/>
          </p:nvGrpSpPr>
          <p:grpSpPr>
            <a:xfrm>
              <a:off x="6836957" y="2068734"/>
              <a:ext cx="461892" cy="721067"/>
              <a:chOff x="6836957" y="2068734"/>
              <a:chExt cx="461892" cy="721067"/>
            </a:xfrm>
          </p:grpSpPr>
          <p:sp>
            <p:nvSpPr>
              <p:cNvPr id="8353" name="Google Shape;8353;p7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9" name="Google Shape;8359;p74"/>
              <p:cNvGrpSpPr/>
              <p:nvPr/>
            </p:nvGrpSpPr>
            <p:grpSpPr>
              <a:xfrm>
                <a:off x="6836957" y="2068734"/>
                <a:ext cx="461892" cy="721067"/>
                <a:chOff x="6836957" y="2068734"/>
                <a:chExt cx="461892" cy="721067"/>
              </a:xfrm>
            </p:grpSpPr>
            <p:sp>
              <p:nvSpPr>
                <p:cNvPr id="8360" name="Google Shape;8360;p7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67" name="Google Shape;8367;p74"/>
          <p:cNvGrpSpPr/>
          <p:nvPr/>
        </p:nvGrpSpPr>
        <p:grpSpPr>
          <a:xfrm>
            <a:off x="2430262" y="2078652"/>
            <a:ext cx="712577" cy="712374"/>
            <a:chOff x="2559249" y="2069323"/>
            <a:chExt cx="685566" cy="685634"/>
          </a:xfrm>
        </p:grpSpPr>
        <p:sp>
          <p:nvSpPr>
            <p:cNvPr id="8368" name="Google Shape;8368;p7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74"/>
          <p:cNvGrpSpPr/>
          <p:nvPr/>
        </p:nvGrpSpPr>
        <p:grpSpPr>
          <a:xfrm>
            <a:off x="7612699" y="1191441"/>
            <a:ext cx="845645" cy="711911"/>
            <a:chOff x="951975" y="315800"/>
            <a:chExt cx="5860325" cy="4933550"/>
          </a:xfrm>
        </p:grpSpPr>
        <p:sp>
          <p:nvSpPr>
            <p:cNvPr id="8382" name="Google Shape;8382;p7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74"/>
          <p:cNvGrpSpPr/>
          <p:nvPr/>
        </p:nvGrpSpPr>
        <p:grpSpPr>
          <a:xfrm>
            <a:off x="3709828" y="2927550"/>
            <a:ext cx="1617932" cy="621701"/>
            <a:chOff x="3862800" y="3038525"/>
            <a:chExt cx="1329006" cy="510680"/>
          </a:xfrm>
        </p:grpSpPr>
        <p:sp>
          <p:nvSpPr>
            <p:cNvPr id="8391" name="Google Shape;8391;p7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3" name="Google Shape;8393;p74"/>
            <p:cNvGrpSpPr/>
            <p:nvPr/>
          </p:nvGrpSpPr>
          <p:grpSpPr>
            <a:xfrm>
              <a:off x="3967075" y="3040337"/>
              <a:ext cx="1019927" cy="402126"/>
              <a:chOff x="3967075" y="3040337"/>
              <a:chExt cx="1019927" cy="402126"/>
            </a:xfrm>
          </p:grpSpPr>
          <p:sp>
            <p:nvSpPr>
              <p:cNvPr id="8394" name="Google Shape;8394;p7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74"/>
            <p:cNvGrpSpPr/>
            <p:nvPr/>
          </p:nvGrpSpPr>
          <p:grpSpPr>
            <a:xfrm>
              <a:off x="4186700" y="3040337"/>
              <a:ext cx="390475" cy="183289"/>
              <a:chOff x="4186700" y="3040337"/>
              <a:chExt cx="390475" cy="183289"/>
            </a:xfrm>
          </p:grpSpPr>
          <p:sp>
            <p:nvSpPr>
              <p:cNvPr id="8397" name="Google Shape;8397;p7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74"/>
            <p:cNvGrpSpPr/>
            <p:nvPr/>
          </p:nvGrpSpPr>
          <p:grpSpPr>
            <a:xfrm>
              <a:off x="4073727" y="3040337"/>
              <a:ext cx="697794" cy="296263"/>
              <a:chOff x="4073727" y="3040337"/>
              <a:chExt cx="697794" cy="296263"/>
            </a:xfrm>
          </p:grpSpPr>
          <p:sp>
            <p:nvSpPr>
              <p:cNvPr id="8400" name="Google Shape;8400;p7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74"/>
            <p:cNvGrpSpPr/>
            <p:nvPr/>
          </p:nvGrpSpPr>
          <p:grpSpPr>
            <a:xfrm>
              <a:off x="3862800" y="3038525"/>
              <a:ext cx="1329006" cy="510680"/>
              <a:chOff x="3862800" y="3038525"/>
              <a:chExt cx="1329006" cy="510680"/>
            </a:xfrm>
          </p:grpSpPr>
          <p:sp>
            <p:nvSpPr>
              <p:cNvPr id="8403" name="Google Shape;8403;p74"/>
              <p:cNvSpPr/>
              <p:nvPr/>
            </p:nvSpPr>
            <p:spPr>
              <a:xfrm>
                <a:off x="4370175" y="3441875"/>
                <a:ext cx="821631" cy="107330"/>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4"/>
              <p:cNvSpPr/>
              <p:nvPr/>
            </p:nvSpPr>
            <p:spPr>
              <a:xfrm>
                <a:off x="3862800" y="3038525"/>
                <a:ext cx="507990" cy="510584"/>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5" name="Google Shape;8405;p74"/>
          <p:cNvGrpSpPr/>
          <p:nvPr/>
        </p:nvGrpSpPr>
        <p:grpSpPr>
          <a:xfrm>
            <a:off x="718150" y="1191441"/>
            <a:ext cx="883205" cy="775176"/>
            <a:chOff x="649648" y="271400"/>
            <a:chExt cx="6215377" cy="5455143"/>
          </a:xfrm>
        </p:grpSpPr>
        <p:sp>
          <p:nvSpPr>
            <p:cNvPr id="8406" name="Google Shape;8406;p7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74"/>
          <p:cNvGrpSpPr/>
          <p:nvPr/>
        </p:nvGrpSpPr>
        <p:grpSpPr>
          <a:xfrm>
            <a:off x="2326452" y="1191441"/>
            <a:ext cx="767704" cy="815489"/>
            <a:chOff x="2499700" y="1135950"/>
            <a:chExt cx="732402" cy="777990"/>
          </a:xfrm>
        </p:grpSpPr>
        <p:grpSp>
          <p:nvGrpSpPr>
            <p:cNvPr id="8419" name="Google Shape;8419;p74"/>
            <p:cNvGrpSpPr/>
            <p:nvPr/>
          </p:nvGrpSpPr>
          <p:grpSpPr>
            <a:xfrm>
              <a:off x="2499700" y="1135950"/>
              <a:ext cx="732402" cy="694705"/>
              <a:chOff x="2499700" y="1135950"/>
              <a:chExt cx="732402" cy="694705"/>
            </a:xfrm>
          </p:grpSpPr>
          <p:sp>
            <p:nvSpPr>
              <p:cNvPr id="8420" name="Google Shape;8420;p7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74"/>
            <p:cNvGrpSpPr/>
            <p:nvPr/>
          </p:nvGrpSpPr>
          <p:grpSpPr>
            <a:xfrm>
              <a:off x="2517909" y="1188726"/>
              <a:ext cx="702702" cy="725214"/>
              <a:chOff x="2517909" y="1188726"/>
              <a:chExt cx="702702" cy="725214"/>
            </a:xfrm>
          </p:grpSpPr>
          <p:sp>
            <p:nvSpPr>
              <p:cNvPr id="8448" name="Google Shape;8448;p7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3" name="Google Shape;8453;p74"/>
          <p:cNvGrpSpPr/>
          <p:nvPr/>
        </p:nvGrpSpPr>
        <p:grpSpPr>
          <a:xfrm>
            <a:off x="1672184" y="1191441"/>
            <a:ext cx="583439" cy="870229"/>
            <a:chOff x="1716825" y="1121550"/>
            <a:chExt cx="622800" cy="928938"/>
          </a:xfrm>
        </p:grpSpPr>
        <p:grpSp>
          <p:nvGrpSpPr>
            <p:cNvPr id="8454" name="Google Shape;8454;p74"/>
            <p:cNvGrpSpPr/>
            <p:nvPr/>
          </p:nvGrpSpPr>
          <p:grpSpPr>
            <a:xfrm>
              <a:off x="1716825" y="1121550"/>
              <a:ext cx="622800" cy="928938"/>
              <a:chOff x="1716825" y="1121550"/>
              <a:chExt cx="622800" cy="928938"/>
            </a:xfrm>
          </p:grpSpPr>
          <p:cxnSp>
            <p:nvCxnSpPr>
              <p:cNvPr id="8455" name="Google Shape;8455;p7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456" name="Google Shape;8456;p7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74"/>
            <p:cNvGrpSpPr/>
            <p:nvPr/>
          </p:nvGrpSpPr>
          <p:grpSpPr>
            <a:xfrm>
              <a:off x="1768050" y="1172775"/>
              <a:ext cx="520200" cy="832000"/>
              <a:chOff x="1768050" y="1172775"/>
              <a:chExt cx="520200" cy="832000"/>
            </a:xfrm>
          </p:grpSpPr>
          <p:cxnSp>
            <p:nvCxnSpPr>
              <p:cNvPr id="8458" name="Google Shape;8458;p7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459" name="Google Shape;8459;p7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74"/>
            <p:cNvGrpSpPr/>
            <p:nvPr/>
          </p:nvGrpSpPr>
          <p:grpSpPr>
            <a:xfrm>
              <a:off x="1820100" y="1225475"/>
              <a:ext cx="416400" cy="729575"/>
              <a:chOff x="1820100" y="1225475"/>
              <a:chExt cx="416400" cy="729575"/>
            </a:xfrm>
          </p:grpSpPr>
          <p:cxnSp>
            <p:nvCxnSpPr>
              <p:cNvPr id="8461" name="Google Shape;8461;p7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462" name="Google Shape;8462;p7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74"/>
            <p:cNvGrpSpPr/>
            <p:nvPr/>
          </p:nvGrpSpPr>
          <p:grpSpPr>
            <a:xfrm>
              <a:off x="1874250" y="1278825"/>
              <a:ext cx="308100" cy="605275"/>
              <a:chOff x="1874250" y="1278825"/>
              <a:chExt cx="308100" cy="605275"/>
            </a:xfrm>
          </p:grpSpPr>
          <p:cxnSp>
            <p:nvCxnSpPr>
              <p:cNvPr id="8464" name="Google Shape;8464;p7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465" name="Google Shape;8465;p7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6" name="Google Shape;8466;p7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74"/>
          <p:cNvGrpSpPr/>
          <p:nvPr/>
        </p:nvGrpSpPr>
        <p:grpSpPr>
          <a:xfrm>
            <a:off x="1592007" y="2077763"/>
            <a:ext cx="739072" cy="714152"/>
            <a:chOff x="4334725" y="1355875"/>
            <a:chExt cx="3106650" cy="3001900"/>
          </a:xfrm>
        </p:grpSpPr>
        <p:grpSp>
          <p:nvGrpSpPr>
            <p:cNvPr id="8468" name="Google Shape;8468;p74"/>
            <p:cNvGrpSpPr/>
            <p:nvPr/>
          </p:nvGrpSpPr>
          <p:grpSpPr>
            <a:xfrm>
              <a:off x="4516050" y="1724875"/>
              <a:ext cx="2693725" cy="2632900"/>
              <a:chOff x="4516050" y="1724875"/>
              <a:chExt cx="2693725" cy="2632900"/>
            </a:xfrm>
          </p:grpSpPr>
          <p:sp>
            <p:nvSpPr>
              <p:cNvPr id="8469" name="Google Shape;8469;p7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74"/>
            <p:cNvGrpSpPr/>
            <p:nvPr/>
          </p:nvGrpSpPr>
          <p:grpSpPr>
            <a:xfrm>
              <a:off x="4334725" y="1355875"/>
              <a:ext cx="3106650" cy="2709650"/>
              <a:chOff x="4334725" y="1355875"/>
              <a:chExt cx="3106650" cy="2709650"/>
            </a:xfrm>
          </p:grpSpPr>
          <p:sp>
            <p:nvSpPr>
              <p:cNvPr id="8473" name="Google Shape;8473;p7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6" name="Google Shape;8476;p74"/>
          <p:cNvGrpSpPr/>
          <p:nvPr/>
        </p:nvGrpSpPr>
        <p:grpSpPr>
          <a:xfrm>
            <a:off x="7708956" y="3708534"/>
            <a:ext cx="312074" cy="684173"/>
            <a:chOff x="7645573" y="3754300"/>
            <a:chExt cx="293855" cy="644170"/>
          </a:xfrm>
        </p:grpSpPr>
        <p:sp>
          <p:nvSpPr>
            <p:cNvPr id="8477" name="Google Shape;8477;p7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74"/>
          <p:cNvGrpSpPr/>
          <p:nvPr/>
        </p:nvGrpSpPr>
        <p:grpSpPr>
          <a:xfrm>
            <a:off x="5630944" y="1191441"/>
            <a:ext cx="709011" cy="739359"/>
            <a:chOff x="5830645" y="1256617"/>
            <a:chExt cx="530340" cy="553040"/>
          </a:xfrm>
        </p:grpSpPr>
        <p:grpSp>
          <p:nvGrpSpPr>
            <p:cNvPr id="8480" name="Google Shape;8480;p74"/>
            <p:cNvGrpSpPr/>
            <p:nvPr/>
          </p:nvGrpSpPr>
          <p:grpSpPr>
            <a:xfrm>
              <a:off x="5830645" y="1256617"/>
              <a:ext cx="259743" cy="269909"/>
              <a:chOff x="5830645" y="1256617"/>
              <a:chExt cx="259743" cy="269909"/>
            </a:xfrm>
          </p:grpSpPr>
          <p:sp>
            <p:nvSpPr>
              <p:cNvPr id="8481" name="Google Shape;8481;p7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74"/>
            <p:cNvGrpSpPr/>
            <p:nvPr/>
          </p:nvGrpSpPr>
          <p:grpSpPr>
            <a:xfrm>
              <a:off x="6101293" y="1256617"/>
              <a:ext cx="259692" cy="269909"/>
              <a:chOff x="6101293" y="1256617"/>
              <a:chExt cx="259692" cy="269909"/>
            </a:xfrm>
          </p:grpSpPr>
          <p:sp>
            <p:nvSpPr>
              <p:cNvPr id="8484" name="Google Shape;8484;p7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74"/>
            <p:cNvGrpSpPr/>
            <p:nvPr/>
          </p:nvGrpSpPr>
          <p:grpSpPr>
            <a:xfrm>
              <a:off x="5830645" y="1539749"/>
              <a:ext cx="259692" cy="269909"/>
              <a:chOff x="5830645" y="1539749"/>
              <a:chExt cx="259692" cy="269909"/>
            </a:xfrm>
          </p:grpSpPr>
          <p:sp>
            <p:nvSpPr>
              <p:cNvPr id="8487" name="Google Shape;8487;p7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74"/>
            <p:cNvGrpSpPr/>
            <p:nvPr/>
          </p:nvGrpSpPr>
          <p:grpSpPr>
            <a:xfrm>
              <a:off x="6101293" y="1539749"/>
              <a:ext cx="259692" cy="269909"/>
              <a:chOff x="6101293" y="1539749"/>
              <a:chExt cx="259692" cy="269909"/>
            </a:xfrm>
          </p:grpSpPr>
          <p:sp>
            <p:nvSpPr>
              <p:cNvPr id="8490" name="Google Shape;8490;p7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2" name="Google Shape;8492;p7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74"/>
          <p:cNvGrpSpPr/>
          <p:nvPr/>
        </p:nvGrpSpPr>
        <p:grpSpPr>
          <a:xfrm>
            <a:off x="732438" y="2927557"/>
            <a:ext cx="1452955" cy="621360"/>
            <a:chOff x="732422" y="2990152"/>
            <a:chExt cx="1337773" cy="572102"/>
          </a:xfrm>
        </p:grpSpPr>
        <p:sp>
          <p:nvSpPr>
            <p:cNvPr id="8494" name="Google Shape;8494;p7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3" name="Shape 8503"/>
        <p:cNvGrpSpPr/>
        <p:nvPr/>
      </p:nvGrpSpPr>
      <p:grpSpPr>
        <a:xfrm>
          <a:off x="0" y="0"/>
          <a:ext cx="0" cy="0"/>
          <a:chOff x="0" y="0"/>
          <a:chExt cx="0" cy="0"/>
        </a:xfrm>
      </p:grpSpPr>
      <p:grpSp>
        <p:nvGrpSpPr>
          <p:cNvPr id="8504" name="Google Shape;8504;p75"/>
          <p:cNvGrpSpPr/>
          <p:nvPr/>
        </p:nvGrpSpPr>
        <p:grpSpPr>
          <a:xfrm>
            <a:off x="729238" y="1179665"/>
            <a:ext cx="1636188" cy="1526215"/>
            <a:chOff x="729238" y="1179665"/>
            <a:chExt cx="1636188" cy="1526215"/>
          </a:xfrm>
        </p:grpSpPr>
        <p:grpSp>
          <p:nvGrpSpPr>
            <p:cNvPr id="8505" name="Google Shape;8505;p75"/>
            <p:cNvGrpSpPr/>
            <p:nvPr/>
          </p:nvGrpSpPr>
          <p:grpSpPr>
            <a:xfrm>
              <a:off x="729238" y="1179665"/>
              <a:ext cx="80771" cy="1526215"/>
              <a:chOff x="729238" y="1179665"/>
              <a:chExt cx="80771" cy="1526215"/>
            </a:xfrm>
          </p:grpSpPr>
          <p:sp>
            <p:nvSpPr>
              <p:cNvPr id="8506" name="Google Shape;8506;p75"/>
              <p:cNvSpPr/>
              <p:nvPr/>
            </p:nvSpPr>
            <p:spPr>
              <a:xfrm>
                <a:off x="72923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5"/>
              <p:cNvSpPr/>
              <p:nvPr/>
            </p:nvSpPr>
            <p:spPr>
              <a:xfrm>
                <a:off x="72923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5"/>
              <p:cNvSpPr/>
              <p:nvPr/>
            </p:nvSpPr>
            <p:spPr>
              <a:xfrm>
                <a:off x="72923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5"/>
              <p:cNvSpPr/>
              <p:nvPr/>
            </p:nvSpPr>
            <p:spPr>
              <a:xfrm>
                <a:off x="72923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5"/>
              <p:cNvSpPr/>
              <p:nvPr/>
            </p:nvSpPr>
            <p:spPr>
              <a:xfrm>
                <a:off x="729238"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5"/>
              <p:cNvSpPr/>
              <p:nvPr/>
            </p:nvSpPr>
            <p:spPr>
              <a:xfrm>
                <a:off x="729238"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5"/>
              <p:cNvSpPr/>
              <p:nvPr/>
            </p:nvSpPr>
            <p:spPr>
              <a:xfrm>
                <a:off x="729238"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5"/>
              <p:cNvSpPr/>
              <p:nvPr/>
            </p:nvSpPr>
            <p:spPr>
              <a:xfrm>
                <a:off x="72923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5"/>
              <p:cNvSpPr/>
              <p:nvPr/>
            </p:nvSpPr>
            <p:spPr>
              <a:xfrm>
                <a:off x="72923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5"/>
              <p:cNvSpPr/>
              <p:nvPr/>
            </p:nvSpPr>
            <p:spPr>
              <a:xfrm>
                <a:off x="72923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75"/>
            <p:cNvGrpSpPr/>
            <p:nvPr/>
          </p:nvGrpSpPr>
          <p:grpSpPr>
            <a:xfrm>
              <a:off x="903098" y="1179665"/>
              <a:ext cx="80771" cy="1526215"/>
              <a:chOff x="903098" y="1179665"/>
              <a:chExt cx="80771" cy="1526215"/>
            </a:xfrm>
          </p:grpSpPr>
          <p:sp>
            <p:nvSpPr>
              <p:cNvPr id="8517" name="Google Shape;8517;p75"/>
              <p:cNvSpPr/>
              <p:nvPr/>
            </p:nvSpPr>
            <p:spPr>
              <a:xfrm>
                <a:off x="90309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5"/>
              <p:cNvSpPr/>
              <p:nvPr/>
            </p:nvSpPr>
            <p:spPr>
              <a:xfrm>
                <a:off x="90309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5"/>
              <p:cNvSpPr/>
              <p:nvPr/>
            </p:nvSpPr>
            <p:spPr>
              <a:xfrm>
                <a:off x="90309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5"/>
              <p:cNvSpPr/>
              <p:nvPr/>
            </p:nvSpPr>
            <p:spPr>
              <a:xfrm>
                <a:off x="90309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5"/>
              <p:cNvSpPr/>
              <p:nvPr/>
            </p:nvSpPr>
            <p:spPr>
              <a:xfrm>
                <a:off x="903098"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5"/>
              <p:cNvSpPr/>
              <p:nvPr/>
            </p:nvSpPr>
            <p:spPr>
              <a:xfrm>
                <a:off x="903098"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5"/>
              <p:cNvSpPr/>
              <p:nvPr/>
            </p:nvSpPr>
            <p:spPr>
              <a:xfrm>
                <a:off x="903098"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5"/>
              <p:cNvSpPr/>
              <p:nvPr/>
            </p:nvSpPr>
            <p:spPr>
              <a:xfrm>
                <a:off x="90309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5"/>
              <p:cNvSpPr/>
              <p:nvPr/>
            </p:nvSpPr>
            <p:spPr>
              <a:xfrm>
                <a:off x="90309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5"/>
              <p:cNvSpPr/>
              <p:nvPr/>
            </p:nvSpPr>
            <p:spPr>
              <a:xfrm>
                <a:off x="90309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75"/>
            <p:cNvGrpSpPr/>
            <p:nvPr/>
          </p:nvGrpSpPr>
          <p:grpSpPr>
            <a:xfrm>
              <a:off x="1076958" y="1179665"/>
              <a:ext cx="80771" cy="1526215"/>
              <a:chOff x="1076958" y="1179665"/>
              <a:chExt cx="80771" cy="1526215"/>
            </a:xfrm>
          </p:grpSpPr>
          <p:sp>
            <p:nvSpPr>
              <p:cNvPr id="8528" name="Google Shape;8528;p75"/>
              <p:cNvSpPr/>
              <p:nvPr/>
            </p:nvSpPr>
            <p:spPr>
              <a:xfrm>
                <a:off x="107695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5"/>
              <p:cNvSpPr/>
              <p:nvPr/>
            </p:nvSpPr>
            <p:spPr>
              <a:xfrm>
                <a:off x="107695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5"/>
              <p:cNvSpPr/>
              <p:nvPr/>
            </p:nvSpPr>
            <p:spPr>
              <a:xfrm>
                <a:off x="107695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5"/>
              <p:cNvSpPr/>
              <p:nvPr/>
            </p:nvSpPr>
            <p:spPr>
              <a:xfrm>
                <a:off x="107695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5"/>
              <p:cNvSpPr/>
              <p:nvPr/>
            </p:nvSpPr>
            <p:spPr>
              <a:xfrm>
                <a:off x="1076958"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5"/>
              <p:cNvSpPr/>
              <p:nvPr/>
            </p:nvSpPr>
            <p:spPr>
              <a:xfrm>
                <a:off x="1076958"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5"/>
              <p:cNvSpPr/>
              <p:nvPr/>
            </p:nvSpPr>
            <p:spPr>
              <a:xfrm>
                <a:off x="1076958"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5"/>
              <p:cNvSpPr/>
              <p:nvPr/>
            </p:nvSpPr>
            <p:spPr>
              <a:xfrm>
                <a:off x="107695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5"/>
              <p:cNvSpPr/>
              <p:nvPr/>
            </p:nvSpPr>
            <p:spPr>
              <a:xfrm>
                <a:off x="107695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5"/>
              <p:cNvSpPr/>
              <p:nvPr/>
            </p:nvSpPr>
            <p:spPr>
              <a:xfrm>
                <a:off x="107695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75"/>
            <p:cNvGrpSpPr/>
            <p:nvPr/>
          </p:nvGrpSpPr>
          <p:grpSpPr>
            <a:xfrm>
              <a:off x="1247707" y="1179665"/>
              <a:ext cx="80771" cy="1526215"/>
              <a:chOff x="1247707" y="1179665"/>
              <a:chExt cx="80771" cy="1526215"/>
            </a:xfrm>
          </p:grpSpPr>
          <p:sp>
            <p:nvSpPr>
              <p:cNvPr id="8539" name="Google Shape;8539;p75"/>
              <p:cNvSpPr/>
              <p:nvPr/>
            </p:nvSpPr>
            <p:spPr>
              <a:xfrm>
                <a:off x="124770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5"/>
              <p:cNvSpPr/>
              <p:nvPr/>
            </p:nvSpPr>
            <p:spPr>
              <a:xfrm>
                <a:off x="124770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5"/>
              <p:cNvSpPr/>
              <p:nvPr/>
            </p:nvSpPr>
            <p:spPr>
              <a:xfrm>
                <a:off x="124770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5"/>
              <p:cNvSpPr/>
              <p:nvPr/>
            </p:nvSpPr>
            <p:spPr>
              <a:xfrm>
                <a:off x="1247707" y="166175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5"/>
              <p:cNvSpPr/>
              <p:nvPr/>
            </p:nvSpPr>
            <p:spPr>
              <a:xfrm>
                <a:off x="1247707"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5"/>
              <p:cNvSpPr/>
              <p:nvPr/>
            </p:nvSpPr>
            <p:spPr>
              <a:xfrm>
                <a:off x="1247707"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5"/>
              <p:cNvSpPr/>
              <p:nvPr/>
            </p:nvSpPr>
            <p:spPr>
              <a:xfrm>
                <a:off x="1247707"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5"/>
              <p:cNvSpPr/>
              <p:nvPr/>
            </p:nvSpPr>
            <p:spPr>
              <a:xfrm>
                <a:off x="1247707"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5"/>
              <p:cNvSpPr/>
              <p:nvPr/>
            </p:nvSpPr>
            <p:spPr>
              <a:xfrm>
                <a:off x="124770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5"/>
              <p:cNvSpPr/>
              <p:nvPr/>
            </p:nvSpPr>
            <p:spPr>
              <a:xfrm>
                <a:off x="124770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75"/>
            <p:cNvGrpSpPr/>
            <p:nvPr/>
          </p:nvGrpSpPr>
          <p:grpSpPr>
            <a:xfrm>
              <a:off x="1421567" y="1179665"/>
              <a:ext cx="80771" cy="1526215"/>
              <a:chOff x="1421567" y="1179665"/>
              <a:chExt cx="80771" cy="1526215"/>
            </a:xfrm>
          </p:grpSpPr>
          <p:sp>
            <p:nvSpPr>
              <p:cNvPr id="8550" name="Google Shape;8550;p75"/>
              <p:cNvSpPr/>
              <p:nvPr/>
            </p:nvSpPr>
            <p:spPr>
              <a:xfrm>
                <a:off x="142156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5"/>
              <p:cNvSpPr/>
              <p:nvPr/>
            </p:nvSpPr>
            <p:spPr>
              <a:xfrm>
                <a:off x="142156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5"/>
              <p:cNvSpPr/>
              <p:nvPr/>
            </p:nvSpPr>
            <p:spPr>
              <a:xfrm>
                <a:off x="142156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5"/>
              <p:cNvSpPr/>
              <p:nvPr/>
            </p:nvSpPr>
            <p:spPr>
              <a:xfrm>
                <a:off x="142156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5"/>
              <p:cNvSpPr/>
              <p:nvPr/>
            </p:nvSpPr>
            <p:spPr>
              <a:xfrm>
                <a:off x="142156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5"/>
              <p:cNvSpPr/>
              <p:nvPr/>
            </p:nvSpPr>
            <p:spPr>
              <a:xfrm>
                <a:off x="142156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5"/>
              <p:cNvSpPr/>
              <p:nvPr/>
            </p:nvSpPr>
            <p:spPr>
              <a:xfrm>
                <a:off x="1421567"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5"/>
              <p:cNvSpPr/>
              <p:nvPr/>
            </p:nvSpPr>
            <p:spPr>
              <a:xfrm>
                <a:off x="1421567" y="2303717"/>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5"/>
              <p:cNvSpPr/>
              <p:nvPr/>
            </p:nvSpPr>
            <p:spPr>
              <a:xfrm>
                <a:off x="142156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5"/>
              <p:cNvSpPr/>
              <p:nvPr/>
            </p:nvSpPr>
            <p:spPr>
              <a:xfrm>
                <a:off x="142156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75"/>
            <p:cNvGrpSpPr/>
            <p:nvPr/>
          </p:nvGrpSpPr>
          <p:grpSpPr>
            <a:xfrm>
              <a:off x="1592327" y="1179665"/>
              <a:ext cx="80771" cy="1526215"/>
              <a:chOff x="1592327" y="1179665"/>
              <a:chExt cx="80771" cy="1526215"/>
            </a:xfrm>
          </p:grpSpPr>
          <p:sp>
            <p:nvSpPr>
              <p:cNvPr id="8561" name="Google Shape;8561;p75"/>
              <p:cNvSpPr/>
              <p:nvPr/>
            </p:nvSpPr>
            <p:spPr>
              <a:xfrm>
                <a:off x="159232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5"/>
              <p:cNvSpPr/>
              <p:nvPr/>
            </p:nvSpPr>
            <p:spPr>
              <a:xfrm>
                <a:off x="159232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5"/>
              <p:cNvSpPr/>
              <p:nvPr/>
            </p:nvSpPr>
            <p:spPr>
              <a:xfrm>
                <a:off x="159232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5"/>
              <p:cNvSpPr/>
              <p:nvPr/>
            </p:nvSpPr>
            <p:spPr>
              <a:xfrm>
                <a:off x="159232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5"/>
              <p:cNvSpPr/>
              <p:nvPr/>
            </p:nvSpPr>
            <p:spPr>
              <a:xfrm>
                <a:off x="159232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5"/>
              <p:cNvSpPr/>
              <p:nvPr/>
            </p:nvSpPr>
            <p:spPr>
              <a:xfrm>
                <a:off x="159232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5"/>
              <p:cNvSpPr/>
              <p:nvPr/>
            </p:nvSpPr>
            <p:spPr>
              <a:xfrm>
                <a:off x="1592327"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5"/>
              <p:cNvSpPr/>
              <p:nvPr/>
            </p:nvSpPr>
            <p:spPr>
              <a:xfrm>
                <a:off x="1592327"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5"/>
              <p:cNvSpPr/>
              <p:nvPr/>
            </p:nvSpPr>
            <p:spPr>
              <a:xfrm>
                <a:off x="159232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5"/>
              <p:cNvSpPr/>
              <p:nvPr/>
            </p:nvSpPr>
            <p:spPr>
              <a:xfrm>
                <a:off x="159232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75"/>
            <p:cNvGrpSpPr/>
            <p:nvPr/>
          </p:nvGrpSpPr>
          <p:grpSpPr>
            <a:xfrm>
              <a:off x="1766187" y="1179665"/>
              <a:ext cx="80771" cy="1526215"/>
              <a:chOff x="1766187" y="1179665"/>
              <a:chExt cx="80771" cy="1526215"/>
            </a:xfrm>
          </p:grpSpPr>
          <p:sp>
            <p:nvSpPr>
              <p:cNvPr id="8572" name="Google Shape;8572;p75"/>
              <p:cNvSpPr/>
              <p:nvPr/>
            </p:nvSpPr>
            <p:spPr>
              <a:xfrm>
                <a:off x="176618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5"/>
              <p:cNvSpPr/>
              <p:nvPr/>
            </p:nvSpPr>
            <p:spPr>
              <a:xfrm>
                <a:off x="176618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5"/>
              <p:cNvSpPr/>
              <p:nvPr/>
            </p:nvSpPr>
            <p:spPr>
              <a:xfrm>
                <a:off x="176618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5"/>
              <p:cNvSpPr/>
              <p:nvPr/>
            </p:nvSpPr>
            <p:spPr>
              <a:xfrm>
                <a:off x="176618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5"/>
              <p:cNvSpPr/>
              <p:nvPr/>
            </p:nvSpPr>
            <p:spPr>
              <a:xfrm>
                <a:off x="176618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5"/>
              <p:cNvSpPr/>
              <p:nvPr/>
            </p:nvSpPr>
            <p:spPr>
              <a:xfrm>
                <a:off x="176618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5"/>
              <p:cNvSpPr/>
              <p:nvPr/>
            </p:nvSpPr>
            <p:spPr>
              <a:xfrm>
                <a:off x="1766187"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5"/>
              <p:cNvSpPr/>
              <p:nvPr/>
            </p:nvSpPr>
            <p:spPr>
              <a:xfrm>
                <a:off x="1766187" y="2303717"/>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5"/>
              <p:cNvSpPr/>
              <p:nvPr/>
            </p:nvSpPr>
            <p:spPr>
              <a:xfrm>
                <a:off x="1766187" y="2464413"/>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5"/>
              <p:cNvSpPr/>
              <p:nvPr/>
            </p:nvSpPr>
            <p:spPr>
              <a:xfrm>
                <a:off x="176618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75"/>
            <p:cNvGrpSpPr/>
            <p:nvPr/>
          </p:nvGrpSpPr>
          <p:grpSpPr>
            <a:xfrm>
              <a:off x="1936935" y="1179665"/>
              <a:ext cx="80771" cy="1526215"/>
              <a:chOff x="1936935" y="1179665"/>
              <a:chExt cx="80771" cy="1526215"/>
            </a:xfrm>
          </p:grpSpPr>
          <p:sp>
            <p:nvSpPr>
              <p:cNvPr id="8583" name="Google Shape;8583;p75"/>
              <p:cNvSpPr/>
              <p:nvPr/>
            </p:nvSpPr>
            <p:spPr>
              <a:xfrm>
                <a:off x="193693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5"/>
              <p:cNvSpPr/>
              <p:nvPr/>
            </p:nvSpPr>
            <p:spPr>
              <a:xfrm>
                <a:off x="193693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5"/>
              <p:cNvSpPr/>
              <p:nvPr/>
            </p:nvSpPr>
            <p:spPr>
              <a:xfrm>
                <a:off x="193693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5"/>
              <p:cNvSpPr/>
              <p:nvPr/>
            </p:nvSpPr>
            <p:spPr>
              <a:xfrm>
                <a:off x="193693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5"/>
              <p:cNvSpPr/>
              <p:nvPr/>
            </p:nvSpPr>
            <p:spPr>
              <a:xfrm>
                <a:off x="1936935"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5"/>
              <p:cNvSpPr/>
              <p:nvPr/>
            </p:nvSpPr>
            <p:spPr>
              <a:xfrm>
                <a:off x="1936935"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5"/>
              <p:cNvSpPr/>
              <p:nvPr/>
            </p:nvSpPr>
            <p:spPr>
              <a:xfrm>
                <a:off x="193693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5"/>
              <p:cNvSpPr/>
              <p:nvPr/>
            </p:nvSpPr>
            <p:spPr>
              <a:xfrm>
                <a:off x="193693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5"/>
              <p:cNvSpPr/>
              <p:nvPr/>
            </p:nvSpPr>
            <p:spPr>
              <a:xfrm>
                <a:off x="193693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5"/>
              <p:cNvSpPr/>
              <p:nvPr/>
            </p:nvSpPr>
            <p:spPr>
              <a:xfrm>
                <a:off x="193693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75"/>
            <p:cNvGrpSpPr/>
            <p:nvPr/>
          </p:nvGrpSpPr>
          <p:grpSpPr>
            <a:xfrm>
              <a:off x="2110795" y="1179665"/>
              <a:ext cx="80771" cy="1526215"/>
              <a:chOff x="2110795" y="1179665"/>
              <a:chExt cx="80771" cy="1526215"/>
            </a:xfrm>
          </p:grpSpPr>
          <p:sp>
            <p:nvSpPr>
              <p:cNvPr id="8594" name="Google Shape;8594;p75"/>
              <p:cNvSpPr/>
              <p:nvPr/>
            </p:nvSpPr>
            <p:spPr>
              <a:xfrm>
                <a:off x="211079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5"/>
              <p:cNvSpPr/>
              <p:nvPr/>
            </p:nvSpPr>
            <p:spPr>
              <a:xfrm>
                <a:off x="211079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5"/>
              <p:cNvSpPr/>
              <p:nvPr/>
            </p:nvSpPr>
            <p:spPr>
              <a:xfrm>
                <a:off x="211079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5"/>
              <p:cNvSpPr/>
              <p:nvPr/>
            </p:nvSpPr>
            <p:spPr>
              <a:xfrm>
                <a:off x="211079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5"/>
              <p:cNvSpPr/>
              <p:nvPr/>
            </p:nvSpPr>
            <p:spPr>
              <a:xfrm>
                <a:off x="2110795"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5"/>
              <p:cNvSpPr/>
              <p:nvPr/>
            </p:nvSpPr>
            <p:spPr>
              <a:xfrm>
                <a:off x="2110795"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5"/>
              <p:cNvSpPr/>
              <p:nvPr/>
            </p:nvSpPr>
            <p:spPr>
              <a:xfrm>
                <a:off x="211079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5"/>
              <p:cNvSpPr/>
              <p:nvPr/>
            </p:nvSpPr>
            <p:spPr>
              <a:xfrm>
                <a:off x="211079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5"/>
              <p:cNvSpPr/>
              <p:nvPr/>
            </p:nvSpPr>
            <p:spPr>
              <a:xfrm>
                <a:off x="211079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5"/>
              <p:cNvSpPr/>
              <p:nvPr/>
            </p:nvSpPr>
            <p:spPr>
              <a:xfrm>
                <a:off x="211079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75"/>
            <p:cNvGrpSpPr/>
            <p:nvPr/>
          </p:nvGrpSpPr>
          <p:grpSpPr>
            <a:xfrm>
              <a:off x="2284655" y="1179665"/>
              <a:ext cx="80771" cy="1526215"/>
              <a:chOff x="2284655" y="1179665"/>
              <a:chExt cx="80771" cy="1526215"/>
            </a:xfrm>
          </p:grpSpPr>
          <p:sp>
            <p:nvSpPr>
              <p:cNvPr id="8605" name="Google Shape;8605;p75"/>
              <p:cNvSpPr/>
              <p:nvPr/>
            </p:nvSpPr>
            <p:spPr>
              <a:xfrm>
                <a:off x="228465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5"/>
              <p:cNvSpPr/>
              <p:nvPr/>
            </p:nvSpPr>
            <p:spPr>
              <a:xfrm>
                <a:off x="228465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5"/>
              <p:cNvSpPr/>
              <p:nvPr/>
            </p:nvSpPr>
            <p:spPr>
              <a:xfrm>
                <a:off x="228465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5"/>
              <p:cNvSpPr/>
              <p:nvPr/>
            </p:nvSpPr>
            <p:spPr>
              <a:xfrm>
                <a:off x="228465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5"/>
              <p:cNvSpPr/>
              <p:nvPr/>
            </p:nvSpPr>
            <p:spPr>
              <a:xfrm>
                <a:off x="2284655"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5"/>
              <p:cNvSpPr/>
              <p:nvPr/>
            </p:nvSpPr>
            <p:spPr>
              <a:xfrm>
                <a:off x="2284655"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5"/>
              <p:cNvSpPr/>
              <p:nvPr/>
            </p:nvSpPr>
            <p:spPr>
              <a:xfrm>
                <a:off x="228465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5"/>
              <p:cNvSpPr/>
              <p:nvPr/>
            </p:nvSpPr>
            <p:spPr>
              <a:xfrm>
                <a:off x="228465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5"/>
              <p:cNvSpPr/>
              <p:nvPr/>
            </p:nvSpPr>
            <p:spPr>
              <a:xfrm>
                <a:off x="228465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5"/>
              <p:cNvSpPr/>
              <p:nvPr/>
            </p:nvSpPr>
            <p:spPr>
              <a:xfrm>
                <a:off x="228465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5" name="Google Shape;8615;p75"/>
          <p:cNvGrpSpPr/>
          <p:nvPr/>
        </p:nvGrpSpPr>
        <p:grpSpPr>
          <a:xfrm>
            <a:off x="2623904" y="1198803"/>
            <a:ext cx="1364147" cy="1102032"/>
            <a:chOff x="2623904" y="1198803"/>
            <a:chExt cx="1364147" cy="1102032"/>
          </a:xfrm>
        </p:grpSpPr>
        <p:grpSp>
          <p:nvGrpSpPr>
            <p:cNvPr id="8616" name="Google Shape;8616;p75"/>
            <p:cNvGrpSpPr/>
            <p:nvPr/>
          </p:nvGrpSpPr>
          <p:grpSpPr>
            <a:xfrm>
              <a:off x="2623907" y="1198803"/>
              <a:ext cx="1364144" cy="272899"/>
              <a:chOff x="2623907" y="1198803"/>
              <a:chExt cx="1364144" cy="272899"/>
            </a:xfrm>
          </p:grpSpPr>
          <p:sp>
            <p:nvSpPr>
              <p:cNvPr id="8617" name="Google Shape;8617;p75"/>
              <p:cNvSpPr/>
              <p:nvPr/>
            </p:nvSpPr>
            <p:spPr>
              <a:xfrm>
                <a:off x="3715152" y="1198803"/>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5"/>
              <p:cNvSpPr/>
              <p:nvPr/>
            </p:nvSpPr>
            <p:spPr>
              <a:xfrm>
                <a:off x="2623907"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5"/>
              <p:cNvSpPr/>
              <p:nvPr/>
            </p:nvSpPr>
            <p:spPr>
              <a:xfrm>
                <a:off x="2896718"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5"/>
              <p:cNvSpPr/>
              <p:nvPr/>
            </p:nvSpPr>
            <p:spPr>
              <a:xfrm>
                <a:off x="3169529"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5"/>
              <p:cNvSpPr/>
              <p:nvPr/>
            </p:nvSpPr>
            <p:spPr>
              <a:xfrm>
                <a:off x="3442341"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75"/>
            <p:cNvGrpSpPr/>
            <p:nvPr/>
          </p:nvGrpSpPr>
          <p:grpSpPr>
            <a:xfrm>
              <a:off x="2623904" y="1476964"/>
              <a:ext cx="1364144" cy="272899"/>
              <a:chOff x="2623904" y="1476964"/>
              <a:chExt cx="1364144" cy="272899"/>
            </a:xfrm>
          </p:grpSpPr>
          <p:sp>
            <p:nvSpPr>
              <p:cNvPr id="8623" name="Google Shape;8623;p75"/>
              <p:cNvSpPr/>
              <p:nvPr/>
            </p:nvSpPr>
            <p:spPr>
              <a:xfrm>
                <a:off x="3169527"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5"/>
              <p:cNvSpPr/>
              <p:nvPr/>
            </p:nvSpPr>
            <p:spPr>
              <a:xfrm>
                <a:off x="3442338"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5"/>
              <p:cNvSpPr/>
              <p:nvPr/>
            </p:nvSpPr>
            <p:spPr>
              <a:xfrm>
                <a:off x="3715149"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5"/>
              <p:cNvSpPr/>
              <p:nvPr/>
            </p:nvSpPr>
            <p:spPr>
              <a:xfrm>
                <a:off x="2623904" y="1476964"/>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5"/>
              <p:cNvSpPr/>
              <p:nvPr/>
            </p:nvSpPr>
            <p:spPr>
              <a:xfrm>
                <a:off x="2896716" y="1476964"/>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75"/>
            <p:cNvGrpSpPr/>
            <p:nvPr/>
          </p:nvGrpSpPr>
          <p:grpSpPr>
            <a:xfrm>
              <a:off x="2623907" y="1749775"/>
              <a:ext cx="1364144" cy="272899"/>
              <a:chOff x="2623907" y="1749775"/>
              <a:chExt cx="1364144" cy="272899"/>
            </a:xfrm>
          </p:grpSpPr>
          <p:sp>
            <p:nvSpPr>
              <p:cNvPr id="8629" name="Google Shape;8629;p75"/>
              <p:cNvSpPr/>
              <p:nvPr/>
            </p:nvSpPr>
            <p:spPr>
              <a:xfrm>
                <a:off x="3442341" y="1749775"/>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5"/>
              <p:cNvSpPr/>
              <p:nvPr/>
            </p:nvSpPr>
            <p:spPr>
              <a:xfrm>
                <a:off x="3715152" y="1749775"/>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5"/>
              <p:cNvSpPr/>
              <p:nvPr/>
            </p:nvSpPr>
            <p:spPr>
              <a:xfrm>
                <a:off x="2623907"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5"/>
              <p:cNvSpPr/>
              <p:nvPr/>
            </p:nvSpPr>
            <p:spPr>
              <a:xfrm>
                <a:off x="2896718"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5"/>
              <p:cNvSpPr/>
              <p:nvPr/>
            </p:nvSpPr>
            <p:spPr>
              <a:xfrm>
                <a:off x="3169529"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75"/>
            <p:cNvGrpSpPr/>
            <p:nvPr/>
          </p:nvGrpSpPr>
          <p:grpSpPr>
            <a:xfrm>
              <a:off x="2623904" y="2027936"/>
              <a:ext cx="1364144" cy="272899"/>
              <a:chOff x="2623904" y="2027936"/>
              <a:chExt cx="1364144" cy="272899"/>
            </a:xfrm>
          </p:grpSpPr>
          <p:sp>
            <p:nvSpPr>
              <p:cNvPr id="8635" name="Google Shape;8635;p75"/>
              <p:cNvSpPr/>
              <p:nvPr/>
            </p:nvSpPr>
            <p:spPr>
              <a:xfrm>
                <a:off x="2623904"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5"/>
              <p:cNvSpPr/>
              <p:nvPr/>
            </p:nvSpPr>
            <p:spPr>
              <a:xfrm>
                <a:off x="2896716"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5"/>
              <p:cNvSpPr/>
              <p:nvPr/>
            </p:nvSpPr>
            <p:spPr>
              <a:xfrm>
                <a:off x="3169527"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5"/>
              <p:cNvSpPr/>
              <p:nvPr/>
            </p:nvSpPr>
            <p:spPr>
              <a:xfrm>
                <a:off x="3442338"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5"/>
              <p:cNvSpPr/>
              <p:nvPr/>
            </p:nvSpPr>
            <p:spPr>
              <a:xfrm>
                <a:off x="3715149"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0" name="Google Shape;8640;p75"/>
          <p:cNvGrpSpPr/>
          <p:nvPr/>
        </p:nvGrpSpPr>
        <p:grpSpPr>
          <a:xfrm>
            <a:off x="2613365" y="2657986"/>
            <a:ext cx="1387541" cy="159124"/>
            <a:chOff x="3200660" y="2180272"/>
            <a:chExt cx="2563824" cy="378237"/>
          </a:xfrm>
        </p:grpSpPr>
        <p:sp>
          <p:nvSpPr>
            <p:cNvPr id="8641" name="Google Shape;8641;p7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75"/>
          <p:cNvGrpSpPr/>
          <p:nvPr/>
        </p:nvGrpSpPr>
        <p:grpSpPr>
          <a:xfrm>
            <a:off x="2609890" y="2935811"/>
            <a:ext cx="1390502" cy="159625"/>
            <a:chOff x="3530150" y="2790075"/>
            <a:chExt cx="1962600" cy="225300"/>
          </a:xfrm>
        </p:grpSpPr>
        <p:sp>
          <p:nvSpPr>
            <p:cNvPr id="8660" name="Google Shape;8660;p7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75"/>
          <p:cNvGrpSpPr/>
          <p:nvPr/>
        </p:nvGrpSpPr>
        <p:grpSpPr>
          <a:xfrm>
            <a:off x="2610543" y="3214137"/>
            <a:ext cx="1411629" cy="153761"/>
            <a:chOff x="3558802" y="4011427"/>
            <a:chExt cx="1866000" cy="111300"/>
          </a:xfrm>
        </p:grpSpPr>
        <p:sp>
          <p:nvSpPr>
            <p:cNvPr id="8663" name="Google Shape;8663;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75"/>
          <p:cNvGrpSpPr/>
          <p:nvPr/>
        </p:nvGrpSpPr>
        <p:grpSpPr>
          <a:xfrm>
            <a:off x="2610235" y="2419536"/>
            <a:ext cx="1383503" cy="119749"/>
            <a:chOff x="3465975" y="2270276"/>
            <a:chExt cx="1986364" cy="171929"/>
          </a:xfrm>
        </p:grpSpPr>
        <p:sp>
          <p:nvSpPr>
            <p:cNvPr id="8666" name="Google Shape;8666;p7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75"/>
          <p:cNvGrpSpPr/>
          <p:nvPr/>
        </p:nvGrpSpPr>
        <p:grpSpPr>
          <a:xfrm>
            <a:off x="2621243" y="3783187"/>
            <a:ext cx="1369531" cy="195460"/>
            <a:chOff x="723300" y="4253549"/>
            <a:chExt cx="2276482" cy="324900"/>
          </a:xfrm>
        </p:grpSpPr>
        <p:sp>
          <p:nvSpPr>
            <p:cNvPr id="8675" name="Google Shape;8675;p7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75"/>
          <p:cNvGrpSpPr/>
          <p:nvPr/>
        </p:nvGrpSpPr>
        <p:grpSpPr>
          <a:xfrm>
            <a:off x="2610803" y="3484367"/>
            <a:ext cx="1389066" cy="180119"/>
            <a:chOff x="705948" y="3788465"/>
            <a:chExt cx="2308953" cy="299400"/>
          </a:xfrm>
        </p:grpSpPr>
        <p:sp>
          <p:nvSpPr>
            <p:cNvPr id="8681" name="Google Shape;8681;p7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75"/>
          <p:cNvGrpSpPr/>
          <p:nvPr/>
        </p:nvGrpSpPr>
        <p:grpSpPr>
          <a:xfrm>
            <a:off x="2658741" y="4097347"/>
            <a:ext cx="1304609" cy="294074"/>
            <a:chOff x="2658741" y="4097347"/>
            <a:chExt cx="1304609" cy="294074"/>
          </a:xfrm>
        </p:grpSpPr>
        <p:grpSp>
          <p:nvGrpSpPr>
            <p:cNvPr id="8687" name="Google Shape;8687;p75"/>
            <p:cNvGrpSpPr/>
            <p:nvPr/>
          </p:nvGrpSpPr>
          <p:grpSpPr>
            <a:xfrm>
              <a:off x="2658741" y="4097347"/>
              <a:ext cx="118572" cy="294074"/>
              <a:chOff x="3343310" y="4475555"/>
              <a:chExt cx="127717" cy="316753"/>
            </a:xfrm>
          </p:grpSpPr>
          <p:sp>
            <p:nvSpPr>
              <p:cNvPr id="8688" name="Google Shape;8688;p7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75"/>
            <p:cNvGrpSpPr/>
            <p:nvPr/>
          </p:nvGrpSpPr>
          <p:grpSpPr>
            <a:xfrm>
              <a:off x="3815519" y="4098388"/>
              <a:ext cx="147831" cy="291991"/>
              <a:chOff x="3527539" y="4476677"/>
              <a:chExt cx="159232" cy="314510"/>
            </a:xfrm>
          </p:grpSpPr>
          <p:sp>
            <p:nvSpPr>
              <p:cNvPr id="8691" name="Google Shape;8691;p7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75"/>
            <p:cNvGrpSpPr/>
            <p:nvPr/>
          </p:nvGrpSpPr>
          <p:grpSpPr>
            <a:xfrm>
              <a:off x="3511696" y="4098388"/>
              <a:ext cx="147831" cy="291991"/>
              <a:chOff x="3527539" y="4476677"/>
              <a:chExt cx="159232" cy="314510"/>
            </a:xfrm>
          </p:grpSpPr>
          <p:sp>
            <p:nvSpPr>
              <p:cNvPr id="8694" name="Google Shape;8694;p7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75"/>
            <p:cNvGrpSpPr/>
            <p:nvPr/>
          </p:nvGrpSpPr>
          <p:grpSpPr>
            <a:xfrm>
              <a:off x="3207874" y="4098388"/>
              <a:ext cx="147831" cy="291991"/>
              <a:chOff x="3527539" y="4476677"/>
              <a:chExt cx="159232" cy="314510"/>
            </a:xfrm>
          </p:grpSpPr>
          <p:sp>
            <p:nvSpPr>
              <p:cNvPr id="8697" name="Google Shape;8697;p7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75"/>
            <p:cNvGrpSpPr/>
            <p:nvPr/>
          </p:nvGrpSpPr>
          <p:grpSpPr>
            <a:xfrm>
              <a:off x="2933305" y="4097347"/>
              <a:ext cx="118572" cy="294074"/>
              <a:chOff x="3343310" y="4475555"/>
              <a:chExt cx="127717" cy="316753"/>
            </a:xfrm>
          </p:grpSpPr>
          <p:sp>
            <p:nvSpPr>
              <p:cNvPr id="8700" name="Google Shape;8700;p7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2" name="Google Shape;8702;p75"/>
          <p:cNvGrpSpPr/>
          <p:nvPr/>
        </p:nvGrpSpPr>
        <p:grpSpPr>
          <a:xfrm>
            <a:off x="4277571" y="2080469"/>
            <a:ext cx="1433821" cy="191501"/>
            <a:chOff x="4273350" y="2080469"/>
            <a:chExt cx="1433821" cy="191501"/>
          </a:xfrm>
        </p:grpSpPr>
        <p:grpSp>
          <p:nvGrpSpPr>
            <p:cNvPr id="8703" name="Google Shape;8703;p75"/>
            <p:cNvGrpSpPr/>
            <p:nvPr/>
          </p:nvGrpSpPr>
          <p:grpSpPr>
            <a:xfrm>
              <a:off x="4273350" y="2080469"/>
              <a:ext cx="1433821" cy="0"/>
              <a:chOff x="5224975" y="2962250"/>
              <a:chExt cx="1544400" cy="0"/>
            </a:xfrm>
          </p:grpSpPr>
          <p:cxnSp>
            <p:nvCxnSpPr>
              <p:cNvPr id="8704" name="Google Shape;8704;p7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05" name="Google Shape;8705;p7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706" name="Google Shape;8706;p75"/>
            <p:cNvGrpSpPr/>
            <p:nvPr/>
          </p:nvGrpSpPr>
          <p:grpSpPr>
            <a:xfrm>
              <a:off x="4273350" y="2271969"/>
              <a:ext cx="1433821" cy="0"/>
              <a:chOff x="5224975" y="2962250"/>
              <a:chExt cx="1544400" cy="0"/>
            </a:xfrm>
          </p:grpSpPr>
          <p:cxnSp>
            <p:nvCxnSpPr>
              <p:cNvPr id="8707" name="Google Shape;8707;p7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08" name="Google Shape;8708;p7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709" name="Google Shape;8709;p75"/>
          <p:cNvGrpSpPr/>
          <p:nvPr/>
        </p:nvGrpSpPr>
        <p:grpSpPr>
          <a:xfrm>
            <a:off x="4279126" y="1183036"/>
            <a:ext cx="1430711" cy="743389"/>
            <a:chOff x="5159450" y="1919950"/>
            <a:chExt cx="1541050" cy="862500"/>
          </a:xfrm>
        </p:grpSpPr>
        <p:sp>
          <p:nvSpPr>
            <p:cNvPr id="8710" name="Google Shape;8710;p7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711" name="Google Shape;8711;p75"/>
            <p:cNvGrpSpPr/>
            <p:nvPr/>
          </p:nvGrpSpPr>
          <p:grpSpPr>
            <a:xfrm>
              <a:off x="5159450" y="1919950"/>
              <a:ext cx="1541050" cy="862500"/>
              <a:chOff x="5159450" y="1919950"/>
              <a:chExt cx="1541050" cy="862500"/>
            </a:xfrm>
          </p:grpSpPr>
          <p:cxnSp>
            <p:nvCxnSpPr>
              <p:cNvPr id="8712" name="Google Shape;8712;p7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713" name="Google Shape;8713;p7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714" name="Google Shape;8714;p75"/>
          <p:cNvGrpSpPr/>
          <p:nvPr/>
        </p:nvGrpSpPr>
        <p:grpSpPr>
          <a:xfrm>
            <a:off x="4269239" y="2406364"/>
            <a:ext cx="1450484" cy="1052087"/>
            <a:chOff x="5230575" y="1554475"/>
            <a:chExt cx="2137150" cy="1550150"/>
          </a:xfrm>
        </p:grpSpPr>
        <p:sp>
          <p:nvSpPr>
            <p:cNvPr id="8715" name="Google Shape;8715;p7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75"/>
          <p:cNvGrpSpPr/>
          <p:nvPr/>
        </p:nvGrpSpPr>
        <p:grpSpPr>
          <a:xfrm rot="10800000">
            <a:off x="4285790" y="3498553"/>
            <a:ext cx="1417383" cy="887946"/>
            <a:chOff x="5645403" y="2920021"/>
            <a:chExt cx="2650800" cy="2180614"/>
          </a:xfrm>
        </p:grpSpPr>
        <p:sp>
          <p:nvSpPr>
            <p:cNvPr id="8729" name="Google Shape;8729;p7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0" name="Google Shape;8730;p75"/>
            <p:cNvCxnSpPr>
              <a:stCxn id="872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731" name="Google Shape;8731;p7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2" name="Google Shape;8732;p75"/>
            <p:cNvCxnSpPr>
              <a:endCxn id="8731"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733" name="Google Shape;8733;p7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4" name="Google Shape;8734;p75"/>
            <p:cNvCxnSpPr>
              <a:stCxn id="8733"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735" name="Google Shape;8735;p7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6" name="Google Shape;8736;p75"/>
            <p:cNvCxnSpPr>
              <a:endCxn id="873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737" name="Google Shape;8737;p75"/>
          <p:cNvGrpSpPr/>
          <p:nvPr/>
        </p:nvGrpSpPr>
        <p:grpSpPr>
          <a:xfrm>
            <a:off x="7386150" y="2401908"/>
            <a:ext cx="1071743" cy="1021579"/>
            <a:chOff x="7189833" y="2022667"/>
            <a:chExt cx="1251159" cy="1192597"/>
          </a:xfrm>
        </p:grpSpPr>
        <p:sp>
          <p:nvSpPr>
            <p:cNvPr id="8738" name="Google Shape;8738;p7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75"/>
          <p:cNvGrpSpPr/>
          <p:nvPr/>
        </p:nvGrpSpPr>
        <p:grpSpPr>
          <a:xfrm>
            <a:off x="727421" y="2828315"/>
            <a:ext cx="1695374" cy="1560837"/>
            <a:chOff x="727421" y="2828315"/>
            <a:chExt cx="1695374" cy="1560837"/>
          </a:xfrm>
        </p:grpSpPr>
        <p:grpSp>
          <p:nvGrpSpPr>
            <p:cNvPr id="8743" name="Google Shape;8743;p75"/>
            <p:cNvGrpSpPr/>
            <p:nvPr/>
          </p:nvGrpSpPr>
          <p:grpSpPr>
            <a:xfrm>
              <a:off x="819108" y="2882501"/>
              <a:ext cx="103104" cy="1426186"/>
              <a:chOff x="4674013" y="3100904"/>
              <a:chExt cx="122758" cy="1698043"/>
            </a:xfrm>
          </p:grpSpPr>
          <p:sp>
            <p:nvSpPr>
              <p:cNvPr id="8744" name="Google Shape;8744;p7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75"/>
            <p:cNvGrpSpPr/>
            <p:nvPr/>
          </p:nvGrpSpPr>
          <p:grpSpPr>
            <a:xfrm>
              <a:off x="1062475" y="2882501"/>
              <a:ext cx="103104" cy="1426186"/>
              <a:chOff x="4940438" y="3100904"/>
              <a:chExt cx="122758" cy="1698043"/>
            </a:xfrm>
          </p:grpSpPr>
          <p:sp>
            <p:nvSpPr>
              <p:cNvPr id="8752" name="Google Shape;8752;p7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75"/>
            <p:cNvGrpSpPr/>
            <p:nvPr/>
          </p:nvGrpSpPr>
          <p:grpSpPr>
            <a:xfrm>
              <a:off x="1299324" y="2882501"/>
              <a:ext cx="103104" cy="1426186"/>
              <a:chOff x="5206863" y="3100904"/>
              <a:chExt cx="122758" cy="1698043"/>
            </a:xfrm>
          </p:grpSpPr>
          <p:sp>
            <p:nvSpPr>
              <p:cNvPr id="8760" name="Google Shape;8760;p7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75"/>
            <p:cNvGrpSpPr/>
            <p:nvPr/>
          </p:nvGrpSpPr>
          <p:grpSpPr>
            <a:xfrm>
              <a:off x="1786057" y="2882501"/>
              <a:ext cx="103104" cy="1426186"/>
              <a:chOff x="6006138" y="3143629"/>
              <a:chExt cx="122758" cy="1698043"/>
            </a:xfrm>
          </p:grpSpPr>
          <p:sp>
            <p:nvSpPr>
              <p:cNvPr id="8768" name="Google Shape;8768;p7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75"/>
            <p:cNvGrpSpPr/>
            <p:nvPr/>
          </p:nvGrpSpPr>
          <p:grpSpPr>
            <a:xfrm>
              <a:off x="2029422" y="2882501"/>
              <a:ext cx="103104" cy="1426186"/>
              <a:chOff x="6805413" y="3100904"/>
              <a:chExt cx="122758" cy="1698043"/>
            </a:xfrm>
          </p:grpSpPr>
          <p:sp>
            <p:nvSpPr>
              <p:cNvPr id="8776" name="Google Shape;8776;p7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75"/>
            <p:cNvGrpSpPr/>
            <p:nvPr/>
          </p:nvGrpSpPr>
          <p:grpSpPr>
            <a:xfrm>
              <a:off x="727421" y="2828315"/>
              <a:ext cx="1695374" cy="1560837"/>
              <a:chOff x="734799" y="2782450"/>
              <a:chExt cx="1571100" cy="1577400"/>
            </a:xfrm>
          </p:grpSpPr>
          <p:cxnSp>
            <p:nvCxnSpPr>
              <p:cNvPr id="8784" name="Google Shape;8784;p7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85" name="Google Shape;8785;p7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86" name="Google Shape;8786;p75"/>
            <p:cNvGrpSpPr/>
            <p:nvPr/>
          </p:nvGrpSpPr>
          <p:grpSpPr>
            <a:xfrm>
              <a:off x="2272795" y="2882501"/>
              <a:ext cx="103104" cy="1426186"/>
              <a:chOff x="5206863" y="3100904"/>
              <a:chExt cx="122758" cy="1698043"/>
            </a:xfrm>
          </p:grpSpPr>
          <p:sp>
            <p:nvSpPr>
              <p:cNvPr id="8787" name="Google Shape;8787;p7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75"/>
            <p:cNvGrpSpPr/>
            <p:nvPr/>
          </p:nvGrpSpPr>
          <p:grpSpPr>
            <a:xfrm>
              <a:off x="1542694" y="2882501"/>
              <a:ext cx="103104" cy="1426186"/>
              <a:chOff x="6006138" y="3143629"/>
              <a:chExt cx="122758" cy="1698043"/>
            </a:xfrm>
          </p:grpSpPr>
          <p:sp>
            <p:nvSpPr>
              <p:cNvPr id="8795" name="Google Shape;8795;p7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02" name="Google Shape;8802;p75"/>
          <p:cNvGrpSpPr/>
          <p:nvPr/>
        </p:nvGrpSpPr>
        <p:grpSpPr>
          <a:xfrm>
            <a:off x="5936000" y="2405887"/>
            <a:ext cx="1248543" cy="1025319"/>
            <a:chOff x="5183758" y="1210600"/>
            <a:chExt cx="3605380" cy="2960783"/>
          </a:xfrm>
        </p:grpSpPr>
        <p:sp>
          <p:nvSpPr>
            <p:cNvPr id="8803" name="Google Shape;8803;p7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7" name="Google Shape;8807;p7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808" name="Google Shape;8808;p7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809" name="Google Shape;8809;p7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810" name="Google Shape;8810;p7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811" name="Google Shape;8811;p7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75"/>
          <p:cNvGrpSpPr/>
          <p:nvPr/>
        </p:nvGrpSpPr>
        <p:grpSpPr>
          <a:xfrm>
            <a:off x="5793062" y="3544204"/>
            <a:ext cx="2664831" cy="843440"/>
            <a:chOff x="5916567" y="1099697"/>
            <a:chExt cx="2556683" cy="809211"/>
          </a:xfrm>
        </p:grpSpPr>
        <p:sp>
          <p:nvSpPr>
            <p:cNvPr id="8813" name="Google Shape;8813;p7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75"/>
          <p:cNvGrpSpPr/>
          <p:nvPr/>
        </p:nvGrpSpPr>
        <p:grpSpPr>
          <a:xfrm>
            <a:off x="5900602" y="1193063"/>
            <a:ext cx="1299869" cy="1023338"/>
            <a:chOff x="5900602" y="1193063"/>
            <a:chExt cx="1299869" cy="1023338"/>
          </a:xfrm>
        </p:grpSpPr>
        <p:grpSp>
          <p:nvGrpSpPr>
            <p:cNvPr id="8822" name="Google Shape;8822;p75"/>
            <p:cNvGrpSpPr/>
            <p:nvPr/>
          </p:nvGrpSpPr>
          <p:grpSpPr>
            <a:xfrm>
              <a:off x="6743564" y="1193063"/>
              <a:ext cx="456907" cy="700379"/>
              <a:chOff x="6743564" y="1193063"/>
              <a:chExt cx="456907" cy="700379"/>
            </a:xfrm>
          </p:grpSpPr>
          <p:grpSp>
            <p:nvGrpSpPr>
              <p:cNvPr id="8823" name="Google Shape;8823;p75"/>
              <p:cNvGrpSpPr/>
              <p:nvPr/>
            </p:nvGrpSpPr>
            <p:grpSpPr>
              <a:xfrm>
                <a:off x="6743564" y="1690724"/>
                <a:ext cx="214416" cy="202717"/>
                <a:chOff x="6743564" y="1690724"/>
                <a:chExt cx="214416" cy="202717"/>
              </a:xfrm>
            </p:grpSpPr>
            <p:sp>
              <p:nvSpPr>
                <p:cNvPr id="8824" name="Google Shape;8824;p75"/>
                <p:cNvSpPr/>
                <p:nvPr/>
              </p:nvSpPr>
              <p:spPr>
                <a:xfrm rot="-5400000">
                  <a:off x="6796935" y="1637353"/>
                  <a:ext cx="107673" cy="214416"/>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5"/>
                <p:cNvSpPr/>
                <p:nvPr/>
              </p:nvSpPr>
              <p:spPr>
                <a:xfrm rot="-5400000">
                  <a:off x="6797062" y="1744953"/>
                  <a:ext cx="95052" cy="201926"/>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75"/>
              <p:cNvGrpSpPr/>
              <p:nvPr/>
            </p:nvGrpSpPr>
            <p:grpSpPr>
              <a:xfrm>
                <a:off x="6915505" y="1193063"/>
                <a:ext cx="284966" cy="589637"/>
                <a:chOff x="6915505" y="1193063"/>
                <a:chExt cx="284966" cy="589637"/>
              </a:xfrm>
            </p:grpSpPr>
            <p:sp>
              <p:nvSpPr>
                <p:cNvPr id="8827" name="Google Shape;8827;p75"/>
                <p:cNvSpPr/>
                <p:nvPr/>
              </p:nvSpPr>
              <p:spPr>
                <a:xfrm>
                  <a:off x="6915505" y="1193063"/>
                  <a:ext cx="284966" cy="63652"/>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8" name="Google Shape;8828;p7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829" name="Google Shape;8829;p75"/>
            <p:cNvGrpSpPr/>
            <p:nvPr/>
          </p:nvGrpSpPr>
          <p:grpSpPr>
            <a:xfrm>
              <a:off x="6520337" y="1193063"/>
              <a:ext cx="341833" cy="801589"/>
              <a:chOff x="6520337" y="1193063"/>
              <a:chExt cx="341833" cy="801589"/>
            </a:xfrm>
          </p:grpSpPr>
          <p:grpSp>
            <p:nvGrpSpPr>
              <p:cNvPr id="8830" name="Google Shape;8830;p75"/>
              <p:cNvGrpSpPr/>
              <p:nvPr/>
            </p:nvGrpSpPr>
            <p:grpSpPr>
              <a:xfrm>
                <a:off x="6520337" y="1589514"/>
                <a:ext cx="213964" cy="405138"/>
                <a:chOff x="6520337" y="1589514"/>
                <a:chExt cx="213964" cy="405138"/>
              </a:xfrm>
            </p:grpSpPr>
            <p:sp>
              <p:nvSpPr>
                <p:cNvPr id="8831" name="Google Shape;8831;p75"/>
                <p:cNvSpPr/>
                <p:nvPr/>
              </p:nvSpPr>
              <p:spPr>
                <a:xfrm rot="-5400000">
                  <a:off x="6522864" y="1586987"/>
                  <a:ext cx="208867" cy="213920"/>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5"/>
                <p:cNvSpPr/>
                <p:nvPr/>
              </p:nvSpPr>
              <p:spPr>
                <a:xfrm rot="-5400000">
                  <a:off x="6529205" y="1789556"/>
                  <a:ext cx="196263" cy="213929"/>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75"/>
              <p:cNvGrpSpPr/>
              <p:nvPr/>
            </p:nvGrpSpPr>
            <p:grpSpPr>
              <a:xfrm>
                <a:off x="6577204" y="1193063"/>
                <a:ext cx="284966" cy="453562"/>
                <a:chOff x="6577204" y="1193063"/>
                <a:chExt cx="284966" cy="453562"/>
              </a:xfrm>
            </p:grpSpPr>
            <p:sp>
              <p:nvSpPr>
                <p:cNvPr id="8834" name="Google Shape;8834;p75"/>
                <p:cNvSpPr/>
                <p:nvPr/>
              </p:nvSpPr>
              <p:spPr>
                <a:xfrm>
                  <a:off x="6577204" y="1193063"/>
                  <a:ext cx="284966" cy="63652"/>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35" name="Google Shape;8835;p7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836" name="Google Shape;8836;p75"/>
            <p:cNvGrpSpPr/>
            <p:nvPr/>
          </p:nvGrpSpPr>
          <p:grpSpPr>
            <a:xfrm>
              <a:off x="6238903" y="1193063"/>
              <a:ext cx="300491" cy="901782"/>
              <a:chOff x="6238903" y="1193063"/>
              <a:chExt cx="300491" cy="901782"/>
            </a:xfrm>
          </p:grpSpPr>
          <p:grpSp>
            <p:nvGrpSpPr>
              <p:cNvPr id="8837" name="Google Shape;8837;p75"/>
              <p:cNvGrpSpPr/>
              <p:nvPr/>
            </p:nvGrpSpPr>
            <p:grpSpPr>
              <a:xfrm>
                <a:off x="6290865" y="1489295"/>
                <a:ext cx="248530" cy="605550"/>
                <a:chOff x="6290865" y="1489295"/>
                <a:chExt cx="248530" cy="605550"/>
              </a:xfrm>
            </p:grpSpPr>
            <p:sp>
              <p:nvSpPr>
                <p:cNvPr id="8838" name="Google Shape;8838;p75"/>
                <p:cNvSpPr/>
                <p:nvPr/>
              </p:nvSpPr>
              <p:spPr>
                <a:xfrm rot="-5400000">
                  <a:off x="6260587" y="1519573"/>
                  <a:ext cx="309086" cy="248530"/>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5"/>
                <p:cNvSpPr/>
                <p:nvPr/>
              </p:nvSpPr>
              <p:spPr>
                <a:xfrm rot="-5400000">
                  <a:off x="6266915" y="1822365"/>
                  <a:ext cx="296456" cy="248504"/>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75"/>
              <p:cNvGrpSpPr/>
              <p:nvPr/>
            </p:nvGrpSpPr>
            <p:grpSpPr>
              <a:xfrm>
                <a:off x="6238903" y="1193063"/>
                <a:ext cx="284966" cy="327512"/>
                <a:chOff x="6238903" y="1193063"/>
                <a:chExt cx="284966" cy="327512"/>
              </a:xfrm>
            </p:grpSpPr>
            <p:sp>
              <p:nvSpPr>
                <p:cNvPr id="8841" name="Google Shape;8841;p75"/>
                <p:cNvSpPr/>
                <p:nvPr/>
              </p:nvSpPr>
              <p:spPr>
                <a:xfrm>
                  <a:off x="6238903" y="1193063"/>
                  <a:ext cx="284966" cy="63652"/>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2" name="Google Shape;8842;p7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843" name="Google Shape;8843;p75"/>
            <p:cNvGrpSpPr/>
            <p:nvPr/>
          </p:nvGrpSpPr>
          <p:grpSpPr>
            <a:xfrm>
              <a:off x="5900602" y="1193063"/>
              <a:ext cx="444365" cy="1023338"/>
              <a:chOff x="5900602" y="1193063"/>
              <a:chExt cx="444365" cy="1023338"/>
            </a:xfrm>
          </p:grpSpPr>
          <p:grpSp>
            <p:nvGrpSpPr>
              <p:cNvPr id="8844" name="Google Shape;8844;p75"/>
              <p:cNvGrpSpPr/>
              <p:nvPr/>
            </p:nvGrpSpPr>
            <p:grpSpPr>
              <a:xfrm>
                <a:off x="6046501" y="1367757"/>
                <a:ext cx="298465" cy="848644"/>
                <a:chOff x="6046501" y="1367757"/>
                <a:chExt cx="298465" cy="848644"/>
              </a:xfrm>
            </p:grpSpPr>
            <p:sp>
              <p:nvSpPr>
                <p:cNvPr id="8845" name="Google Shape;8845;p75"/>
                <p:cNvSpPr/>
                <p:nvPr/>
              </p:nvSpPr>
              <p:spPr>
                <a:xfrm rot="-5400000">
                  <a:off x="5980413" y="1433845"/>
                  <a:ext cx="430641" cy="298465"/>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5"/>
                <p:cNvSpPr/>
                <p:nvPr/>
              </p:nvSpPr>
              <p:spPr>
                <a:xfrm rot="-5400000">
                  <a:off x="5986741" y="1858175"/>
                  <a:ext cx="418012" cy="298439"/>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75"/>
              <p:cNvGrpSpPr/>
              <p:nvPr/>
            </p:nvGrpSpPr>
            <p:grpSpPr>
              <a:xfrm>
                <a:off x="5900602" y="1193063"/>
                <a:ext cx="284966" cy="182312"/>
                <a:chOff x="5900602" y="1193063"/>
                <a:chExt cx="284966" cy="182312"/>
              </a:xfrm>
            </p:grpSpPr>
            <p:sp>
              <p:nvSpPr>
                <p:cNvPr id="8848" name="Google Shape;8848;p75"/>
                <p:cNvSpPr/>
                <p:nvPr/>
              </p:nvSpPr>
              <p:spPr>
                <a:xfrm>
                  <a:off x="5900602" y="1193063"/>
                  <a:ext cx="284966" cy="63652"/>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9" name="Google Shape;8849;p7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850" name="Google Shape;8850;p75"/>
          <p:cNvGrpSpPr/>
          <p:nvPr/>
        </p:nvGrpSpPr>
        <p:grpSpPr>
          <a:xfrm>
            <a:off x="7238484" y="1193208"/>
            <a:ext cx="1219413" cy="1051379"/>
            <a:chOff x="7287122" y="1165658"/>
            <a:chExt cx="1219413" cy="1051379"/>
          </a:xfrm>
        </p:grpSpPr>
        <p:grpSp>
          <p:nvGrpSpPr>
            <p:cNvPr id="8851" name="Google Shape;8851;p75"/>
            <p:cNvGrpSpPr/>
            <p:nvPr/>
          </p:nvGrpSpPr>
          <p:grpSpPr>
            <a:xfrm>
              <a:off x="7287162" y="1969723"/>
              <a:ext cx="1219372" cy="247314"/>
              <a:chOff x="7287162" y="1969723"/>
              <a:chExt cx="1219372" cy="247314"/>
            </a:xfrm>
          </p:grpSpPr>
          <p:sp>
            <p:nvSpPr>
              <p:cNvPr id="8852" name="Google Shape;8852;p75"/>
              <p:cNvSpPr/>
              <p:nvPr/>
            </p:nvSpPr>
            <p:spPr>
              <a:xfrm flipH="1">
                <a:off x="8366239" y="1969723"/>
                <a:ext cx="140295" cy="247314"/>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3" name="Google Shape;8853;p75"/>
              <p:cNvGrpSpPr/>
              <p:nvPr/>
            </p:nvGrpSpPr>
            <p:grpSpPr>
              <a:xfrm>
                <a:off x="7287162" y="2063892"/>
                <a:ext cx="1151713" cy="73432"/>
                <a:chOff x="7287162" y="2063892"/>
                <a:chExt cx="1151713" cy="73432"/>
              </a:xfrm>
            </p:grpSpPr>
            <p:sp>
              <p:nvSpPr>
                <p:cNvPr id="8854" name="Google Shape;8854;p75"/>
                <p:cNvSpPr/>
                <p:nvPr/>
              </p:nvSpPr>
              <p:spPr>
                <a:xfrm flipH="1">
                  <a:off x="7287162" y="2063892"/>
                  <a:ext cx="507062" cy="73432"/>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5" name="Google Shape;8855;p7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856" name="Google Shape;8856;p75"/>
            <p:cNvGrpSpPr/>
            <p:nvPr/>
          </p:nvGrpSpPr>
          <p:grpSpPr>
            <a:xfrm>
              <a:off x="7287122" y="1712201"/>
              <a:ext cx="1219403" cy="246780"/>
              <a:chOff x="7287122" y="1712201"/>
              <a:chExt cx="1219403" cy="246780"/>
            </a:xfrm>
          </p:grpSpPr>
          <p:sp>
            <p:nvSpPr>
              <p:cNvPr id="8857" name="Google Shape;8857;p75"/>
              <p:cNvSpPr/>
              <p:nvPr/>
            </p:nvSpPr>
            <p:spPr>
              <a:xfrm flipH="1">
                <a:off x="8226234" y="1712201"/>
                <a:ext cx="280291" cy="246780"/>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8" name="Google Shape;8858;p75"/>
              <p:cNvGrpSpPr/>
              <p:nvPr/>
            </p:nvGrpSpPr>
            <p:grpSpPr>
              <a:xfrm>
                <a:off x="7287122" y="1842861"/>
                <a:ext cx="1005303" cy="73419"/>
                <a:chOff x="7287122" y="1842861"/>
                <a:chExt cx="1005303" cy="73419"/>
              </a:xfrm>
            </p:grpSpPr>
            <p:sp>
              <p:nvSpPr>
                <p:cNvPr id="8859" name="Google Shape;8859;p7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60" name="Google Shape;8860;p7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861" name="Google Shape;8861;p75"/>
            <p:cNvGrpSpPr/>
            <p:nvPr/>
          </p:nvGrpSpPr>
          <p:grpSpPr>
            <a:xfrm>
              <a:off x="7287162" y="1447520"/>
              <a:ext cx="1219363" cy="286683"/>
              <a:chOff x="7287162" y="1447520"/>
              <a:chExt cx="1219363" cy="286683"/>
            </a:xfrm>
          </p:grpSpPr>
          <p:sp>
            <p:nvSpPr>
              <p:cNvPr id="8862" name="Google Shape;8862;p75"/>
              <p:cNvSpPr/>
              <p:nvPr/>
            </p:nvSpPr>
            <p:spPr>
              <a:xfrm flipH="1">
                <a:off x="8087641" y="1447520"/>
                <a:ext cx="418884" cy="286683"/>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3" name="Google Shape;8863;p75"/>
              <p:cNvGrpSpPr/>
              <p:nvPr/>
            </p:nvGrpSpPr>
            <p:grpSpPr>
              <a:xfrm>
                <a:off x="7287162" y="1581977"/>
                <a:ext cx="852763" cy="73432"/>
                <a:chOff x="7287162" y="1581977"/>
                <a:chExt cx="852763" cy="73432"/>
              </a:xfrm>
            </p:grpSpPr>
            <p:sp>
              <p:nvSpPr>
                <p:cNvPr id="8864" name="Google Shape;8864;p75"/>
                <p:cNvSpPr/>
                <p:nvPr/>
              </p:nvSpPr>
              <p:spPr>
                <a:xfrm flipH="1">
                  <a:off x="7287162" y="1581977"/>
                  <a:ext cx="507062" cy="73432"/>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65" name="Google Shape;8865;p7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866" name="Google Shape;8866;p75"/>
            <p:cNvGrpSpPr/>
            <p:nvPr/>
          </p:nvGrpSpPr>
          <p:grpSpPr>
            <a:xfrm>
              <a:off x="7287162" y="1165658"/>
              <a:ext cx="1219363" cy="344284"/>
              <a:chOff x="7287162" y="1165658"/>
              <a:chExt cx="1219363" cy="344284"/>
            </a:xfrm>
          </p:grpSpPr>
          <p:sp>
            <p:nvSpPr>
              <p:cNvPr id="8867" name="Google Shape;8867;p75"/>
              <p:cNvSpPr/>
              <p:nvPr/>
            </p:nvSpPr>
            <p:spPr>
              <a:xfrm flipH="1">
                <a:off x="7919504" y="1165658"/>
                <a:ext cx="587021" cy="344284"/>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8" name="Google Shape;8868;p75"/>
              <p:cNvGrpSpPr/>
              <p:nvPr/>
            </p:nvGrpSpPr>
            <p:grpSpPr>
              <a:xfrm>
                <a:off x="7287162" y="1341025"/>
                <a:ext cx="695663" cy="73423"/>
                <a:chOff x="7287162" y="1341025"/>
                <a:chExt cx="695663" cy="73423"/>
              </a:xfrm>
            </p:grpSpPr>
            <p:sp>
              <p:nvSpPr>
                <p:cNvPr id="8869" name="Google Shape;8869;p75"/>
                <p:cNvSpPr/>
                <p:nvPr/>
              </p:nvSpPr>
              <p:spPr>
                <a:xfrm flipH="1">
                  <a:off x="7287162" y="1341025"/>
                  <a:ext cx="507062" cy="73423"/>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0" name="Google Shape;8870;p7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74" name="Shape 8874"/>
        <p:cNvGrpSpPr/>
        <p:nvPr/>
      </p:nvGrpSpPr>
      <p:grpSpPr>
        <a:xfrm>
          <a:off x="0" y="0"/>
          <a:ext cx="0" cy="0"/>
          <a:chOff x="0" y="0"/>
          <a:chExt cx="0" cy="0"/>
        </a:xfrm>
      </p:grpSpPr>
      <p:sp>
        <p:nvSpPr>
          <p:cNvPr id="8875" name="Google Shape;8875;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876" name="Google Shape;8876;p7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877" name="Google Shape;8877;p76"/>
          <p:cNvGrpSpPr/>
          <p:nvPr/>
        </p:nvGrpSpPr>
        <p:grpSpPr>
          <a:xfrm>
            <a:off x="845855" y="2307733"/>
            <a:ext cx="340168" cy="298978"/>
            <a:chOff x="892750" y="267400"/>
            <a:chExt cx="483125" cy="424625"/>
          </a:xfrm>
        </p:grpSpPr>
        <p:sp>
          <p:nvSpPr>
            <p:cNvPr id="8878" name="Google Shape;8878;p76"/>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9" name="Google Shape;8879;p76"/>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0" name="Google Shape;8880;p76"/>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1" name="Google Shape;8881;p76"/>
          <p:cNvGrpSpPr/>
          <p:nvPr/>
        </p:nvGrpSpPr>
        <p:grpSpPr>
          <a:xfrm>
            <a:off x="1284289" y="2287121"/>
            <a:ext cx="298996" cy="340204"/>
            <a:chOff x="1516475" y="238075"/>
            <a:chExt cx="424650" cy="483175"/>
          </a:xfrm>
        </p:grpSpPr>
        <p:sp>
          <p:nvSpPr>
            <p:cNvPr id="8882" name="Google Shape;8882;p76"/>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3" name="Google Shape;8883;p76"/>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4" name="Google Shape;8884;p76"/>
          <p:cNvGrpSpPr/>
          <p:nvPr/>
        </p:nvGrpSpPr>
        <p:grpSpPr>
          <a:xfrm>
            <a:off x="1677380" y="2367520"/>
            <a:ext cx="341488" cy="179405"/>
            <a:chOff x="2080675" y="352325"/>
            <a:chExt cx="485000" cy="254800"/>
          </a:xfrm>
        </p:grpSpPr>
        <p:sp>
          <p:nvSpPr>
            <p:cNvPr id="8885" name="Google Shape;8885;p76"/>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6" name="Google Shape;8886;p76"/>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7" name="Google Shape;8887;p76"/>
          <p:cNvGrpSpPr/>
          <p:nvPr/>
        </p:nvGrpSpPr>
        <p:grpSpPr>
          <a:xfrm>
            <a:off x="2126559" y="2287138"/>
            <a:ext cx="298996" cy="340168"/>
            <a:chOff x="2705375" y="238125"/>
            <a:chExt cx="424650" cy="483125"/>
          </a:xfrm>
        </p:grpSpPr>
        <p:sp>
          <p:nvSpPr>
            <p:cNvPr id="8888" name="Google Shape;8888;p76"/>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9" name="Google Shape;8889;p76"/>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0" name="Google Shape;8890;p76"/>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1" name="Google Shape;8891;p76"/>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92" name="Google Shape;8892;p76"/>
          <p:cNvGrpSpPr/>
          <p:nvPr/>
        </p:nvGrpSpPr>
        <p:grpSpPr>
          <a:xfrm>
            <a:off x="2542700" y="2287455"/>
            <a:ext cx="301161" cy="339535"/>
            <a:chOff x="3299850" y="238575"/>
            <a:chExt cx="427725" cy="482225"/>
          </a:xfrm>
        </p:grpSpPr>
        <p:sp>
          <p:nvSpPr>
            <p:cNvPr id="8893" name="Google Shape;8893;p76"/>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4" name="Google Shape;8894;p76"/>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5" name="Google Shape;8895;p76"/>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6" name="Google Shape;8896;p76"/>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7" name="Google Shape;8897;p76"/>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98" name="Google Shape;8898;p76"/>
          <p:cNvGrpSpPr/>
          <p:nvPr/>
        </p:nvGrpSpPr>
        <p:grpSpPr>
          <a:xfrm>
            <a:off x="2929622" y="2287138"/>
            <a:ext cx="352455" cy="340168"/>
            <a:chOff x="3857225" y="238125"/>
            <a:chExt cx="500575" cy="483125"/>
          </a:xfrm>
        </p:grpSpPr>
        <p:sp>
          <p:nvSpPr>
            <p:cNvPr id="8899" name="Google Shape;8899;p76"/>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0" name="Google Shape;8900;p76"/>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1" name="Google Shape;8901;p76"/>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2" name="Google Shape;8902;p76"/>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3" name="Google Shape;8903;p76"/>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4" name="Google Shape;8904;p76"/>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5" name="Google Shape;8905;p76"/>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06" name="Google Shape;8906;p76"/>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07" name="Google Shape;8907;p76"/>
          <p:cNvGrpSpPr/>
          <p:nvPr/>
        </p:nvGrpSpPr>
        <p:grpSpPr>
          <a:xfrm>
            <a:off x="3776398" y="2287165"/>
            <a:ext cx="340186" cy="340116"/>
            <a:chOff x="5053900" y="238200"/>
            <a:chExt cx="483150" cy="483050"/>
          </a:xfrm>
        </p:grpSpPr>
        <p:sp>
          <p:nvSpPr>
            <p:cNvPr id="8908" name="Google Shape;8908;p76"/>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9" name="Google Shape;8909;p76"/>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0" name="Google Shape;8910;p76"/>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1" name="Google Shape;8911;p76"/>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12" name="Google Shape;8912;p76"/>
          <p:cNvGrpSpPr/>
          <p:nvPr/>
        </p:nvGrpSpPr>
        <p:grpSpPr>
          <a:xfrm>
            <a:off x="4190348" y="2287138"/>
            <a:ext cx="340168" cy="340168"/>
            <a:chOff x="5648375" y="238125"/>
            <a:chExt cx="483125" cy="483125"/>
          </a:xfrm>
        </p:grpSpPr>
        <p:sp>
          <p:nvSpPr>
            <p:cNvPr id="8913" name="Google Shape;8913;p76"/>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4" name="Google Shape;8914;p76"/>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5" name="Google Shape;8915;p76"/>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6" name="Google Shape;8916;p76"/>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7" name="Google Shape;8917;p76"/>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8" name="Google Shape;8918;p76"/>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9" name="Google Shape;8919;p76"/>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0" name="Google Shape;8920;p76"/>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1" name="Google Shape;8921;p76"/>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2" name="Google Shape;8922;p76"/>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3" name="Google Shape;8923;p76"/>
          <p:cNvGrpSpPr/>
          <p:nvPr/>
        </p:nvGrpSpPr>
        <p:grpSpPr>
          <a:xfrm>
            <a:off x="4607035" y="2287138"/>
            <a:ext cx="340168" cy="340168"/>
            <a:chOff x="6242825" y="238125"/>
            <a:chExt cx="483125" cy="483125"/>
          </a:xfrm>
        </p:grpSpPr>
        <p:sp>
          <p:nvSpPr>
            <p:cNvPr id="8924" name="Google Shape;8924;p76"/>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5" name="Google Shape;8925;p76"/>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6" name="Google Shape;8926;p76"/>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7" name="Google Shape;8927;p76"/>
          <p:cNvGrpSpPr/>
          <p:nvPr/>
        </p:nvGrpSpPr>
        <p:grpSpPr>
          <a:xfrm>
            <a:off x="844156" y="2727362"/>
            <a:ext cx="343566" cy="298943"/>
            <a:chOff x="889275" y="861850"/>
            <a:chExt cx="487950" cy="424575"/>
          </a:xfrm>
        </p:grpSpPr>
        <p:sp>
          <p:nvSpPr>
            <p:cNvPr id="8928" name="Google Shape;8928;p76"/>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9" name="Google Shape;8929;p76"/>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0" name="Google Shape;8930;p76"/>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1" name="Google Shape;8931;p76"/>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32" name="Google Shape;8932;p76"/>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3" name="Google Shape;8933;p76"/>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34" name="Google Shape;8934;p76"/>
          <p:cNvGrpSpPr/>
          <p:nvPr/>
        </p:nvGrpSpPr>
        <p:grpSpPr>
          <a:xfrm>
            <a:off x="2105973" y="2706749"/>
            <a:ext cx="340168" cy="340168"/>
            <a:chOff x="2676100" y="832575"/>
            <a:chExt cx="483125" cy="483125"/>
          </a:xfrm>
        </p:grpSpPr>
        <p:sp>
          <p:nvSpPr>
            <p:cNvPr id="8935" name="Google Shape;8935;p76"/>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6" name="Google Shape;8936;p76"/>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7" name="Google Shape;8937;p76"/>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8" name="Google Shape;8938;p76"/>
          <p:cNvGrpSpPr/>
          <p:nvPr/>
        </p:nvGrpSpPr>
        <p:grpSpPr>
          <a:xfrm>
            <a:off x="2517477" y="2706749"/>
            <a:ext cx="351610" cy="340168"/>
            <a:chOff x="3270550" y="832575"/>
            <a:chExt cx="499375" cy="483125"/>
          </a:xfrm>
        </p:grpSpPr>
        <p:sp>
          <p:nvSpPr>
            <p:cNvPr id="8939" name="Google Shape;8939;p76"/>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0" name="Google Shape;8940;p76"/>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1" name="Google Shape;8941;p76"/>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2" name="Google Shape;8942;p76"/>
          <p:cNvGrpSpPr/>
          <p:nvPr/>
        </p:nvGrpSpPr>
        <p:grpSpPr>
          <a:xfrm>
            <a:off x="2935756" y="2717381"/>
            <a:ext cx="340186" cy="318904"/>
            <a:chOff x="3865000" y="847675"/>
            <a:chExt cx="483150" cy="452925"/>
          </a:xfrm>
        </p:grpSpPr>
        <p:sp>
          <p:nvSpPr>
            <p:cNvPr id="8943" name="Google Shape;8943;p76"/>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4" name="Google Shape;8944;p76"/>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5" name="Google Shape;8945;p76"/>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6" name="Google Shape;8946;p76"/>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7" name="Google Shape;8947;p76"/>
          <p:cNvGrpSpPr/>
          <p:nvPr/>
        </p:nvGrpSpPr>
        <p:grpSpPr>
          <a:xfrm>
            <a:off x="3351439" y="2727300"/>
            <a:ext cx="344798" cy="299066"/>
            <a:chOff x="4452900" y="861750"/>
            <a:chExt cx="489700" cy="424750"/>
          </a:xfrm>
        </p:grpSpPr>
        <p:sp>
          <p:nvSpPr>
            <p:cNvPr id="8948" name="Google Shape;8948;p76"/>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9" name="Google Shape;8949;p76"/>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0" name="Google Shape;8950;p76"/>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1" name="Google Shape;8951;p76"/>
          <p:cNvGrpSpPr/>
          <p:nvPr/>
        </p:nvGrpSpPr>
        <p:grpSpPr>
          <a:xfrm>
            <a:off x="3768671" y="2706758"/>
            <a:ext cx="355641" cy="340151"/>
            <a:chOff x="5049750" y="832600"/>
            <a:chExt cx="505100" cy="483100"/>
          </a:xfrm>
        </p:grpSpPr>
        <p:sp>
          <p:nvSpPr>
            <p:cNvPr id="8952" name="Google Shape;8952;p76"/>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3" name="Google Shape;8953;p76"/>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54" name="Google Shape;8954;p76"/>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55" name="Google Shape;8955;p76"/>
          <p:cNvGrpSpPr/>
          <p:nvPr/>
        </p:nvGrpSpPr>
        <p:grpSpPr>
          <a:xfrm>
            <a:off x="4627621" y="2706749"/>
            <a:ext cx="298996" cy="340168"/>
            <a:chOff x="6272100" y="832575"/>
            <a:chExt cx="424650" cy="483125"/>
          </a:xfrm>
        </p:grpSpPr>
        <p:sp>
          <p:nvSpPr>
            <p:cNvPr id="8956" name="Google Shape;8956;p76"/>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7" name="Google Shape;8957;p76"/>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8" name="Google Shape;8958;p76"/>
          <p:cNvGrpSpPr/>
          <p:nvPr/>
        </p:nvGrpSpPr>
        <p:grpSpPr>
          <a:xfrm>
            <a:off x="845828" y="3125798"/>
            <a:ext cx="340221" cy="340186"/>
            <a:chOff x="893650" y="1428000"/>
            <a:chExt cx="483200" cy="483150"/>
          </a:xfrm>
        </p:grpSpPr>
        <p:sp>
          <p:nvSpPr>
            <p:cNvPr id="8959" name="Google Shape;8959;p76"/>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0" name="Google Shape;8960;p76"/>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1" name="Google Shape;8961;p76"/>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2" name="Google Shape;8962;p76"/>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63" name="Google Shape;8963;p76"/>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4" name="Google Shape;8964;p76"/>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65" name="Google Shape;8965;p76"/>
          <p:cNvGrpSpPr/>
          <p:nvPr/>
        </p:nvGrpSpPr>
        <p:grpSpPr>
          <a:xfrm>
            <a:off x="2099646" y="3146463"/>
            <a:ext cx="352825" cy="298855"/>
            <a:chOff x="2676100" y="1456375"/>
            <a:chExt cx="501100" cy="424450"/>
          </a:xfrm>
        </p:grpSpPr>
        <p:sp>
          <p:nvSpPr>
            <p:cNvPr id="8966" name="Google Shape;8966;p76"/>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7" name="Google Shape;8967;p76"/>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8" name="Google Shape;8968;p76"/>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9" name="Google Shape;8969;p76"/>
          <p:cNvGrpSpPr/>
          <p:nvPr/>
        </p:nvGrpSpPr>
        <p:grpSpPr>
          <a:xfrm>
            <a:off x="2523170" y="3125806"/>
            <a:ext cx="340221" cy="340168"/>
            <a:chOff x="3270475" y="1427025"/>
            <a:chExt cx="483200" cy="483125"/>
          </a:xfrm>
        </p:grpSpPr>
        <p:sp>
          <p:nvSpPr>
            <p:cNvPr id="8970" name="Google Shape;8970;p76"/>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1" name="Google Shape;8971;p76"/>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2" name="Google Shape;8972;p76"/>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3" name="Google Shape;8973;p76"/>
          <p:cNvGrpSpPr/>
          <p:nvPr/>
        </p:nvGrpSpPr>
        <p:grpSpPr>
          <a:xfrm>
            <a:off x="2934083" y="3125780"/>
            <a:ext cx="343530" cy="340221"/>
            <a:chOff x="3860250" y="1427025"/>
            <a:chExt cx="487900" cy="483200"/>
          </a:xfrm>
        </p:grpSpPr>
        <p:sp>
          <p:nvSpPr>
            <p:cNvPr id="8974" name="Google Shape;8974;p76"/>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5" name="Google Shape;8975;p76"/>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6" name="Google Shape;8976;p76"/>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77" name="Google Shape;8977;p76"/>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8" name="Google Shape;8978;p76"/>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79" name="Google Shape;8979;p76"/>
          <p:cNvGrpSpPr/>
          <p:nvPr/>
        </p:nvGrpSpPr>
        <p:grpSpPr>
          <a:xfrm>
            <a:off x="4190322" y="3125806"/>
            <a:ext cx="340221" cy="340168"/>
            <a:chOff x="5648375" y="1427025"/>
            <a:chExt cx="483200" cy="483125"/>
          </a:xfrm>
        </p:grpSpPr>
        <p:sp>
          <p:nvSpPr>
            <p:cNvPr id="8980" name="Google Shape;8980;p76"/>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1" name="Google Shape;8981;p76"/>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2" name="Google Shape;8982;p76"/>
          <p:cNvGrpSpPr/>
          <p:nvPr/>
        </p:nvGrpSpPr>
        <p:grpSpPr>
          <a:xfrm>
            <a:off x="4604808" y="3125789"/>
            <a:ext cx="344622" cy="340204"/>
            <a:chOff x="6238300" y="1426975"/>
            <a:chExt cx="489450" cy="483175"/>
          </a:xfrm>
        </p:grpSpPr>
        <p:sp>
          <p:nvSpPr>
            <p:cNvPr id="8983" name="Google Shape;8983;p76"/>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4" name="Google Shape;8984;p76"/>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5" name="Google Shape;8985;p76"/>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86" name="Google Shape;8986;p76"/>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87" name="Google Shape;8987;p76"/>
          <p:cNvGrpSpPr/>
          <p:nvPr/>
        </p:nvGrpSpPr>
        <p:grpSpPr>
          <a:xfrm>
            <a:off x="1263703" y="3544794"/>
            <a:ext cx="340168" cy="340186"/>
            <a:chOff x="1487200" y="2021475"/>
            <a:chExt cx="483125" cy="483150"/>
          </a:xfrm>
        </p:grpSpPr>
        <p:sp>
          <p:nvSpPr>
            <p:cNvPr id="8988" name="Google Shape;8988;p76"/>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9" name="Google Shape;8989;p76"/>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0" name="Google Shape;8990;p76"/>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1" name="Google Shape;8991;p76"/>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2" name="Google Shape;8992;p76"/>
          <p:cNvGrpSpPr/>
          <p:nvPr/>
        </p:nvGrpSpPr>
        <p:grpSpPr>
          <a:xfrm>
            <a:off x="1678040" y="3565398"/>
            <a:ext cx="340168" cy="298978"/>
            <a:chOff x="2081650" y="2050750"/>
            <a:chExt cx="483125" cy="424625"/>
          </a:xfrm>
        </p:grpSpPr>
        <p:sp>
          <p:nvSpPr>
            <p:cNvPr id="8993" name="Google Shape;8993;p76"/>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4" name="Google Shape;8994;p76"/>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5" name="Google Shape;8995;p76"/>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6" name="Google Shape;8996;p76"/>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7" name="Google Shape;8997;p76"/>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8" name="Google Shape;8998;p76"/>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9" name="Google Shape;8999;p76"/>
          <p:cNvGrpSpPr/>
          <p:nvPr/>
        </p:nvGrpSpPr>
        <p:grpSpPr>
          <a:xfrm>
            <a:off x="2105973" y="3588721"/>
            <a:ext cx="340168" cy="252332"/>
            <a:chOff x="2676100" y="2083800"/>
            <a:chExt cx="483125" cy="358375"/>
          </a:xfrm>
        </p:grpSpPr>
        <p:sp>
          <p:nvSpPr>
            <p:cNvPr id="9000" name="Google Shape;9000;p76"/>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1" name="Google Shape;9001;p76"/>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2" name="Google Shape;9002;p76"/>
          <p:cNvGrpSpPr/>
          <p:nvPr/>
        </p:nvGrpSpPr>
        <p:grpSpPr>
          <a:xfrm>
            <a:off x="2531487" y="3554766"/>
            <a:ext cx="323587" cy="320242"/>
            <a:chOff x="3282325" y="2035675"/>
            <a:chExt cx="459575" cy="454825"/>
          </a:xfrm>
        </p:grpSpPr>
        <p:sp>
          <p:nvSpPr>
            <p:cNvPr id="9003" name="Google Shape;9003;p76"/>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4" name="Google Shape;9004;p76"/>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5" name="Google Shape;9005;p76"/>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6" name="Google Shape;9006;p76"/>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07" name="Google Shape;9007;p76"/>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8" name="Google Shape;9008;p76"/>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09" name="Google Shape;9009;p76"/>
          <p:cNvGrpSpPr/>
          <p:nvPr/>
        </p:nvGrpSpPr>
        <p:grpSpPr>
          <a:xfrm>
            <a:off x="3776187" y="3544803"/>
            <a:ext cx="340608" cy="340168"/>
            <a:chOff x="5053900" y="2021500"/>
            <a:chExt cx="483750" cy="483125"/>
          </a:xfrm>
        </p:grpSpPr>
        <p:sp>
          <p:nvSpPr>
            <p:cNvPr id="9010" name="Google Shape;9010;p76"/>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1" name="Google Shape;9011;p76"/>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2" name="Google Shape;9012;p76"/>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3" name="Google Shape;9013;p76"/>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4" name="Google Shape;9014;p76"/>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5" name="Google Shape;9015;p76"/>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6" name="Google Shape;9016;p76"/>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7" name="Google Shape;9017;p76"/>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18" name="Google Shape;9018;p76"/>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19" name="Google Shape;9019;p76"/>
          <p:cNvGrpSpPr/>
          <p:nvPr/>
        </p:nvGrpSpPr>
        <p:grpSpPr>
          <a:xfrm>
            <a:off x="4601286" y="3547971"/>
            <a:ext cx="351663" cy="333831"/>
            <a:chOff x="6222125" y="2025975"/>
            <a:chExt cx="499450" cy="474125"/>
          </a:xfrm>
        </p:grpSpPr>
        <p:sp>
          <p:nvSpPr>
            <p:cNvPr id="9020" name="Google Shape;9020;p76"/>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1" name="Google Shape;9021;p76"/>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2" name="Google Shape;9022;p76"/>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3" name="Google Shape;9023;p76"/>
          <p:cNvGrpSpPr/>
          <p:nvPr/>
        </p:nvGrpSpPr>
        <p:grpSpPr>
          <a:xfrm>
            <a:off x="5058848" y="2364541"/>
            <a:ext cx="335504" cy="185953"/>
            <a:chOff x="896050" y="2725450"/>
            <a:chExt cx="476500" cy="264100"/>
          </a:xfrm>
        </p:grpSpPr>
        <p:sp>
          <p:nvSpPr>
            <p:cNvPr id="9024" name="Google Shape;9024;p76"/>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5" name="Google Shape;9025;p76"/>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6" name="Google Shape;9026;p76"/>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7" name="Google Shape;9027;p76"/>
          <p:cNvGrpSpPr/>
          <p:nvPr/>
        </p:nvGrpSpPr>
        <p:grpSpPr>
          <a:xfrm>
            <a:off x="5489588" y="2287425"/>
            <a:ext cx="340168" cy="340186"/>
            <a:chOff x="1487200" y="2615925"/>
            <a:chExt cx="483125" cy="483150"/>
          </a:xfrm>
        </p:grpSpPr>
        <p:sp>
          <p:nvSpPr>
            <p:cNvPr id="9028" name="Google Shape;9028;p76"/>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9" name="Google Shape;9029;p76"/>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0" name="Google Shape;9030;p76"/>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1" name="Google Shape;9031;p76"/>
          <p:cNvGrpSpPr/>
          <p:nvPr/>
        </p:nvGrpSpPr>
        <p:grpSpPr>
          <a:xfrm>
            <a:off x="5889537" y="2287425"/>
            <a:ext cx="353564" cy="340186"/>
            <a:chOff x="2077575" y="2615925"/>
            <a:chExt cx="502150" cy="483150"/>
          </a:xfrm>
        </p:grpSpPr>
        <p:sp>
          <p:nvSpPr>
            <p:cNvPr id="9032" name="Google Shape;9032;p76"/>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3" name="Google Shape;9033;p76"/>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4" name="Google Shape;9034;p76"/>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5" name="Google Shape;9035;p76"/>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6" name="Google Shape;9036;p76"/>
          <p:cNvGrpSpPr/>
          <p:nvPr/>
        </p:nvGrpSpPr>
        <p:grpSpPr>
          <a:xfrm>
            <a:off x="6313326" y="2303452"/>
            <a:ext cx="334536" cy="308132"/>
            <a:chOff x="2680100" y="2638725"/>
            <a:chExt cx="475125" cy="437625"/>
          </a:xfrm>
        </p:grpSpPr>
        <p:sp>
          <p:nvSpPr>
            <p:cNvPr id="9037" name="Google Shape;9037;p76"/>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8" name="Google Shape;9038;p76"/>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9" name="Google Shape;9039;p76"/>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0" name="Google Shape;9040;p76"/>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1" name="Google Shape;9041;p76"/>
          <p:cNvGrpSpPr/>
          <p:nvPr/>
        </p:nvGrpSpPr>
        <p:grpSpPr>
          <a:xfrm>
            <a:off x="6778965" y="2287425"/>
            <a:ext cx="239183" cy="340186"/>
            <a:chOff x="3342275" y="2615925"/>
            <a:chExt cx="339700" cy="483150"/>
          </a:xfrm>
        </p:grpSpPr>
        <p:sp>
          <p:nvSpPr>
            <p:cNvPr id="9042" name="Google Shape;9042;p76"/>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3" name="Google Shape;9043;p76"/>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44" name="Google Shape;9044;p76"/>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5" name="Google Shape;9045;p76"/>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6" name="Google Shape;9046;p76"/>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47" name="Google Shape;9047;p76"/>
          <p:cNvGrpSpPr/>
          <p:nvPr/>
        </p:nvGrpSpPr>
        <p:grpSpPr>
          <a:xfrm>
            <a:off x="6415846" y="3956426"/>
            <a:ext cx="339482" cy="339271"/>
            <a:chOff x="5648900" y="2616600"/>
            <a:chExt cx="482150" cy="481850"/>
          </a:xfrm>
        </p:grpSpPr>
        <p:sp>
          <p:nvSpPr>
            <p:cNvPr id="9048" name="Google Shape;9048;p76"/>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9" name="Google Shape;9049;p76"/>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0" name="Google Shape;9050;p76"/>
          <p:cNvGrpSpPr/>
          <p:nvPr/>
        </p:nvGrpSpPr>
        <p:grpSpPr>
          <a:xfrm>
            <a:off x="4735130" y="3963142"/>
            <a:ext cx="325626" cy="325694"/>
            <a:chOff x="6242825" y="2615925"/>
            <a:chExt cx="483125" cy="483225"/>
          </a:xfrm>
        </p:grpSpPr>
        <p:sp>
          <p:nvSpPr>
            <p:cNvPr id="9051" name="Google Shape;9051;p76"/>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2" name="Google Shape;9052;p76"/>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3" name="Google Shape;9053;p76"/>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4" name="Google Shape;9054;p76"/>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5" name="Google Shape;9055;p76"/>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56" name="Google Shape;9056;p76"/>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57" name="Google Shape;9057;p76"/>
          <p:cNvGrpSpPr/>
          <p:nvPr/>
        </p:nvGrpSpPr>
        <p:grpSpPr>
          <a:xfrm>
            <a:off x="5488629" y="2707036"/>
            <a:ext cx="342087" cy="340186"/>
            <a:chOff x="1487200" y="3210375"/>
            <a:chExt cx="485850" cy="483150"/>
          </a:xfrm>
        </p:grpSpPr>
        <p:sp>
          <p:nvSpPr>
            <p:cNvPr id="9058" name="Google Shape;9058;p76"/>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9" name="Google Shape;9059;p76"/>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0" name="Google Shape;9060;p76"/>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61" name="Google Shape;9061;p76"/>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2" name="Google Shape;9062;p76"/>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63" name="Google Shape;9063;p76"/>
          <p:cNvGrpSpPr/>
          <p:nvPr/>
        </p:nvGrpSpPr>
        <p:grpSpPr>
          <a:xfrm>
            <a:off x="6727988" y="2707027"/>
            <a:ext cx="341136" cy="340204"/>
            <a:chOff x="3269875" y="3210400"/>
            <a:chExt cx="484500" cy="483175"/>
          </a:xfrm>
        </p:grpSpPr>
        <p:sp>
          <p:nvSpPr>
            <p:cNvPr id="9064" name="Google Shape;9064;p76"/>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5" name="Google Shape;9065;p76"/>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6" name="Google Shape;9066;p76"/>
          <p:cNvGrpSpPr/>
          <p:nvPr/>
        </p:nvGrpSpPr>
        <p:grpSpPr>
          <a:xfrm>
            <a:off x="7227082" y="2706666"/>
            <a:ext cx="170216" cy="340925"/>
            <a:chOff x="3985700" y="3210375"/>
            <a:chExt cx="241750" cy="484200"/>
          </a:xfrm>
        </p:grpSpPr>
        <p:sp>
          <p:nvSpPr>
            <p:cNvPr id="9067" name="Google Shape;9067;p76"/>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8" name="Google Shape;9068;p76"/>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9" name="Google Shape;9069;p76"/>
          <p:cNvGrpSpPr/>
          <p:nvPr/>
        </p:nvGrpSpPr>
        <p:grpSpPr>
          <a:xfrm>
            <a:off x="7566351" y="2707678"/>
            <a:ext cx="339007" cy="338901"/>
            <a:chOff x="4460225" y="3211300"/>
            <a:chExt cx="481475" cy="481325"/>
          </a:xfrm>
        </p:grpSpPr>
        <p:sp>
          <p:nvSpPr>
            <p:cNvPr id="9070" name="Google Shape;9070;p76"/>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1" name="Google Shape;9071;p76"/>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72" name="Google Shape;9072;p76"/>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73" name="Google Shape;9073;p76"/>
          <p:cNvGrpSpPr/>
          <p:nvPr/>
        </p:nvGrpSpPr>
        <p:grpSpPr>
          <a:xfrm>
            <a:off x="6859688" y="3985756"/>
            <a:ext cx="342034" cy="280654"/>
            <a:chOff x="5647000" y="3252650"/>
            <a:chExt cx="485775" cy="398600"/>
          </a:xfrm>
        </p:grpSpPr>
        <p:sp>
          <p:nvSpPr>
            <p:cNvPr id="9074" name="Google Shape;9074;p76"/>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5" name="Google Shape;9075;p76"/>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6" name="Google Shape;9076;p76"/>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7" name="Google Shape;9077;p76"/>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8" name="Google Shape;9078;p76"/>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9" name="Google Shape;9079;p76"/>
          <p:cNvGrpSpPr/>
          <p:nvPr/>
        </p:nvGrpSpPr>
        <p:grpSpPr>
          <a:xfrm>
            <a:off x="5165128" y="3991768"/>
            <a:ext cx="326536" cy="268454"/>
            <a:chOff x="6242450" y="3252800"/>
            <a:chExt cx="484475" cy="398300"/>
          </a:xfrm>
        </p:grpSpPr>
        <p:sp>
          <p:nvSpPr>
            <p:cNvPr id="9080" name="Google Shape;9080;p76"/>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1" name="Google Shape;9081;p76"/>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2" name="Google Shape;9082;p76"/>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3" name="Google Shape;9083;p76"/>
          <p:cNvGrpSpPr/>
          <p:nvPr/>
        </p:nvGrpSpPr>
        <p:grpSpPr>
          <a:xfrm>
            <a:off x="5077111" y="3126102"/>
            <a:ext cx="298978" cy="340168"/>
            <a:chOff x="922025" y="3804850"/>
            <a:chExt cx="424625" cy="483125"/>
          </a:xfrm>
        </p:grpSpPr>
        <p:sp>
          <p:nvSpPr>
            <p:cNvPr id="9084" name="Google Shape;9084;p76"/>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5" name="Google Shape;9085;p76"/>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86" name="Google Shape;9086;p76"/>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87" name="Google Shape;9087;p76"/>
          <p:cNvGrpSpPr/>
          <p:nvPr/>
        </p:nvGrpSpPr>
        <p:grpSpPr>
          <a:xfrm>
            <a:off x="5909841" y="3126102"/>
            <a:ext cx="312955" cy="340168"/>
            <a:chOff x="2100300" y="3804850"/>
            <a:chExt cx="444475" cy="483125"/>
          </a:xfrm>
        </p:grpSpPr>
        <p:sp>
          <p:nvSpPr>
            <p:cNvPr id="9088" name="Google Shape;9088;p76"/>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9" name="Google Shape;9089;p76"/>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0" name="Google Shape;9090;p76"/>
          <p:cNvGrpSpPr/>
          <p:nvPr/>
        </p:nvGrpSpPr>
        <p:grpSpPr>
          <a:xfrm>
            <a:off x="6333463" y="3126102"/>
            <a:ext cx="294261" cy="340168"/>
            <a:chOff x="2708700" y="3804850"/>
            <a:chExt cx="417925" cy="483125"/>
          </a:xfrm>
        </p:grpSpPr>
        <p:sp>
          <p:nvSpPr>
            <p:cNvPr id="9091" name="Google Shape;9091;p76"/>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2" name="Google Shape;9092;p76"/>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3" name="Google Shape;9093;p76"/>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4" name="Google Shape;9094;p76"/>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95" name="Google Shape;9095;p76"/>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6" name="Google Shape;9096;p76"/>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97" name="Google Shape;9097;p76"/>
          <p:cNvGrpSpPr/>
          <p:nvPr/>
        </p:nvGrpSpPr>
        <p:grpSpPr>
          <a:xfrm>
            <a:off x="7570338" y="3127378"/>
            <a:ext cx="331033" cy="337616"/>
            <a:chOff x="4467450" y="3808475"/>
            <a:chExt cx="470150" cy="479500"/>
          </a:xfrm>
        </p:grpSpPr>
        <p:sp>
          <p:nvSpPr>
            <p:cNvPr id="9098" name="Google Shape;9098;p76"/>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9" name="Google Shape;9099;p76"/>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0" name="Google Shape;9100;p76"/>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1" name="Google Shape;9101;p76"/>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02" name="Google Shape;9102;p76"/>
          <p:cNvGrpSpPr/>
          <p:nvPr/>
        </p:nvGrpSpPr>
        <p:grpSpPr>
          <a:xfrm>
            <a:off x="7990685" y="3126102"/>
            <a:ext cx="340186" cy="340168"/>
            <a:chOff x="5053900" y="3804850"/>
            <a:chExt cx="483150" cy="483125"/>
          </a:xfrm>
        </p:grpSpPr>
        <p:sp>
          <p:nvSpPr>
            <p:cNvPr id="9103" name="Google Shape;9103;p76"/>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4" name="Google Shape;9104;p76"/>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5" name="Google Shape;9105;p76"/>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6" name="Google Shape;9106;p76"/>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07" name="Google Shape;9107;p76"/>
          <p:cNvGrpSpPr/>
          <p:nvPr/>
        </p:nvGrpSpPr>
        <p:grpSpPr>
          <a:xfrm>
            <a:off x="7306081" y="3956021"/>
            <a:ext cx="340168" cy="340168"/>
            <a:chOff x="5648375" y="3804850"/>
            <a:chExt cx="483125" cy="483125"/>
          </a:xfrm>
        </p:grpSpPr>
        <p:sp>
          <p:nvSpPr>
            <p:cNvPr id="9108" name="Google Shape;9108;p76"/>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9" name="Google Shape;9109;p76"/>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0" name="Google Shape;9110;p76"/>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1" name="Google Shape;9111;p76"/>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12" name="Google Shape;9112;p76"/>
          <p:cNvGrpSpPr/>
          <p:nvPr/>
        </p:nvGrpSpPr>
        <p:grpSpPr>
          <a:xfrm>
            <a:off x="5596036" y="3968278"/>
            <a:ext cx="280923" cy="315449"/>
            <a:chOff x="6276025" y="3812400"/>
            <a:chExt cx="416800" cy="468025"/>
          </a:xfrm>
        </p:grpSpPr>
        <p:sp>
          <p:nvSpPr>
            <p:cNvPr id="9113" name="Google Shape;9113;p76"/>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4" name="Google Shape;9114;p76"/>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5" name="Google Shape;9115;p76"/>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6" name="Google Shape;9116;p76"/>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17" name="Google Shape;9117;p76"/>
          <p:cNvGrpSpPr/>
          <p:nvPr/>
        </p:nvGrpSpPr>
        <p:grpSpPr>
          <a:xfrm>
            <a:off x="5055293" y="3545089"/>
            <a:ext cx="342615" cy="340186"/>
            <a:chOff x="890400" y="4399350"/>
            <a:chExt cx="486600" cy="483150"/>
          </a:xfrm>
        </p:grpSpPr>
        <p:sp>
          <p:nvSpPr>
            <p:cNvPr id="9118" name="Google Shape;9118;p76"/>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9" name="Google Shape;9119;p76"/>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0" name="Google Shape;9120;p76"/>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21" name="Google Shape;9121;p76"/>
          <p:cNvGrpSpPr/>
          <p:nvPr/>
        </p:nvGrpSpPr>
        <p:grpSpPr>
          <a:xfrm>
            <a:off x="5489588" y="3560368"/>
            <a:ext cx="340168" cy="309628"/>
            <a:chOff x="1487200" y="4421025"/>
            <a:chExt cx="483125" cy="439750"/>
          </a:xfrm>
        </p:grpSpPr>
        <p:sp>
          <p:nvSpPr>
            <p:cNvPr id="9122" name="Google Shape;9122;p76"/>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3" name="Google Shape;9123;p76"/>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4" name="Google Shape;9124;p76"/>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5" name="Google Shape;9125;p76"/>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26" name="Google Shape;9126;p76"/>
          <p:cNvGrpSpPr/>
          <p:nvPr/>
        </p:nvGrpSpPr>
        <p:grpSpPr>
          <a:xfrm>
            <a:off x="5893867" y="3545107"/>
            <a:ext cx="344903" cy="340151"/>
            <a:chOff x="2079300" y="4399325"/>
            <a:chExt cx="489850" cy="483100"/>
          </a:xfrm>
        </p:grpSpPr>
        <p:sp>
          <p:nvSpPr>
            <p:cNvPr id="9127" name="Google Shape;9127;p76"/>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8" name="Google Shape;9128;p76"/>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29" name="Google Shape;9129;p76"/>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30" name="Google Shape;9130;p76"/>
          <p:cNvGrpSpPr/>
          <p:nvPr/>
        </p:nvGrpSpPr>
        <p:grpSpPr>
          <a:xfrm>
            <a:off x="6760439" y="3545107"/>
            <a:ext cx="276236" cy="340151"/>
            <a:chOff x="3316000" y="4399325"/>
            <a:chExt cx="392325" cy="483100"/>
          </a:xfrm>
        </p:grpSpPr>
        <p:sp>
          <p:nvSpPr>
            <p:cNvPr id="9131" name="Google Shape;9131;p76"/>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2" name="Google Shape;9132;p76"/>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33" name="Google Shape;9133;p76"/>
          <p:cNvGrpSpPr/>
          <p:nvPr/>
        </p:nvGrpSpPr>
        <p:grpSpPr>
          <a:xfrm>
            <a:off x="7185179" y="3545089"/>
            <a:ext cx="254022" cy="340186"/>
            <a:chOff x="3926225" y="4399275"/>
            <a:chExt cx="360775" cy="483150"/>
          </a:xfrm>
        </p:grpSpPr>
        <p:sp>
          <p:nvSpPr>
            <p:cNvPr id="9134" name="Google Shape;9134;p76"/>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5" name="Google Shape;9135;p76"/>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36" name="Google Shape;9136;p76"/>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37" name="Google Shape;9137;p76"/>
          <p:cNvGrpSpPr/>
          <p:nvPr/>
        </p:nvGrpSpPr>
        <p:grpSpPr>
          <a:xfrm>
            <a:off x="7990738" y="3545151"/>
            <a:ext cx="340080" cy="340063"/>
            <a:chOff x="5053975" y="4399375"/>
            <a:chExt cx="483000" cy="482975"/>
          </a:xfrm>
        </p:grpSpPr>
        <p:sp>
          <p:nvSpPr>
            <p:cNvPr id="9138" name="Google Shape;9138;p76"/>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9" name="Google Shape;9139;p76"/>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0" name="Google Shape;9140;p76"/>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41" name="Google Shape;9141;p76"/>
          <p:cNvGrpSpPr/>
          <p:nvPr/>
        </p:nvGrpSpPr>
        <p:grpSpPr>
          <a:xfrm>
            <a:off x="7750609" y="3956042"/>
            <a:ext cx="340168" cy="340168"/>
            <a:chOff x="5648375" y="4399300"/>
            <a:chExt cx="483125" cy="483125"/>
          </a:xfrm>
        </p:grpSpPr>
        <p:sp>
          <p:nvSpPr>
            <p:cNvPr id="9142" name="Google Shape;9142;p76"/>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3" name="Google Shape;9143;p76"/>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44" name="Google Shape;9144;p76"/>
          <p:cNvGrpSpPr/>
          <p:nvPr/>
        </p:nvGrpSpPr>
        <p:grpSpPr>
          <a:xfrm>
            <a:off x="5981331" y="3974637"/>
            <a:ext cx="330007" cy="302744"/>
            <a:chOff x="6239575" y="4416275"/>
            <a:chExt cx="489625" cy="449175"/>
          </a:xfrm>
        </p:grpSpPr>
        <p:sp>
          <p:nvSpPr>
            <p:cNvPr id="9145" name="Google Shape;9145;p76"/>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6" name="Google Shape;9146;p76"/>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7" name="Google Shape;9147;p76"/>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48" name="Google Shape;9148;p76"/>
          <p:cNvGrpSpPr/>
          <p:nvPr/>
        </p:nvGrpSpPr>
        <p:grpSpPr>
          <a:xfrm>
            <a:off x="3084610" y="3971815"/>
            <a:ext cx="308234" cy="308234"/>
            <a:chOff x="892750" y="4993750"/>
            <a:chExt cx="483125" cy="483125"/>
          </a:xfrm>
        </p:grpSpPr>
        <p:sp>
          <p:nvSpPr>
            <p:cNvPr id="9149" name="Google Shape;9149;p76"/>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0" name="Google Shape;9150;p76"/>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1" name="Google Shape;9151;p76"/>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2" name="Google Shape;9152;p76"/>
          <p:cNvGrpSpPr/>
          <p:nvPr/>
        </p:nvGrpSpPr>
        <p:grpSpPr>
          <a:xfrm>
            <a:off x="3497219" y="3971815"/>
            <a:ext cx="308234" cy="308234"/>
            <a:chOff x="1487200" y="4993750"/>
            <a:chExt cx="483125" cy="483125"/>
          </a:xfrm>
        </p:grpSpPr>
        <p:sp>
          <p:nvSpPr>
            <p:cNvPr id="9153" name="Google Shape;9153;p76"/>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4" name="Google Shape;9154;p76"/>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5" name="Google Shape;9155;p76"/>
          <p:cNvGrpSpPr/>
          <p:nvPr/>
        </p:nvGrpSpPr>
        <p:grpSpPr>
          <a:xfrm>
            <a:off x="3909829" y="3971815"/>
            <a:ext cx="308234" cy="308234"/>
            <a:chOff x="2081650" y="4993750"/>
            <a:chExt cx="483125" cy="483125"/>
          </a:xfrm>
        </p:grpSpPr>
        <p:sp>
          <p:nvSpPr>
            <p:cNvPr id="9156" name="Google Shape;9156;p76"/>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7" name="Google Shape;9157;p76"/>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8" name="Google Shape;9158;p76"/>
          <p:cNvGrpSpPr/>
          <p:nvPr/>
        </p:nvGrpSpPr>
        <p:grpSpPr>
          <a:xfrm>
            <a:off x="1491328" y="3979188"/>
            <a:ext cx="293982" cy="293982"/>
            <a:chOff x="2676100" y="4993750"/>
            <a:chExt cx="483125" cy="483125"/>
          </a:xfrm>
        </p:grpSpPr>
        <p:sp>
          <p:nvSpPr>
            <p:cNvPr id="9159" name="Google Shape;9159;p76"/>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0" name="Google Shape;9160;p76"/>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1" name="Google Shape;9161;p76"/>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62" name="Google Shape;9162;p76"/>
          <p:cNvGrpSpPr/>
          <p:nvPr/>
        </p:nvGrpSpPr>
        <p:grpSpPr>
          <a:xfrm>
            <a:off x="4322435" y="3971815"/>
            <a:ext cx="308234" cy="308234"/>
            <a:chOff x="3270550" y="4993750"/>
            <a:chExt cx="483125" cy="483125"/>
          </a:xfrm>
        </p:grpSpPr>
        <p:sp>
          <p:nvSpPr>
            <p:cNvPr id="9163" name="Google Shape;9163;p76"/>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4" name="Google Shape;9164;p76"/>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5" name="Google Shape;9165;p76"/>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66" name="Google Shape;9166;p76"/>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67" name="Google Shape;9167;p76"/>
          <p:cNvGrpSpPr/>
          <p:nvPr/>
        </p:nvGrpSpPr>
        <p:grpSpPr>
          <a:xfrm>
            <a:off x="2288093" y="3979142"/>
            <a:ext cx="293997" cy="294073"/>
            <a:chOff x="4459450" y="4993700"/>
            <a:chExt cx="483150" cy="483275"/>
          </a:xfrm>
        </p:grpSpPr>
        <p:sp>
          <p:nvSpPr>
            <p:cNvPr id="9168" name="Google Shape;9168;p76"/>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9" name="Google Shape;9169;p76"/>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70" name="Google Shape;9170;p76"/>
          <p:cNvGrpSpPr/>
          <p:nvPr/>
        </p:nvGrpSpPr>
        <p:grpSpPr>
          <a:xfrm>
            <a:off x="2686471" y="3979142"/>
            <a:ext cx="293997" cy="294073"/>
            <a:chOff x="5053900" y="4993700"/>
            <a:chExt cx="483150" cy="483275"/>
          </a:xfrm>
        </p:grpSpPr>
        <p:sp>
          <p:nvSpPr>
            <p:cNvPr id="9171" name="Google Shape;9171;p76"/>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2" name="Google Shape;9172;p76"/>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76" name="Shape 9176"/>
        <p:cNvGrpSpPr/>
        <p:nvPr/>
      </p:nvGrpSpPr>
      <p:grpSpPr>
        <a:xfrm>
          <a:off x="0" y="0"/>
          <a:ext cx="0" cy="0"/>
          <a:chOff x="0" y="0"/>
          <a:chExt cx="0" cy="0"/>
        </a:xfrm>
      </p:grpSpPr>
      <p:sp>
        <p:nvSpPr>
          <p:cNvPr id="9177" name="Google Shape;9177;p77"/>
          <p:cNvSpPr/>
          <p:nvPr/>
        </p:nvSpPr>
        <p:spPr>
          <a:xfrm>
            <a:off x="844100" y="1534006"/>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7"/>
          <p:cNvSpPr/>
          <p:nvPr/>
        </p:nvSpPr>
        <p:spPr>
          <a:xfrm>
            <a:off x="844104" y="199861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7"/>
          <p:cNvSpPr/>
          <p:nvPr/>
        </p:nvSpPr>
        <p:spPr>
          <a:xfrm>
            <a:off x="852434" y="2428395"/>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0" name="Google Shape;9180;p77"/>
          <p:cNvGrpSpPr/>
          <p:nvPr/>
        </p:nvGrpSpPr>
        <p:grpSpPr>
          <a:xfrm>
            <a:off x="2987728" y="1561903"/>
            <a:ext cx="371882" cy="373766"/>
            <a:chOff x="-41270450" y="1973375"/>
            <a:chExt cx="315850" cy="317450"/>
          </a:xfrm>
        </p:grpSpPr>
        <p:sp>
          <p:nvSpPr>
            <p:cNvPr id="9181" name="Google Shape;9181;p77"/>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7"/>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7"/>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7"/>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5" name="Google Shape;9185;p77"/>
          <p:cNvGrpSpPr/>
          <p:nvPr/>
        </p:nvGrpSpPr>
        <p:grpSpPr>
          <a:xfrm>
            <a:off x="3005407" y="2008859"/>
            <a:ext cx="395871" cy="372088"/>
            <a:chOff x="-41291625" y="2339025"/>
            <a:chExt cx="336225" cy="316025"/>
          </a:xfrm>
        </p:grpSpPr>
        <p:sp>
          <p:nvSpPr>
            <p:cNvPr id="9186" name="Google Shape;9186;p77"/>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7"/>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8" name="Google Shape;9188;p77"/>
          <p:cNvSpPr/>
          <p:nvPr/>
        </p:nvSpPr>
        <p:spPr>
          <a:xfrm>
            <a:off x="2982027" y="2195874"/>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7"/>
          <p:cNvSpPr/>
          <p:nvPr/>
        </p:nvSpPr>
        <p:spPr>
          <a:xfrm>
            <a:off x="3016426" y="244114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7"/>
          <p:cNvSpPr/>
          <p:nvPr/>
        </p:nvSpPr>
        <p:spPr>
          <a:xfrm>
            <a:off x="1807487" y="2877846"/>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7"/>
          <p:cNvSpPr/>
          <p:nvPr/>
        </p:nvSpPr>
        <p:spPr>
          <a:xfrm>
            <a:off x="1759274" y="3307876"/>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7"/>
          <p:cNvSpPr/>
          <p:nvPr/>
        </p:nvSpPr>
        <p:spPr>
          <a:xfrm>
            <a:off x="1735189" y="380191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7"/>
          <p:cNvSpPr/>
          <p:nvPr/>
        </p:nvSpPr>
        <p:spPr>
          <a:xfrm>
            <a:off x="3953247" y="2878081"/>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4" name="Google Shape;9194;p77"/>
          <p:cNvGrpSpPr/>
          <p:nvPr/>
        </p:nvGrpSpPr>
        <p:grpSpPr>
          <a:xfrm>
            <a:off x="1229534" y="1533910"/>
            <a:ext cx="396931" cy="373147"/>
            <a:chOff x="-42804750" y="1949600"/>
            <a:chExt cx="337125" cy="316925"/>
          </a:xfrm>
        </p:grpSpPr>
        <p:sp>
          <p:nvSpPr>
            <p:cNvPr id="9195" name="Google Shape;9195;p77"/>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7"/>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7"/>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77"/>
          <p:cNvGrpSpPr/>
          <p:nvPr/>
        </p:nvGrpSpPr>
        <p:grpSpPr>
          <a:xfrm>
            <a:off x="1292211" y="1986607"/>
            <a:ext cx="335706" cy="364258"/>
            <a:chOff x="-42778750" y="2320125"/>
            <a:chExt cx="285125" cy="309375"/>
          </a:xfrm>
        </p:grpSpPr>
        <p:sp>
          <p:nvSpPr>
            <p:cNvPr id="9199" name="Google Shape;9199;p77"/>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7"/>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77"/>
          <p:cNvGrpSpPr/>
          <p:nvPr/>
        </p:nvGrpSpPr>
        <p:grpSpPr>
          <a:xfrm>
            <a:off x="1269879" y="2433612"/>
            <a:ext cx="375591" cy="374678"/>
            <a:chOff x="-42796875" y="2680675"/>
            <a:chExt cx="319000" cy="318225"/>
          </a:xfrm>
        </p:grpSpPr>
        <p:sp>
          <p:nvSpPr>
            <p:cNvPr id="9202" name="Google Shape;9202;p77"/>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7"/>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7"/>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7"/>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7"/>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7" name="Google Shape;9207;p77"/>
          <p:cNvSpPr/>
          <p:nvPr/>
        </p:nvSpPr>
        <p:spPr>
          <a:xfrm>
            <a:off x="3439644" y="1559525"/>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7"/>
          <p:cNvSpPr/>
          <p:nvPr/>
        </p:nvSpPr>
        <p:spPr>
          <a:xfrm>
            <a:off x="3459773" y="204099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7"/>
          <p:cNvSpPr/>
          <p:nvPr/>
        </p:nvSpPr>
        <p:spPr>
          <a:xfrm>
            <a:off x="3469303" y="244114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7"/>
          <p:cNvSpPr/>
          <p:nvPr/>
        </p:nvSpPr>
        <p:spPr>
          <a:xfrm>
            <a:off x="2230466" y="2877846"/>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7"/>
          <p:cNvSpPr/>
          <p:nvPr/>
        </p:nvSpPr>
        <p:spPr>
          <a:xfrm>
            <a:off x="2117481" y="3661407"/>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2" name="Google Shape;9212;p77"/>
          <p:cNvGrpSpPr/>
          <p:nvPr/>
        </p:nvGrpSpPr>
        <p:grpSpPr>
          <a:xfrm>
            <a:off x="2168150" y="3311887"/>
            <a:ext cx="390426" cy="369586"/>
            <a:chOff x="-39055650" y="2315975"/>
            <a:chExt cx="331600" cy="313900"/>
          </a:xfrm>
        </p:grpSpPr>
        <p:sp>
          <p:nvSpPr>
            <p:cNvPr id="9213" name="Google Shape;9213;p77"/>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7"/>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5" name="Google Shape;9215;p77"/>
          <p:cNvSpPr/>
          <p:nvPr/>
        </p:nvSpPr>
        <p:spPr>
          <a:xfrm>
            <a:off x="2174857" y="382988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7"/>
          <p:cNvSpPr/>
          <p:nvPr/>
        </p:nvSpPr>
        <p:spPr>
          <a:xfrm>
            <a:off x="3995440" y="3297221"/>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7" name="Google Shape;9217;p77"/>
          <p:cNvGrpSpPr/>
          <p:nvPr/>
        </p:nvGrpSpPr>
        <p:grpSpPr>
          <a:xfrm>
            <a:off x="1659816" y="1534087"/>
            <a:ext cx="380241" cy="371793"/>
            <a:chOff x="-42430625" y="1949750"/>
            <a:chExt cx="322950" cy="315775"/>
          </a:xfrm>
        </p:grpSpPr>
        <p:sp>
          <p:nvSpPr>
            <p:cNvPr id="9218" name="Google Shape;9218;p77"/>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7"/>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7"/>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7"/>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2" name="Google Shape;9222;p77"/>
          <p:cNvSpPr/>
          <p:nvPr/>
        </p:nvSpPr>
        <p:spPr>
          <a:xfrm>
            <a:off x="1719036" y="1981654"/>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7"/>
          <p:cNvSpPr/>
          <p:nvPr/>
        </p:nvSpPr>
        <p:spPr>
          <a:xfrm>
            <a:off x="1696509" y="241409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7"/>
          <p:cNvSpPr/>
          <p:nvPr/>
        </p:nvSpPr>
        <p:spPr>
          <a:xfrm>
            <a:off x="3917021" y="1568326"/>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7"/>
          <p:cNvSpPr/>
          <p:nvPr/>
        </p:nvSpPr>
        <p:spPr>
          <a:xfrm>
            <a:off x="3936416" y="200761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7"/>
          <p:cNvSpPr/>
          <p:nvPr/>
        </p:nvSpPr>
        <p:spPr>
          <a:xfrm>
            <a:off x="3906859" y="243994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7"/>
          <p:cNvSpPr/>
          <p:nvPr/>
        </p:nvSpPr>
        <p:spPr>
          <a:xfrm>
            <a:off x="2616350" y="2874814"/>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8" name="Google Shape;9228;p77"/>
          <p:cNvGrpSpPr/>
          <p:nvPr/>
        </p:nvGrpSpPr>
        <p:grpSpPr>
          <a:xfrm>
            <a:off x="2623344" y="3310032"/>
            <a:ext cx="372824" cy="372058"/>
            <a:chOff x="-38686275" y="2314400"/>
            <a:chExt cx="316650" cy="316000"/>
          </a:xfrm>
        </p:grpSpPr>
        <p:sp>
          <p:nvSpPr>
            <p:cNvPr id="9229" name="Google Shape;9229;p77"/>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7"/>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77"/>
          <p:cNvGrpSpPr/>
          <p:nvPr/>
        </p:nvGrpSpPr>
        <p:grpSpPr>
          <a:xfrm>
            <a:off x="2621946" y="3802072"/>
            <a:ext cx="375620" cy="373736"/>
            <a:chOff x="-38686275" y="2682250"/>
            <a:chExt cx="319025" cy="317425"/>
          </a:xfrm>
        </p:grpSpPr>
        <p:sp>
          <p:nvSpPr>
            <p:cNvPr id="9232" name="Google Shape;9232;p77"/>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7"/>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77"/>
          <p:cNvGrpSpPr/>
          <p:nvPr/>
        </p:nvGrpSpPr>
        <p:grpSpPr>
          <a:xfrm>
            <a:off x="3940328" y="3800615"/>
            <a:ext cx="391368" cy="376650"/>
            <a:chOff x="-37534750" y="2668075"/>
            <a:chExt cx="332400" cy="319900"/>
          </a:xfrm>
        </p:grpSpPr>
        <p:sp>
          <p:nvSpPr>
            <p:cNvPr id="9235" name="Google Shape;9235;p77"/>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7"/>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7" name="Google Shape;9237;p77"/>
          <p:cNvSpPr/>
          <p:nvPr/>
        </p:nvSpPr>
        <p:spPr>
          <a:xfrm>
            <a:off x="2106751" y="1533329"/>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8" name="Google Shape;9238;p77"/>
          <p:cNvGrpSpPr/>
          <p:nvPr/>
        </p:nvGrpSpPr>
        <p:grpSpPr>
          <a:xfrm>
            <a:off x="2131694" y="1981750"/>
            <a:ext cx="375591" cy="374060"/>
            <a:chOff x="-42062025" y="2316000"/>
            <a:chExt cx="319000" cy="317700"/>
          </a:xfrm>
        </p:grpSpPr>
        <p:sp>
          <p:nvSpPr>
            <p:cNvPr id="9239" name="Google Shape;9239;p77"/>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7"/>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1" name="Google Shape;9241;p77"/>
          <p:cNvSpPr/>
          <p:nvPr/>
        </p:nvSpPr>
        <p:spPr>
          <a:xfrm>
            <a:off x="2135027" y="2413185"/>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2" name="Google Shape;9242;p77"/>
          <p:cNvGrpSpPr/>
          <p:nvPr/>
        </p:nvGrpSpPr>
        <p:grpSpPr>
          <a:xfrm>
            <a:off x="876569" y="2892853"/>
            <a:ext cx="330143" cy="368173"/>
            <a:chOff x="-40150450" y="1977325"/>
            <a:chExt cx="280400" cy="312700"/>
          </a:xfrm>
        </p:grpSpPr>
        <p:sp>
          <p:nvSpPr>
            <p:cNvPr id="9243" name="Google Shape;9243;p77"/>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7"/>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7"/>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7"/>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77"/>
          <p:cNvGrpSpPr/>
          <p:nvPr/>
        </p:nvGrpSpPr>
        <p:grpSpPr>
          <a:xfrm>
            <a:off x="870534" y="3352072"/>
            <a:ext cx="342211" cy="372824"/>
            <a:chOff x="-40160700" y="2339625"/>
            <a:chExt cx="290650" cy="316650"/>
          </a:xfrm>
        </p:grpSpPr>
        <p:sp>
          <p:nvSpPr>
            <p:cNvPr id="9248" name="Google Shape;9248;p77"/>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7"/>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7"/>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7"/>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77"/>
          <p:cNvGrpSpPr/>
          <p:nvPr/>
        </p:nvGrpSpPr>
        <p:grpSpPr>
          <a:xfrm>
            <a:off x="852359" y="3802529"/>
            <a:ext cx="375591" cy="372824"/>
            <a:chOff x="-40171725" y="2705875"/>
            <a:chExt cx="319000" cy="316650"/>
          </a:xfrm>
        </p:grpSpPr>
        <p:sp>
          <p:nvSpPr>
            <p:cNvPr id="9253" name="Google Shape;9253;p77"/>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7"/>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5" name="Google Shape;9255;p77"/>
          <p:cNvGrpSpPr/>
          <p:nvPr/>
        </p:nvGrpSpPr>
        <p:grpSpPr>
          <a:xfrm>
            <a:off x="3109957" y="2876984"/>
            <a:ext cx="272686" cy="373766"/>
            <a:chOff x="-38275925" y="1946600"/>
            <a:chExt cx="231600" cy="317450"/>
          </a:xfrm>
        </p:grpSpPr>
        <p:sp>
          <p:nvSpPr>
            <p:cNvPr id="9256" name="Google Shape;9256;p77"/>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7"/>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8" name="Google Shape;9258;p77"/>
          <p:cNvSpPr/>
          <p:nvPr/>
        </p:nvSpPr>
        <p:spPr>
          <a:xfrm>
            <a:off x="3057873" y="3308700"/>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7"/>
          <p:cNvSpPr/>
          <p:nvPr/>
        </p:nvSpPr>
        <p:spPr>
          <a:xfrm>
            <a:off x="3137950" y="380160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0" name="Google Shape;9260;p77"/>
          <p:cNvGrpSpPr/>
          <p:nvPr/>
        </p:nvGrpSpPr>
        <p:grpSpPr>
          <a:xfrm>
            <a:off x="2173841" y="4274426"/>
            <a:ext cx="382096" cy="371911"/>
            <a:chOff x="-37190575" y="1951325"/>
            <a:chExt cx="324525" cy="315875"/>
          </a:xfrm>
        </p:grpSpPr>
        <p:sp>
          <p:nvSpPr>
            <p:cNvPr id="9261" name="Google Shape;9261;p77"/>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7"/>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7"/>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7"/>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7"/>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6" name="Google Shape;9266;p77"/>
          <p:cNvSpPr/>
          <p:nvPr/>
        </p:nvSpPr>
        <p:spPr>
          <a:xfrm>
            <a:off x="2541596" y="1531475"/>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7" name="Google Shape;9267;p77"/>
          <p:cNvGrpSpPr/>
          <p:nvPr/>
        </p:nvGrpSpPr>
        <p:grpSpPr>
          <a:xfrm>
            <a:off x="2574144" y="2060577"/>
            <a:ext cx="373736" cy="293055"/>
            <a:chOff x="-41694200" y="2382950"/>
            <a:chExt cx="317425" cy="248900"/>
          </a:xfrm>
        </p:grpSpPr>
        <p:sp>
          <p:nvSpPr>
            <p:cNvPr id="9268" name="Google Shape;9268;p77"/>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7"/>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77"/>
          <p:cNvGrpSpPr/>
          <p:nvPr/>
        </p:nvGrpSpPr>
        <p:grpSpPr>
          <a:xfrm>
            <a:off x="2570967" y="2413885"/>
            <a:ext cx="375591" cy="373766"/>
            <a:chOff x="-41695775" y="2683025"/>
            <a:chExt cx="319000" cy="317450"/>
          </a:xfrm>
        </p:grpSpPr>
        <p:sp>
          <p:nvSpPr>
            <p:cNvPr id="9271" name="Google Shape;9271;p77"/>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7"/>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7"/>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77"/>
          <p:cNvGrpSpPr/>
          <p:nvPr/>
        </p:nvGrpSpPr>
        <p:grpSpPr>
          <a:xfrm>
            <a:off x="1313266" y="2906655"/>
            <a:ext cx="342211" cy="375620"/>
            <a:chOff x="-39792875" y="1971800"/>
            <a:chExt cx="290650" cy="319025"/>
          </a:xfrm>
        </p:grpSpPr>
        <p:sp>
          <p:nvSpPr>
            <p:cNvPr id="9275" name="Google Shape;9275;p77"/>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7"/>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77"/>
          <p:cNvGrpSpPr/>
          <p:nvPr/>
        </p:nvGrpSpPr>
        <p:grpSpPr>
          <a:xfrm>
            <a:off x="1322068" y="3337731"/>
            <a:ext cx="324609" cy="374825"/>
            <a:chOff x="-39783425" y="2337925"/>
            <a:chExt cx="275700" cy="318350"/>
          </a:xfrm>
        </p:grpSpPr>
        <p:sp>
          <p:nvSpPr>
            <p:cNvPr id="9278" name="Google Shape;9278;p77"/>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7"/>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77"/>
          <p:cNvSpPr/>
          <p:nvPr/>
        </p:nvSpPr>
        <p:spPr>
          <a:xfrm>
            <a:off x="1296433" y="3802308"/>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1" name="Google Shape;9281;p77"/>
          <p:cNvGrpSpPr/>
          <p:nvPr/>
        </p:nvGrpSpPr>
        <p:grpSpPr>
          <a:xfrm>
            <a:off x="3490328" y="2878839"/>
            <a:ext cx="383950" cy="372618"/>
            <a:chOff x="-37956150" y="1948175"/>
            <a:chExt cx="326100" cy="316475"/>
          </a:xfrm>
        </p:grpSpPr>
        <p:sp>
          <p:nvSpPr>
            <p:cNvPr id="9282" name="Google Shape;9282;p77"/>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7"/>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7"/>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77"/>
          <p:cNvGrpSpPr/>
          <p:nvPr/>
        </p:nvGrpSpPr>
        <p:grpSpPr>
          <a:xfrm>
            <a:off x="3497847" y="3386092"/>
            <a:ext cx="375620" cy="243015"/>
            <a:chOff x="-37953000" y="2379000"/>
            <a:chExt cx="319025" cy="206400"/>
          </a:xfrm>
        </p:grpSpPr>
        <p:sp>
          <p:nvSpPr>
            <p:cNvPr id="9286" name="Google Shape;9286;p77"/>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7"/>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7"/>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7"/>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7"/>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1" name="Google Shape;9291;p77"/>
          <p:cNvSpPr/>
          <p:nvPr/>
        </p:nvSpPr>
        <p:spPr>
          <a:xfrm>
            <a:off x="3490950" y="380160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7"/>
          <p:cNvSpPr/>
          <p:nvPr/>
        </p:nvSpPr>
        <p:spPr>
          <a:xfrm>
            <a:off x="2669201" y="427348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94" name="Google Shape;9294;p7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9295" name="Google Shape;9295;p77"/>
          <p:cNvSpPr/>
          <p:nvPr/>
        </p:nvSpPr>
        <p:spPr>
          <a:xfrm>
            <a:off x="4866545" y="1581240"/>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6" name="Google Shape;9296;p77"/>
          <p:cNvGrpSpPr/>
          <p:nvPr/>
        </p:nvGrpSpPr>
        <p:grpSpPr>
          <a:xfrm>
            <a:off x="4865594" y="2008353"/>
            <a:ext cx="354107" cy="355063"/>
            <a:chOff x="-28467625" y="2331750"/>
            <a:chExt cx="296150" cy="296950"/>
          </a:xfrm>
        </p:grpSpPr>
        <p:sp>
          <p:nvSpPr>
            <p:cNvPr id="9297" name="Google Shape;9297;p77"/>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7"/>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77"/>
          <p:cNvGrpSpPr/>
          <p:nvPr/>
        </p:nvGrpSpPr>
        <p:grpSpPr>
          <a:xfrm>
            <a:off x="4879719" y="2451434"/>
            <a:ext cx="325858" cy="351327"/>
            <a:chOff x="-28461325" y="2701925"/>
            <a:chExt cx="272525" cy="293825"/>
          </a:xfrm>
        </p:grpSpPr>
        <p:sp>
          <p:nvSpPr>
            <p:cNvPr id="9300" name="Google Shape;9300;p77"/>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7"/>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7"/>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77"/>
          <p:cNvGrpSpPr/>
          <p:nvPr/>
        </p:nvGrpSpPr>
        <p:grpSpPr>
          <a:xfrm>
            <a:off x="7103910" y="1625071"/>
            <a:ext cx="354107" cy="226974"/>
            <a:chOff x="-26585200" y="2025375"/>
            <a:chExt cx="296150" cy="189825"/>
          </a:xfrm>
        </p:grpSpPr>
        <p:sp>
          <p:nvSpPr>
            <p:cNvPr id="9304" name="Google Shape;9304;p77"/>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7"/>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7"/>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7"/>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7"/>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77"/>
          <p:cNvGrpSpPr/>
          <p:nvPr/>
        </p:nvGrpSpPr>
        <p:grpSpPr>
          <a:xfrm>
            <a:off x="7104373" y="2009294"/>
            <a:ext cx="353180" cy="353180"/>
            <a:chOff x="-26584425" y="2340425"/>
            <a:chExt cx="295375" cy="295375"/>
          </a:xfrm>
        </p:grpSpPr>
        <p:sp>
          <p:nvSpPr>
            <p:cNvPr id="9310" name="Google Shape;9310;p77"/>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7"/>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7"/>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7"/>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7"/>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77"/>
          <p:cNvGrpSpPr/>
          <p:nvPr/>
        </p:nvGrpSpPr>
        <p:grpSpPr>
          <a:xfrm>
            <a:off x="7099202" y="2450388"/>
            <a:ext cx="363523" cy="353419"/>
            <a:chOff x="-26585200" y="2710400"/>
            <a:chExt cx="304025" cy="295575"/>
          </a:xfrm>
        </p:grpSpPr>
        <p:sp>
          <p:nvSpPr>
            <p:cNvPr id="9316" name="Google Shape;9316;p77"/>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7"/>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7"/>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7"/>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7"/>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7"/>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7"/>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7"/>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7"/>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7"/>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7"/>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7"/>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77"/>
          <p:cNvGrpSpPr/>
          <p:nvPr/>
        </p:nvGrpSpPr>
        <p:grpSpPr>
          <a:xfrm>
            <a:off x="5754337" y="2891866"/>
            <a:ext cx="354136" cy="353210"/>
            <a:chOff x="-24709875" y="1970225"/>
            <a:chExt cx="296175" cy="295400"/>
          </a:xfrm>
        </p:grpSpPr>
        <p:sp>
          <p:nvSpPr>
            <p:cNvPr id="9329" name="Google Shape;9329;p77"/>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7"/>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77"/>
          <p:cNvGrpSpPr/>
          <p:nvPr/>
        </p:nvGrpSpPr>
        <p:grpSpPr>
          <a:xfrm>
            <a:off x="5786352" y="3338744"/>
            <a:ext cx="290107" cy="354107"/>
            <a:chOff x="-24683100" y="2340425"/>
            <a:chExt cx="242625" cy="296150"/>
          </a:xfrm>
        </p:grpSpPr>
        <p:sp>
          <p:nvSpPr>
            <p:cNvPr id="9332" name="Google Shape;9332;p77"/>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7"/>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7"/>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7"/>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6" name="Google Shape;9336;p77"/>
          <p:cNvSpPr/>
          <p:nvPr/>
        </p:nvSpPr>
        <p:spPr>
          <a:xfrm>
            <a:off x="5786789" y="3779910"/>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7" name="Google Shape;9337;p77"/>
          <p:cNvGrpSpPr/>
          <p:nvPr/>
        </p:nvGrpSpPr>
        <p:grpSpPr>
          <a:xfrm>
            <a:off x="7992594" y="2891866"/>
            <a:ext cx="360713" cy="353210"/>
            <a:chOff x="-22881800" y="1971800"/>
            <a:chExt cx="301675" cy="295400"/>
          </a:xfrm>
        </p:grpSpPr>
        <p:sp>
          <p:nvSpPr>
            <p:cNvPr id="9338" name="Google Shape;9338;p77"/>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7"/>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7"/>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7"/>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7"/>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7"/>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4" name="Google Shape;9344;p77"/>
          <p:cNvSpPr/>
          <p:nvPr/>
        </p:nvSpPr>
        <p:spPr>
          <a:xfrm>
            <a:off x="5326091" y="1561466"/>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7"/>
          <p:cNvSpPr/>
          <p:nvPr/>
        </p:nvSpPr>
        <p:spPr>
          <a:xfrm>
            <a:off x="5304434" y="2008907"/>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6" name="Google Shape;9346;p77"/>
          <p:cNvGrpSpPr/>
          <p:nvPr/>
        </p:nvGrpSpPr>
        <p:grpSpPr>
          <a:xfrm>
            <a:off x="5368939" y="2450029"/>
            <a:ext cx="227930" cy="354136"/>
            <a:chOff x="-28043900" y="2701925"/>
            <a:chExt cx="190625" cy="296175"/>
          </a:xfrm>
        </p:grpSpPr>
        <p:sp>
          <p:nvSpPr>
            <p:cNvPr id="9347" name="Google Shape;9347;p77"/>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7"/>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7"/>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7"/>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7"/>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77"/>
          <p:cNvGrpSpPr/>
          <p:nvPr/>
        </p:nvGrpSpPr>
        <p:grpSpPr>
          <a:xfrm>
            <a:off x="7541805" y="1561968"/>
            <a:ext cx="354136" cy="353180"/>
            <a:chOff x="-26215025" y="1971025"/>
            <a:chExt cx="296175" cy="295375"/>
          </a:xfrm>
        </p:grpSpPr>
        <p:sp>
          <p:nvSpPr>
            <p:cNvPr id="9353" name="Google Shape;9353;p77"/>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7"/>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7"/>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7"/>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7"/>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7"/>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7"/>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7"/>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77"/>
          <p:cNvGrpSpPr/>
          <p:nvPr/>
        </p:nvGrpSpPr>
        <p:grpSpPr>
          <a:xfrm>
            <a:off x="7541327" y="2009758"/>
            <a:ext cx="355093" cy="352253"/>
            <a:chOff x="-26215825" y="2341200"/>
            <a:chExt cx="296975" cy="294600"/>
          </a:xfrm>
        </p:grpSpPr>
        <p:sp>
          <p:nvSpPr>
            <p:cNvPr id="9362" name="Google Shape;9362;p77"/>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7"/>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77"/>
          <p:cNvGrpSpPr/>
          <p:nvPr/>
        </p:nvGrpSpPr>
        <p:grpSpPr>
          <a:xfrm>
            <a:off x="7573357" y="2450508"/>
            <a:ext cx="291033" cy="353180"/>
            <a:chOff x="-26179575" y="2710600"/>
            <a:chExt cx="243400" cy="295375"/>
          </a:xfrm>
        </p:grpSpPr>
        <p:sp>
          <p:nvSpPr>
            <p:cNvPr id="9365" name="Google Shape;9365;p77"/>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7"/>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7"/>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77"/>
          <p:cNvGrpSpPr/>
          <p:nvPr/>
        </p:nvGrpSpPr>
        <p:grpSpPr>
          <a:xfrm>
            <a:off x="6212417" y="2891881"/>
            <a:ext cx="337187" cy="353180"/>
            <a:chOff x="-24328675" y="1971025"/>
            <a:chExt cx="282000" cy="295375"/>
          </a:xfrm>
        </p:grpSpPr>
        <p:sp>
          <p:nvSpPr>
            <p:cNvPr id="9369" name="Google Shape;9369;p77"/>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7"/>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77"/>
          <p:cNvGrpSpPr/>
          <p:nvPr/>
        </p:nvGrpSpPr>
        <p:grpSpPr>
          <a:xfrm>
            <a:off x="6214778" y="3339207"/>
            <a:ext cx="332464" cy="353180"/>
            <a:chOff x="-24330250" y="2340425"/>
            <a:chExt cx="278050" cy="295375"/>
          </a:xfrm>
        </p:grpSpPr>
        <p:sp>
          <p:nvSpPr>
            <p:cNvPr id="9372" name="Google Shape;9372;p77"/>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7"/>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7"/>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7"/>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7"/>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7"/>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7"/>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77"/>
          <p:cNvGrpSpPr/>
          <p:nvPr/>
        </p:nvGrpSpPr>
        <p:grpSpPr>
          <a:xfrm>
            <a:off x="6204420" y="3780420"/>
            <a:ext cx="353180" cy="353180"/>
            <a:chOff x="-24338900" y="2710600"/>
            <a:chExt cx="295375" cy="295375"/>
          </a:xfrm>
        </p:grpSpPr>
        <p:sp>
          <p:nvSpPr>
            <p:cNvPr id="9380" name="Google Shape;9380;p77"/>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7"/>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77"/>
          <p:cNvGrpSpPr/>
          <p:nvPr/>
        </p:nvGrpSpPr>
        <p:grpSpPr>
          <a:xfrm>
            <a:off x="7995419" y="3339805"/>
            <a:ext cx="355063" cy="351984"/>
            <a:chOff x="-22859750" y="2335900"/>
            <a:chExt cx="296950" cy="294375"/>
          </a:xfrm>
        </p:grpSpPr>
        <p:sp>
          <p:nvSpPr>
            <p:cNvPr id="9383" name="Google Shape;9383;p77"/>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7"/>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7"/>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77"/>
          <p:cNvGrpSpPr/>
          <p:nvPr/>
        </p:nvGrpSpPr>
        <p:grpSpPr>
          <a:xfrm>
            <a:off x="5774767" y="1561953"/>
            <a:ext cx="311749" cy="353210"/>
            <a:chOff x="-27710725" y="1959200"/>
            <a:chExt cx="260725" cy="295400"/>
          </a:xfrm>
        </p:grpSpPr>
        <p:sp>
          <p:nvSpPr>
            <p:cNvPr id="9387" name="Google Shape;9387;p77"/>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7"/>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77"/>
          <p:cNvGrpSpPr/>
          <p:nvPr/>
        </p:nvGrpSpPr>
        <p:grpSpPr>
          <a:xfrm>
            <a:off x="5752631" y="2070499"/>
            <a:ext cx="356020" cy="230770"/>
            <a:chOff x="-27728850" y="2382950"/>
            <a:chExt cx="297750" cy="193000"/>
          </a:xfrm>
        </p:grpSpPr>
        <p:sp>
          <p:nvSpPr>
            <p:cNvPr id="9390" name="Google Shape;9390;p77"/>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7"/>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7"/>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3" name="Google Shape;9393;p77"/>
          <p:cNvSpPr/>
          <p:nvPr/>
        </p:nvSpPr>
        <p:spPr>
          <a:xfrm>
            <a:off x="5753569" y="2456827"/>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7"/>
          <p:cNvSpPr/>
          <p:nvPr/>
        </p:nvSpPr>
        <p:spPr>
          <a:xfrm>
            <a:off x="7984417" y="1561466"/>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5" name="Google Shape;9395;p77"/>
          <p:cNvGrpSpPr/>
          <p:nvPr/>
        </p:nvGrpSpPr>
        <p:grpSpPr>
          <a:xfrm>
            <a:off x="7983975" y="2018710"/>
            <a:ext cx="354136" cy="334348"/>
            <a:chOff x="-25844850" y="2357750"/>
            <a:chExt cx="296175" cy="279625"/>
          </a:xfrm>
        </p:grpSpPr>
        <p:sp>
          <p:nvSpPr>
            <p:cNvPr id="9396" name="Google Shape;9396;p77"/>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7"/>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7"/>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7"/>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7"/>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7"/>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2" name="Google Shape;9402;p77"/>
          <p:cNvSpPr/>
          <p:nvPr/>
        </p:nvSpPr>
        <p:spPr>
          <a:xfrm>
            <a:off x="7982071" y="2450116"/>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3" name="Google Shape;9403;p77"/>
          <p:cNvGrpSpPr/>
          <p:nvPr/>
        </p:nvGrpSpPr>
        <p:grpSpPr>
          <a:xfrm>
            <a:off x="6712883" y="2891866"/>
            <a:ext cx="228887" cy="353210"/>
            <a:chOff x="-23917525" y="1970225"/>
            <a:chExt cx="191425" cy="295400"/>
          </a:xfrm>
        </p:grpSpPr>
        <p:sp>
          <p:nvSpPr>
            <p:cNvPr id="9404" name="Google Shape;9404;p77"/>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7"/>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7"/>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77"/>
          <p:cNvGrpSpPr/>
          <p:nvPr/>
        </p:nvGrpSpPr>
        <p:grpSpPr>
          <a:xfrm>
            <a:off x="6668164" y="3338744"/>
            <a:ext cx="318325" cy="354107"/>
            <a:chOff x="-23952175" y="2340425"/>
            <a:chExt cx="266225" cy="296150"/>
          </a:xfrm>
        </p:grpSpPr>
        <p:sp>
          <p:nvSpPr>
            <p:cNvPr id="9408" name="Google Shape;9408;p77"/>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7"/>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0" name="Google Shape;9410;p77"/>
          <p:cNvSpPr/>
          <p:nvPr/>
        </p:nvSpPr>
        <p:spPr>
          <a:xfrm>
            <a:off x="6641253" y="3780732"/>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1" name="Google Shape;9411;p77"/>
          <p:cNvGrpSpPr/>
          <p:nvPr/>
        </p:nvGrpSpPr>
        <p:grpSpPr>
          <a:xfrm>
            <a:off x="8053336" y="3779000"/>
            <a:ext cx="239230" cy="356020"/>
            <a:chOff x="-22811700" y="2700350"/>
            <a:chExt cx="200075" cy="297750"/>
          </a:xfrm>
        </p:grpSpPr>
        <p:sp>
          <p:nvSpPr>
            <p:cNvPr id="9412" name="Google Shape;9412;p77"/>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7"/>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7"/>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77"/>
          <p:cNvGrpSpPr/>
          <p:nvPr/>
        </p:nvGrpSpPr>
        <p:grpSpPr>
          <a:xfrm>
            <a:off x="6201787" y="1561490"/>
            <a:ext cx="355063" cy="354136"/>
            <a:chOff x="-27358650" y="1961575"/>
            <a:chExt cx="296950" cy="296175"/>
          </a:xfrm>
        </p:grpSpPr>
        <p:sp>
          <p:nvSpPr>
            <p:cNvPr id="9416" name="Google Shape;9416;p77"/>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7"/>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8" name="Google Shape;9418;p77"/>
          <p:cNvSpPr/>
          <p:nvPr/>
        </p:nvSpPr>
        <p:spPr>
          <a:xfrm>
            <a:off x="6243686" y="2009236"/>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7"/>
          <p:cNvSpPr/>
          <p:nvPr/>
        </p:nvSpPr>
        <p:spPr>
          <a:xfrm>
            <a:off x="6202255" y="2449997"/>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7"/>
          <p:cNvSpPr/>
          <p:nvPr/>
        </p:nvSpPr>
        <p:spPr>
          <a:xfrm>
            <a:off x="4883479" y="2892321"/>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1" name="Google Shape;9421;p77"/>
          <p:cNvGrpSpPr/>
          <p:nvPr/>
        </p:nvGrpSpPr>
        <p:grpSpPr>
          <a:xfrm>
            <a:off x="4865631" y="3349565"/>
            <a:ext cx="356946" cy="332464"/>
            <a:chOff x="-25477800" y="2357750"/>
            <a:chExt cx="298525" cy="278050"/>
          </a:xfrm>
        </p:grpSpPr>
        <p:sp>
          <p:nvSpPr>
            <p:cNvPr id="9422" name="Google Shape;9422;p77"/>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7"/>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4" name="Google Shape;9424;p77"/>
          <p:cNvSpPr/>
          <p:nvPr/>
        </p:nvSpPr>
        <p:spPr>
          <a:xfrm>
            <a:off x="4867009" y="3780313"/>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5" name="Google Shape;9425;p77"/>
          <p:cNvGrpSpPr/>
          <p:nvPr/>
        </p:nvGrpSpPr>
        <p:grpSpPr>
          <a:xfrm>
            <a:off x="7100357" y="2891881"/>
            <a:ext cx="354136" cy="353180"/>
            <a:chOff x="-23599325" y="1971025"/>
            <a:chExt cx="296175" cy="295375"/>
          </a:xfrm>
        </p:grpSpPr>
        <p:sp>
          <p:nvSpPr>
            <p:cNvPr id="9426" name="Google Shape;9426;p77"/>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7"/>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8" name="Google Shape;9428;p77"/>
          <p:cNvSpPr/>
          <p:nvPr/>
        </p:nvSpPr>
        <p:spPr>
          <a:xfrm>
            <a:off x="7101239" y="3338237"/>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7"/>
          <p:cNvSpPr/>
          <p:nvPr/>
        </p:nvSpPr>
        <p:spPr>
          <a:xfrm>
            <a:off x="7098877" y="3791209"/>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7"/>
          <p:cNvSpPr/>
          <p:nvPr/>
        </p:nvSpPr>
        <p:spPr>
          <a:xfrm>
            <a:off x="6201949" y="4272972"/>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1" name="Google Shape;9431;p77"/>
          <p:cNvGrpSpPr/>
          <p:nvPr/>
        </p:nvGrpSpPr>
        <p:grpSpPr>
          <a:xfrm>
            <a:off x="6644801" y="1561609"/>
            <a:ext cx="360713" cy="353897"/>
            <a:chOff x="-26993200" y="1961775"/>
            <a:chExt cx="301675" cy="295975"/>
          </a:xfrm>
        </p:grpSpPr>
        <p:sp>
          <p:nvSpPr>
            <p:cNvPr id="9432" name="Google Shape;9432;p77"/>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7"/>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7"/>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77"/>
          <p:cNvGrpSpPr/>
          <p:nvPr/>
        </p:nvGrpSpPr>
        <p:grpSpPr>
          <a:xfrm>
            <a:off x="6669761" y="2009294"/>
            <a:ext cx="310792" cy="353180"/>
            <a:chOff x="-26970350" y="2332550"/>
            <a:chExt cx="259925" cy="295375"/>
          </a:xfrm>
        </p:grpSpPr>
        <p:sp>
          <p:nvSpPr>
            <p:cNvPr id="9436" name="Google Shape;9436;p77"/>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7"/>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77"/>
          <p:cNvGrpSpPr/>
          <p:nvPr/>
        </p:nvGrpSpPr>
        <p:grpSpPr>
          <a:xfrm>
            <a:off x="6649046" y="2482059"/>
            <a:ext cx="352223" cy="290077"/>
            <a:chOff x="-26986100" y="2735800"/>
            <a:chExt cx="294575" cy="242600"/>
          </a:xfrm>
        </p:grpSpPr>
        <p:sp>
          <p:nvSpPr>
            <p:cNvPr id="9439" name="Google Shape;9439;p77"/>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7"/>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1" name="Google Shape;9441;p77"/>
          <p:cNvSpPr/>
          <p:nvPr/>
        </p:nvSpPr>
        <p:spPr>
          <a:xfrm>
            <a:off x="5308694" y="2891857"/>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2" name="Google Shape;9442;p77"/>
          <p:cNvGrpSpPr/>
          <p:nvPr/>
        </p:nvGrpSpPr>
        <p:grpSpPr>
          <a:xfrm>
            <a:off x="5308265" y="3338744"/>
            <a:ext cx="353180" cy="354107"/>
            <a:chOff x="-25104475" y="2340425"/>
            <a:chExt cx="295375" cy="296150"/>
          </a:xfrm>
        </p:grpSpPr>
        <p:sp>
          <p:nvSpPr>
            <p:cNvPr id="9443" name="Google Shape;9443;p77"/>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7"/>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7"/>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7"/>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7"/>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7"/>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7"/>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7"/>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7"/>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2" name="Google Shape;9452;p77"/>
          <p:cNvSpPr/>
          <p:nvPr/>
        </p:nvSpPr>
        <p:spPr>
          <a:xfrm>
            <a:off x="5306811" y="3825122"/>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3" name="Google Shape;9453;p77"/>
          <p:cNvGrpSpPr/>
          <p:nvPr/>
        </p:nvGrpSpPr>
        <p:grpSpPr>
          <a:xfrm>
            <a:off x="7548093" y="2891403"/>
            <a:ext cx="355063" cy="354136"/>
            <a:chOff x="-23229925" y="1970225"/>
            <a:chExt cx="296950" cy="296175"/>
          </a:xfrm>
        </p:grpSpPr>
        <p:sp>
          <p:nvSpPr>
            <p:cNvPr id="9454" name="Google Shape;9454;p77"/>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7"/>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7"/>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7"/>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77"/>
          <p:cNvGrpSpPr/>
          <p:nvPr/>
        </p:nvGrpSpPr>
        <p:grpSpPr>
          <a:xfrm>
            <a:off x="7590466" y="3338266"/>
            <a:ext cx="270318" cy="355063"/>
            <a:chOff x="-23177950" y="2340425"/>
            <a:chExt cx="226075" cy="296950"/>
          </a:xfrm>
        </p:grpSpPr>
        <p:sp>
          <p:nvSpPr>
            <p:cNvPr id="9459" name="Google Shape;9459;p77"/>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7"/>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77"/>
          <p:cNvGrpSpPr/>
          <p:nvPr/>
        </p:nvGrpSpPr>
        <p:grpSpPr>
          <a:xfrm>
            <a:off x="7548556" y="3779942"/>
            <a:ext cx="354136" cy="354136"/>
            <a:chOff x="-23229150" y="2710600"/>
            <a:chExt cx="296175" cy="296175"/>
          </a:xfrm>
        </p:grpSpPr>
        <p:sp>
          <p:nvSpPr>
            <p:cNvPr id="9462" name="Google Shape;9462;p77"/>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7"/>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4" name="Google Shape;9464;p77"/>
          <p:cNvSpPr/>
          <p:nvPr/>
        </p:nvSpPr>
        <p:spPr>
          <a:xfrm>
            <a:off x="6650549" y="4273454"/>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68" name="Shape 9468"/>
        <p:cNvGrpSpPr/>
        <p:nvPr/>
      </p:nvGrpSpPr>
      <p:grpSpPr>
        <a:xfrm>
          <a:off x="0" y="0"/>
          <a:ext cx="0" cy="0"/>
          <a:chOff x="0" y="0"/>
          <a:chExt cx="0" cy="0"/>
        </a:xfrm>
      </p:grpSpPr>
      <p:sp>
        <p:nvSpPr>
          <p:cNvPr id="9469" name="Google Shape;9469;p7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70" name="Google Shape;9470;p7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471" name="Google Shape;9471;p78"/>
          <p:cNvGrpSpPr/>
          <p:nvPr/>
        </p:nvGrpSpPr>
        <p:grpSpPr>
          <a:xfrm>
            <a:off x="854368" y="1541720"/>
            <a:ext cx="366269" cy="366240"/>
            <a:chOff x="-65131525" y="1914325"/>
            <a:chExt cx="316650" cy="316625"/>
          </a:xfrm>
        </p:grpSpPr>
        <p:sp>
          <p:nvSpPr>
            <p:cNvPr id="9472" name="Google Shape;9472;p78"/>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8"/>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78"/>
          <p:cNvGrpSpPr/>
          <p:nvPr/>
        </p:nvGrpSpPr>
        <p:grpSpPr>
          <a:xfrm>
            <a:off x="854368" y="2022007"/>
            <a:ext cx="366269" cy="366269"/>
            <a:chOff x="-65131525" y="2281350"/>
            <a:chExt cx="316650" cy="316650"/>
          </a:xfrm>
        </p:grpSpPr>
        <p:sp>
          <p:nvSpPr>
            <p:cNvPr id="9475" name="Google Shape;9475;p78"/>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8"/>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78"/>
          <p:cNvGrpSpPr/>
          <p:nvPr/>
        </p:nvGrpSpPr>
        <p:grpSpPr>
          <a:xfrm>
            <a:off x="857564" y="2487006"/>
            <a:ext cx="359878" cy="367165"/>
            <a:chOff x="-65129950" y="2646800"/>
            <a:chExt cx="311125" cy="317425"/>
          </a:xfrm>
        </p:grpSpPr>
        <p:sp>
          <p:nvSpPr>
            <p:cNvPr id="9478" name="Google Shape;9478;p78"/>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8"/>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78"/>
          <p:cNvGrpSpPr/>
          <p:nvPr/>
        </p:nvGrpSpPr>
        <p:grpSpPr>
          <a:xfrm>
            <a:off x="3060897" y="1540332"/>
            <a:ext cx="368987" cy="369016"/>
            <a:chOff x="-63252250" y="1930850"/>
            <a:chExt cx="319000" cy="319025"/>
          </a:xfrm>
        </p:grpSpPr>
        <p:sp>
          <p:nvSpPr>
            <p:cNvPr id="9481" name="Google Shape;9481;p78"/>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8"/>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3" name="Google Shape;9483;p78"/>
          <p:cNvSpPr/>
          <p:nvPr/>
        </p:nvSpPr>
        <p:spPr>
          <a:xfrm>
            <a:off x="3052893" y="20211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4" name="Google Shape;9484;p78"/>
          <p:cNvGrpSpPr/>
          <p:nvPr/>
        </p:nvGrpSpPr>
        <p:grpSpPr>
          <a:xfrm>
            <a:off x="3061808" y="2486543"/>
            <a:ext cx="367165" cy="368091"/>
            <a:chOff x="-63250675" y="2664125"/>
            <a:chExt cx="317425" cy="318225"/>
          </a:xfrm>
        </p:grpSpPr>
        <p:sp>
          <p:nvSpPr>
            <p:cNvPr id="9485" name="Google Shape;9485;p78"/>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8"/>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78"/>
          <p:cNvGrpSpPr/>
          <p:nvPr/>
        </p:nvGrpSpPr>
        <p:grpSpPr>
          <a:xfrm>
            <a:off x="1738471" y="2962950"/>
            <a:ext cx="363522" cy="361266"/>
            <a:chOff x="-61354075" y="1940500"/>
            <a:chExt cx="314275" cy="312325"/>
          </a:xfrm>
        </p:grpSpPr>
        <p:sp>
          <p:nvSpPr>
            <p:cNvPr id="9488" name="Google Shape;9488;p78"/>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8"/>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8"/>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8"/>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78"/>
          <p:cNvGrpSpPr/>
          <p:nvPr/>
        </p:nvGrpSpPr>
        <p:grpSpPr>
          <a:xfrm>
            <a:off x="1737098" y="3411502"/>
            <a:ext cx="366269" cy="336195"/>
            <a:chOff x="-61354875" y="2322300"/>
            <a:chExt cx="316650" cy="290650"/>
          </a:xfrm>
        </p:grpSpPr>
        <p:sp>
          <p:nvSpPr>
            <p:cNvPr id="9493" name="Google Shape;9493;p78"/>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8"/>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8"/>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78"/>
          <p:cNvGrpSpPr/>
          <p:nvPr/>
        </p:nvGrpSpPr>
        <p:grpSpPr>
          <a:xfrm>
            <a:off x="1737098" y="3839066"/>
            <a:ext cx="366269" cy="366269"/>
            <a:chOff x="-61354875" y="2671225"/>
            <a:chExt cx="316650" cy="316650"/>
          </a:xfrm>
        </p:grpSpPr>
        <p:sp>
          <p:nvSpPr>
            <p:cNvPr id="9497" name="Google Shape;9497;p78"/>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8"/>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8"/>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8"/>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8"/>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78"/>
          <p:cNvGrpSpPr/>
          <p:nvPr/>
        </p:nvGrpSpPr>
        <p:grpSpPr>
          <a:xfrm>
            <a:off x="3952502" y="2958801"/>
            <a:ext cx="368987" cy="369566"/>
            <a:chOff x="-59502375" y="1904375"/>
            <a:chExt cx="319000" cy="319500"/>
          </a:xfrm>
        </p:grpSpPr>
        <p:sp>
          <p:nvSpPr>
            <p:cNvPr id="9503" name="Google Shape;9503;p78"/>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8"/>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8"/>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78"/>
          <p:cNvGrpSpPr/>
          <p:nvPr/>
        </p:nvGrpSpPr>
        <p:grpSpPr>
          <a:xfrm>
            <a:off x="1298621" y="1543007"/>
            <a:ext cx="368987" cy="363666"/>
            <a:chOff x="-64774725" y="1916550"/>
            <a:chExt cx="319000" cy="314400"/>
          </a:xfrm>
        </p:grpSpPr>
        <p:sp>
          <p:nvSpPr>
            <p:cNvPr id="9507" name="Google Shape;9507;p78"/>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8"/>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78"/>
          <p:cNvGrpSpPr/>
          <p:nvPr/>
        </p:nvGrpSpPr>
        <p:grpSpPr>
          <a:xfrm>
            <a:off x="1299979" y="2020186"/>
            <a:ext cx="366269" cy="369913"/>
            <a:chOff x="-64764500" y="2280550"/>
            <a:chExt cx="316650" cy="319800"/>
          </a:xfrm>
        </p:grpSpPr>
        <p:sp>
          <p:nvSpPr>
            <p:cNvPr id="9510" name="Google Shape;9510;p78"/>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8"/>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2" name="Google Shape;9512;p78"/>
          <p:cNvSpPr/>
          <p:nvPr/>
        </p:nvSpPr>
        <p:spPr>
          <a:xfrm>
            <a:off x="1316753" y="24874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3" name="Google Shape;9513;p78"/>
          <p:cNvGrpSpPr/>
          <p:nvPr/>
        </p:nvGrpSpPr>
        <p:grpSpPr>
          <a:xfrm>
            <a:off x="3512023" y="1579963"/>
            <a:ext cx="365344" cy="289753"/>
            <a:chOff x="-62882850" y="1999375"/>
            <a:chExt cx="315850" cy="250500"/>
          </a:xfrm>
        </p:grpSpPr>
        <p:sp>
          <p:nvSpPr>
            <p:cNvPr id="9514" name="Google Shape;9514;p78"/>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8"/>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78"/>
          <p:cNvGrpSpPr/>
          <p:nvPr/>
        </p:nvGrpSpPr>
        <p:grpSpPr>
          <a:xfrm>
            <a:off x="3503362" y="2021545"/>
            <a:ext cx="382665" cy="367194"/>
            <a:chOff x="-62890750" y="2296300"/>
            <a:chExt cx="330825" cy="317450"/>
          </a:xfrm>
        </p:grpSpPr>
        <p:sp>
          <p:nvSpPr>
            <p:cNvPr id="9517" name="Google Shape;9517;p78"/>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8"/>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8"/>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78"/>
          <p:cNvGrpSpPr/>
          <p:nvPr/>
        </p:nvGrpSpPr>
        <p:grpSpPr>
          <a:xfrm>
            <a:off x="3512023" y="2487006"/>
            <a:ext cx="365344" cy="367165"/>
            <a:chOff x="-62882850" y="2664925"/>
            <a:chExt cx="315850" cy="317425"/>
          </a:xfrm>
        </p:grpSpPr>
        <p:sp>
          <p:nvSpPr>
            <p:cNvPr id="9521" name="Google Shape;9521;p78"/>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8"/>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3" name="Google Shape;9523;p78"/>
          <p:cNvSpPr/>
          <p:nvPr/>
        </p:nvSpPr>
        <p:spPr>
          <a:xfrm>
            <a:off x="2175712" y="29613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4" name="Google Shape;9524;p78"/>
          <p:cNvGrpSpPr/>
          <p:nvPr/>
        </p:nvGrpSpPr>
        <p:grpSpPr>
          <a:xfrm>
            <a:off x="2183172" y="3399646"/>
            <a:ext cx="366269" cy="359907"/>
            <a:chOff x="-60988625" y="2310475"/>
            <a:chExt cx="316650" cy="311150"/>
          </a:xfrm>
        </p:grpSpPr>
        <p:sp>
          <p:nvSpPr>
            <p:cNvPr id="9525" name="Google Shape;9525;p78"/>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8"/>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8"/>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8"/>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8"/>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8"/>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78"/>
          <p:cNvGrpSpPr/>
          <p:nvPr/>
        </p:nvGrpSpPr>
        <p:grpSpPr>
          <a:xfrm>
            <a:off x="2183634" y="3837809"/>
            <a:ext cx="365344" cy="368785"/>
            <a:chOff x="-60987050" y="2671400"/>
            <a:chExt cx="315850" cy="318825"/>
          </a:xfrm>
        </p:grpSpPr>
        <p:sp>
          <p:nvSpPr>
            <p:cNvPr id="9532" name="Google Shape;9532;p78"/>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8"/>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78"/>
          <p:cNvGrpSpPr/>
          <p:nvPr/>
        </p:nvGrpSpPr>
        <p:grpSpPr>
          <a:xfrm>
            <a:off x="3952500" y="3400571"/>
            <a:ext cx="368987" cy="358056"/>
            <a:chOff x="-59481900" y="2290800"/>
            <a:chExt cx="319000" cy="309550"/>
          </a:xfrm>
        </p:grpSpPr>
        <p:sp>
          <p:nvSpPr>
            <p:cNvPr id="9535" name="Google Shape;9535;p78"/>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8"/>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8"/>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8"/>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8"/>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8"/>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78"/>
          <p:cNvGrpSpPr/>
          <p:nvPr/>
        </p:nvGrpSpPr>
        <p:grpSpPr>
          <a:xfrm>
            <a:off x="1741805" y="1541344"/>
            <a:ext cx="368987" cy="366992"/>
            <a:chOff x="-64401400" y="1914475"/>
            <a:chExt cx="319000" cy="317275"/>
          </a:xfrm>
        </p:grpSpPr>
        <p:sp>
          <p:nvSpPr>
            <p:cNvPr id="9542" name="Google Shape;9542;p78"/>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8"/>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8"/>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78"/>
          <p:cNvGrpSpPr/>
          <p:nvPr/>
        </p:nvGrpSpPr>
        <p:grpSpPr>
          <a:xfrm>
            <a:off x="1806493" y="2022383"/>
            <a:ext cx="239610" cy="365517"/>
            <a:chOff x="-64343900" y="2282125"/>
            <a:chExt cx="207150" cy="316000"/>
          </a:xfrm>
        </p:grpSpPr>
        <p:sp>
          <p:nvSpPr>
            <p:cNvPr id="9546" name="Google Shape;9546;p78"/>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8"/>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8" name="Google Shape;9548;p78"/>
          <p:cNvSpPr/>
          <p:nvPr/>
        </p:nvSpPr>
        <p:spPr>
          <a:xfrm>
            <a:off x="1736288" y="24856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9" name="Google Shape;9549;p78"/>
          <p:cNvGrpSpPr/>
          <p:nvPr/>
        </p:nvGrpSpPr>
        <p:grpSpPr>
          <a:xfrm>
            <a:off x="3986941" y="1541604"/>
            <a:ext cx="318873" cy="366471"/>
            <a:chOff x="-62496925" y="1931475"/>
            <a:chExt cx="275675" cy="316825"/>
          </a:xfrm>
        </p:grpSpPr>
        <p:sp>
          <p:nvSpPr>
            <p:cNvPr id="9550" name="Google Shape;9550;p78"/>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8"/>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78"/>
          <p:cNvGrpSpPr/>
          <p:nvPr/>
        </p:nvGrpSpPr>
        <p:grpSpPr>
          <a:xfrm>
            <a:off x="3963691" y="2021429"/>
            <a:ext cx="365373" cy="367426"/>
            <a:chOff x="-62516625" y="2297875"/>
            <a:chExt cx="315875" cy="317650"/>
          </a:xfrm>
        </p:grpSpPr>
        <p:sp>
          <p:nvSpPr>
            <p:cNvPr id="9553" name="Google Shape;9553;p78"/>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8"/>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78"/>
          <p:cNvGrpSpPr/>
          <p:nvPr/>
        </p:nvGrpSpPr>
        <p:grpSpPr>
          <a:xfrm>
            <a:off x="3962332" y="2503388"/>
            <a:ext cx="368091" cy="334402"/>
            <a:chOff x="-62518200" y="2692475"/>
            <a:chExt cx="318225" cy="289100"/>
          </a:xfrm>
        </p:grpSpPr>
        <p:sp>
          <p:nvSpPr>
            <p:cNvPr id="9556" name="Google Shape;9556;p78"/>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8"/>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78"/>
          <p:cNvGrpSpPr/>
          <p:nvPr/>
        </p:nvGrpSpPr>
        <p:grpSpPr>
          <a:xfrm>
            <a:off x="2648986" y="2960912"/>
            <a:ext cx="309793" cy="365344"/>
            <a:chOff x="-60597975" y="1939525"/>
            <a:chExt cx="267825" cy="315850"/>
          </a:xfrm>
        </p:grpSpPr>
        <p:sp>
          <p:nvSpPr>
            <p:cNvPr id="9559" name="Google Shape;9559;p78"/>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8"/>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78"/>
          <p:cNvGrpSpPr/>
          <p:nvPr/>
        </p:nvGrpSpPr>
        <p:grpSpPr>
          <a:xfrm>
            <a:off x="2619389" y="3395337"/>
            <a:ext cx="368987" cy="368525"/>
            <a:chOff x="-60620800" y="2304600"/>
            <a:chExt cx="319000" cy="318600"/>
          </a:xfrm>
        </p:grpSpPr>
        <p:sp>
          <p:nvSpPr>
            <p:cNvPr id="9562" name="Google Shape;9562;p78"/>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8"/>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8"/>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78"/>
          <p:cNvGrpSpPr/>
          <p:nvPr/>
        </p:nvGrpSpPr>
        <p:grpSpPr>
          <a:xfrm>
            <a:off x="2620748" y="3890988"/>
            <a:ext cx="366269" cy="262426"/>
            <a:chOff x="-60621600" y="2716100"/>
            <a:chExt cx="316650" cy="226875"/>
          </a:xfrm>
        </p:grpSpPr>
        <p:sp>
          <p:nvSpPr>
            <p:cNvPr id="9566" name="Google Shape;9566;p78"/>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8"/>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78"/>
          <p:cNvGrpSpPr/>
          <p:nvPr/>
        </p:nvGrpSpPr>
        <p:grpSpPr>
          <a:xfrm>
            <a:off x="3957965" y="3839081"/>
            <a:ext cx="358056" cy="366240"/>
            <a:chOff x="-59475600" y="2658625"/>
            <a:chExt cx="309550" cy="316625"/>
          </a:xfrm>
        </p:grpSpPr>
        <p:sp>
          <p:nvSpPr>
            <p:cNvPr id="9569" name="Google Shape;9569;p78"/>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8"/>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8"/>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8"/>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8"/>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8"/>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8"/>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6" name="Google Shape;9576;p78"/>
          <p:cNvSpPr/>
          <p:nvPr/>
        </p:nvSpPr>
        <p:spPr>
          <a:xfrm>
            <a:off x="2175657" y="15421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8"/>
          <p:cNvSpPr/>
          <p:nvPr/>
        </p:nvSpPr>
        <p:spPr>
          <a:xfrm>
            <a:off x="2203001" y="20206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8" name="Google Shape;9578;p78"/>
          <p:cNvGrpSpPr/>
          <p:nvPr/>
        </p:nvGrpSpPr>
        <p:grpSpPr>
          <a:xfrm>
            <a:off x="2233086" y="2487006"/>
            <a:ext cx="263294" cy="367165"/>
            <a:chOff x="-63987100" y="2646800"/>
            <a:chExt cx="227625" cy="317425"/>
          </a:xfrm>
        </p:grpSpPr>
        <p:sp>
          <p:nvSpPr>
            <p:cNvPr id="9579" name="Google Shape;9579;p78"/>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8"/>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78"/>
          <p:cNvGrpSpPr/>
          <p:nvPr/>
        </p:nvGrpSpPr>
        <p:grpSpPr>
          <a:xfrm>
            <a:off x="852428" y="2958627"/>
            <a:ext cx="358056" cy="369913"/>
            <a:chOff x="-62148000" y="1930075"/>
            <a:chExt cx="309550" cy="319800"/>
          </a:xfrm>
        </p:grpSpPr>
        <p:sp>
          <p:nvSpPr>
            <p:cNvPr id="9582" name="Google Shape;9582;p78"/>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8"/>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78"/>
          <p:cNvGrpSpPr/>
          <p:nvPr/>
        </p:nvGrpSpPr>
        <p:grpSpPr>
          <a:xfrm>
            <a:off x="849695" y="3396913"/>
            <a:ext cx="363522" cy="365373"/>
            <a:chOff x="-62150375" y="2297875"/>
            <a:chExt cx="314275" cy="315875"/>
          </a:xfrm>
        </p:grpSpPr>
        <p:sp>
          <p:nvSpPr>
            <p:cNvPr id="9585" name="Google Shape;9585;p78"/>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8"/>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8"/>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8"/>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8"/>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78"/>
          <p:cNvGrpSpPr/>
          <p:nvPr/>
        </p:nvGrpSpPr>
        <p:grpSpPr>
          <a:xfrm>
            <a:off x="848322" y="3838156"/>
            <a:ext cx="366269" cy="368091"/>
            <a:chOff x="-62150375" y="2664925"/>
            <a:chExt cx="316650" cy="318225"/>
          </a:xfrm>
        </p:grpSpPr>
        <p:sp>
          <p:nvSpPr>
            <p:cNvPr id="9591" name="Google Shape;9591;p78"/>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8"/>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8"/>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8"/>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78"/>
          <p:cNvGrpSpPr/>
          <p:nvPr/>
        </p:nvGrpSpPr>
        <p:grpSpPr>
          <a:xfrm>
            <a:off x="3065911" y="2959133"/>
            <a:ext cx="367165" cy="368901"/>
            <a:chOff x="-60254550" y="1938025"/>
            <a:chExt cx="317425" cy="318925"/>
          </a:xfrm>
        </p:grpSpPr>
        <p:sp>
          <p:nvSpPr>
            <p:cNvPr id="9596" name="Google Shape;9596;p78"/>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8"/>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8"/>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8"/>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78"/>
          <p:cNvGrpSpPr/>
          <p:nvPr/>
        </p:nvGrpSpPr>
        <p:grpSpPr>
          <a:xfrm>
            <a:off x="3040249" y="3396389"/>
            <a:ext cx="366648" cy="366420"/>
            <a:chOff x="6479471" y="2079003"/>
            <a:chExt cx="348923" cy="348706"/>
          </a:xfrm>
        </p:grpSpPr>
        <p:sp>
          <p:nvSpPr>
            <p:cNvPr id="9601" name="Google Shape;9601;p78"/>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2" name="Google Shape;9602;p78"/>
            <p:cNvGrpSpPr/>
            <p:nvPr/>
          </p:nvGrpSpPr>
          <p:grpSpPr>
            <a:xfrm>
              <a:off x="6520582" y="2079003"/>
              <a:ext cx="307811" cy="348706"/>
              <a:chOff x="-60218325" y="2304850"/>
              <a:chExt cx="279625" cy="316775"/>
            </a:xfrm>
          </p:grpSpPr>
          <p:sp>
            <p:nvSpPr>
              <p:cNvPr id="9603" name="Google Shape;9603;p78"/>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8"/>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8"/>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8"/>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8"/>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8"/>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8"/>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0" name="Google Shape;9610;p78"/>
          <p:cNvGrpSpPr/>
          <p:nvPr/>
        </p:nvGrpSpPr>
        <p:grpSpPr>
          <a:xfrm>
            <a:off x="3094149" y="3837707"/>
            <a:ext cx="310690" cy="368987"/>
            <a:chOff x="-60232500" y="2671225"/>
            <a:chExt cx="268600" cy="319000"/>
          </a:xfrm>
        </p:grpSpPr>
        <p:sp>
          <p:nvSpPr>
            <p:cNvPr id="9611" name="Google Shape;9611;p78"/>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8"/>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78"/>
          <p:cNvGrpSpPr/>
          <p:nvPr/>
        </p:nvGrpSpPr>
        <p:grpSpPr>
          <a:xfrm>
            <a:off x="2179643" y="4286341"/>
            <a:ext cx="365373" cy="368987"/>
            <a:chOff x="-59100700" y="1911950"/>
            <a:chExt cx="315875" cy="319000"/>
          </a:xfrm>
        </p:grpSpPr>
        <p:sp>
          <p:nvSpPr>
            <p:cNvPr id="9614" name="Google Shape;9614;p78"/>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8"/>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8"/>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8"/>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8"/>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8"/>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8"/>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8"/>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8"/>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8"/>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78"/>
          <p:cNvGrpSpPr/>
          <p:nvPr/>
        </p:nvGrpSpPr>
        <p:grpSpPr>
          <a:xfrm>
            <a:off x="2621810" y="1541821"/>
            <a:ext cx="379918" cy="366038"/>
            <a:chOff x="-63665750" y="1914325"/>
            <a:chExt cx="328450" cy="316450"/>
          </a:xfrm>
        </p:grpSpPr>
        <p:sp>
          <p:nvSpPr>
            <p:cNvPr id="9625" name="Google Shape;9625;p78"/>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8"/>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78"/>
          <p:cNvGrpSpPr/>
          <p:nvPr/>
        </p:nvGrpSpPr>
        <p:grpSpPr>
          <a:xfrm>
            <a:off x="2626814" y="2020865"/>
            <a:ext cx="369913" cy="368554"/>
            <a:chOff x="-63666550" y="2278975"/>
            <a:chExt cx="319800" cy="318625"/>
          </a:xfrm>
        </p:grpSpPr>
        <p:sp>
          <p:nvSpPr>
            <p:cNvPr id="9628" name="Google Shape;9628;p78"/>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8"/>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78"/>
          <p:cNvGrpSpPr/>
          <p:nvPr/>
        </p:nvGrpSpPr>
        <p:grpSpPr>
          <a:xfrm>
            <a:off x="2624081" y="2486890"/>
            <a:ext cx="375378" cy="367397"/>
            <a:chOff x="-63669700" y="2646600"/>
            <a:chExt cx="324525" cy="317625"/>
          </a:xfrm>
        </p:grpSpPr>
        <p:sp>
          <p:nvSpPr>
            <p:cNvPr id="9631" name="Google Shape;9631;p78"/>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8"/>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78"/>
          <p:cNvGrpSpPr/>
          <p:nvPr/>
        </p:nvGrpSpPr>
        <p:grpSpPr>
          <a:xfrm>
            <a:off x="1286361" y="2960218"/>
            <a:ext cx="366269" cy="366732"/>
            <a:chOff x="-61784125" y="1931250"/>
            <a:chExt cx="316650" cy="317050"/>
          </a:xfrm>
        </p:grpSpPr>
        <p:sp>
          <p:nvSpPr>
            <p:cNvPr id="9634" name="Google Shape;9634;p78"/>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8"/>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8"/>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8"/>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78"/>
          <p:cNvGrpSpPr/>
          <p:nvPr/>
        </p:nvGrpSpPr>
        <p:grpSpPr>
          <a:xfrm>
            <a:off x="1286360" y="3396465"/>
            <a:ext cx="366269" cy="366269"/>
            <a:chOff x="-61783350" y="2297100"/>
            <a:chExt cx="316650" cy="316650"/>
          </a:xfrm>
        </p:grpSpPr>
        <p:sp>
          <p:nvSpPr>
            <p:cNvPr id="9639" name="Google Shape;9639;p78"/>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8"/>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78"/>
          <p:cNvGrpSpPr/>
          <p:nvPr/>
        </p:nvGrpSpPr>
        <p:grpSpPr>
          <a:xfrm>
            <a:off x="1286360" y="3837548"/>
            <a:ext cx="366269" cy="369305"/>
            <a:chOff x="-61782550" y="2664925"/>
            <a:chExt cx="316650" cy="319275"/>
          </a:xfrm>
        </p:grpSpPr>
        <p:sp>
          <p:nvSpPr>
            <p:cNvPr id="9642" name="Google Shape;9642;p78"/>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8"/>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8"/>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78"/>
          <p:cNvGrpSpPr/>
          <p:nvPr/>
        </p:nvGrpSpPr>
        <p:grpSpPr>
          <a:xfrm>
            <a:off x="3508137" y="2968936"/>
            <a:ext cx="367165" cy="349294"/>
            <a:chOff x="-59889100" y="1945025"/>
            <a:chExt cx="317425" cy="301975"/>
          </a:xfrm>
        </p:grpSpPr>
        <p:sp>
          <p:nvSpPr>
            <p:cNvPr id="9646" name="Google Shape;9646;p78"/>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8"/>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8"/>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8"/>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0" name="Google Shape;9650;p78"/>
          <p:cNvSpPr/>
          <p:nvPr/>
        </p:nvSpPr>
        <p:spPr>
          <a:xfrm>
            <a:off x="3501697" y="34360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1" name="Google Shape;9651;p78"/>
          <p:cNvGrpSpPr/>
          <p:nvPr/>
        </p:nvGrpSpPr>
        <p:grpSpPr>
          <a:xfrm>
            <a:off x="3507226" y="3839471"/>
            <a:ext cx="368987" cy="365459"/>
            <a:chOff x="-59889100" y="2671925"/>
            <a:chExt cx="319000" cy="315950"/>
          </a:xfrm>
        </p:grpSpPr>
        <p:sp>
          <p:nvSpPr>
            <p:cNvPr id="9652" name="Google Shape;9652;p78"/>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8"/>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8"/>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8"/>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78"/>
          <p:cNvGrpSpPr/>
          <p:nvPr/>
        </p:nvGrpSpPr>
        <p:grpSpPr>
          <a:xfrm>
            <a:off x="2620204" y="4281976"/>
            <a:ext cx="367165" cy="366269"/>
            <a:chOff x="-59092025" y="2296300"/>
            <a:chExt cx="317425" cy="316650"/>
          </a:xfrm>
        </p:grpSpPr>
        <p:sp>
          <p:nvSpPr>
            <p:cNvPr id="9657" name="Google Shape;9657;p78"/>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8"/>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78"/>
          <p:cNvGrpSpPr/>
          <p:nvPr/>
        </p:nvGrpSpPr>
        <p:grpSpPr>
          <a:xfrm>
            <a:off x="4865611" y="1532895"/>
            <a:ext cx="353174" cy="347599"/>
            <a:chOff x="683125" y="1955275"/>
            <a:chExt cx="299325" cy="294600"/>
          </a:xfrm>
        </p:grpSpPr>
        <p:sp>
          <p:nvSpPr>
            <p:cNvPr id="9660" name="Google Shape;9660;p78"/>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8"/>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8"/>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8"/>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78"/>
          <p:cNvGrpSpPr/>
          <p:nvPr/>
        </p:nvGrpSpPr>
        <p:grpSpPr>
          <a:xfrm>
            <a:off x="4866541" y="1983453"/>
            <a:ext cx="351315" cy="349486"/>
            <a:chOff x="685475" y="2318350"/>
            <a:chExt cx="297750" cy="296200"/>
          </a:xfrm>
        </p:grpSpPr>
        <p:sp>
          <p:nvSpPr>
            <p:cNvPr id="9665" name="Google Shape;9665;p78"/>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8"/>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8"/>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8" name="Google Shape;9668;p78"/>
          <p:cNvSpPr/>
          <p:nvPr/>
        </p:nvSpPr>
        <p:spPr>
          <a:xfrm>
            <a:off x="4867924" y="24252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9" name="Google Shape;9669;p78"/>
          <p:cNvGrpSpPr/>
          <p:nvPr/>
        </p:nvGrpSpPr>
        <p:grpSpPr>
          <a:xfrm>
            <a:off x="7094699" y="1532659"/>
            <a:ext cx="309517" cy="348071"/>
            <a:chOff x="2523000" y="1954875"/>
            <a:chExt cx="262325" cy="295000"/>
          </a:xfrm>
        </p:grpSpPr>
        <p:sp>
          <p:nvSpPr>
            <p:cNvPr id="9670" name="Google Shape;9670;p78"/>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8"/>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78"/>
          <p:cNvGrpSpPr/>
          <p:nvPr/>
        </p:nvGrpSpPr>
        <p:grpSpPr>
          <a:xfrm>
            <a:off x="7073800" y="1983925"/>
            <a:ext cx="351315" cy="348542"/>
            <a:chOff x="2508825" y="2318350"/>
            <a:chExt cx="297750" cy="295400"/>
          </a:xfrm>
        </p:grpSpPr>
        <p:sp>
          <p:nvSpPr>
            <p:cNvPr id="9673" name="Google Shape;9673;p78"/>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8"/>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5" name="Google Shape;9675;p78"/>
          <p:cNvSpPr/>
          <p:nvPr/>
        </p:nvSpPr>
        <p:spPr>
          <a:xfrm>
            <a:off x="7074663" y="24252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6" name="Google Shape;9676;p78"/>
          <p:cNvGrpSpPr/>
          <p:nvPr/>
        </p:nvGrpSpPr>
        <p:grpSpPr>
          <a:xfrm>
            <a:off x="5747373" y="2897978"/>
            <a:ext cx="347599" cy="348513"/>
            <a:chOff x="4321150" y="1946600"/>
            <a:chExt cx="294600" cy="295375"/>
          </a:xfrm>
        </p:grpSpPr>
        <p:sp>
          <p:nvSpPr>
            <p:cNvPr id="9677" name="Google Shape;9677;p78"/>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8"/>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8"/>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0" name="Google Shape;9680;p78"/>
          <p:cNvSpPr/>
          <p:nvPr/>
        </p:nvSpPr>
        <p:spPr>
          <a:xfrm>
            <a:off x="5744000" y="33980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8"/>
          <p:cNvSpPr/>
          <p:nvPr/>
        </p:nvSpPr>
        <p:spPr>
          <a:xfrm>
            <a:off x="5744472" y="38362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8"/>
          <p:cNvSpPr/>
          <p:nvPr/>
        </p:nvSpPr>
        <p:spPr>
          <a:xfrm>
            <a:off x="8020096" y="28988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8"/>
          <p:cNvSpPr/>
          <p:nvPr/>
        </p:nvSpPr>
        <p:spPr>
          <a:xfrm>
            <a:off x="5310365" y="15319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4" name="Google Shape;9684;p78"/>
          <p:cNvGrpSpPr/>
          <p:nvPr/>
        </p:nvGrpSpPr>
        <p:grpSpPr>
          <a:xfrm>
            <a:off x="5309921" y="1983925"/>
            <a:ext cx="352230" cy="348542"/>
            <a:chOff x="1049375" y="2318350"/>
            <a:chExt cx="298525" cy="295400"/>
          </a:xfrm>
        </p:grpSpPr>
        <p:sp>
          <p:nvSpPr>
            <p:cNvPr id="9685" name="Google Shape;9685;p78"/>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8"/>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8"/>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8"/>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78"/>
          <p:cNvGrpSpPr/>
          <p:nvPr/>
        </p:nvGrpSpPr>
        <p:grpSpPr>
          <a:xfrm>
            <a:off x="5310393" y="2424376"/>
            <a:ext cx="351286" cy="351286"/>
            <a:chOff x="1049375" y="2680675"/>
            <a:chExt cx="297725" cy="297725"/>
          </a:xfrm>
        </p:grpSpPr>
        <p:sp>
          <p:nvSpPr>
            <p:cNvPr id="9690" name="Google Shape;9690;p78"/>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8"/>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78"/>
          <p:cNvGrpSpPr/>
          <p:nvPr/>
        </p:nvGrpSpPr>
        <p:grpSpPr>
          <a:xfrm>
            <a:off x="7523845" y="1532423"/>
            <a:ext cx="348513" cy="348542"/>
            <a:chOff x="2872725" y="1954475"/>
            <a:chExt cx="295375" cy="295400"/>
          </a:xfrm>
        </p:grpSpPr>
        <p:sp>
          <p:nvSpPr>
            <p:cNvPr id="9693" name="Google Shape;9693;p78"/>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8"/>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8"/>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78"/>
          <p:cNvGrpSpPr/>
          <p:nvPr/>
        </p:nvGrpSpPr>
        <p:grpSpPr>
          <a:xfrm>
            <a:off x="7545216" y="1982996"/>
            <a:ext cx="305771" cy="350401"/>
            <a:chOff x="2890050" y="2318350"/>
            <a:chExt cx="259150" cy="296975"/>
          </a:xfrm>
        </p:grpSpPr>
        <p:sp>
          <p:nvSpPr>
            <p:cNvPr id="9697" name="Google Shape;9697;p78"/>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8"/>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9" name="Google Shape;9699;p78"/>
          <p:cNvSpPr/>
          <p:nvPr/>
        </p:nvSpPr>
        <p:spPr>
          <a:xfrm>
            <a:off x="7585093" y="24247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0" name="Google Shape;9700;p78"/>
          <p:cNvGrpSpPr/>
          <p:nvPr/>
        </p:nvGrpSpPr>
        <p:grpSpPr>
          <a:xfrm>
            <a:off x="6187732" y="2898450"/>
            <a:ext cx="347569" cy="347569"/>
            <a:chOff x="4685050" y="1945825"/>
            <a:chExt cx="294575" cy="294575"/>
          </a:xfrm>
        </p:grpSpPr>
        <p:sp>
          <p:nvSpPr>
            <p:cNvPr id="9701" name="Google Shape;9701;p78"/>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8"/>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8"/>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8"/>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8"/>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6" name="Google Shape;9706;p78"/>
          <p:cNvSpPr/>
          <p:nvPr/>
        </p:nvSpPr>
        <p:spPr>
          <a:xfrm>
            <a:off x="6187137" y="33873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8"/>
          <p:cNvSpPr/>
          <p:nvPr/>
        </p:nvSpPr>
        <p:spPr>
          <a:xfrm>
            <a:off x="6208050" y="38352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8" name="Google Shape;9708;p78"/>
          <p:cNvGrpSpPr/>
          <p:nvPr/>
        </p:nvGrpSpPr>
        <p:grpSpPr>
          <a:xfrm>
            <a:off x="7958004" y="3387425"/>
            <a:ext cx="348513" cy="347599"/>
            <a:chOff x="6131900" y="2301825"/>
            <a:chExt cx="295375" cy="294600"/>
          </a:xfrm>
        </p:grpSpPr>
        <p:sp>
          <p:nvSpPr>
            <p:cNvPr id="9709" name="Google Shape;9709;p78"/>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8"/>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8"/>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8"/>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78"/>
          <p:cNvGrpSpPr/>
          <p:nvPr/>
        </p:nvGrpSpPr>
        <p:grpSpPr>
          <a:xfrm>
            <a:off x="5753997" y="1531966"/>
            <a:ext cx="351315" cy="349457"/>
            <a:chOff x="1412450" y="1954475"/>
            <a:chExt cx="297750" cy="296175"/>
          </a:xfrm>
        </p:grpSpPr>
        <p:sp>
          <p:nvSpPr>
            <p:cNvPr id="9714" name="Google Shape;9714;p78"/>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8"/>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6" name="Google Shape;9716;p78"/>
          <p:cNvSpPr/>
          <p:nvPr/>
        </p:nvSpPr>
        <p:spPr>
          <a:xfrm>
            <a:off x="5755346" y="19852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7" name="Google Shape;9717;p78"/>
          <p:cNvGrpSpPr/>
          <p:nvPr/>
        </p:nvGrpSpPr>
        <p:grpSpPr>
          <a:xfrm>
            <a:off x="5753997" y="2424494"/>
            <a:ext cx="351315" cy="351050"/>
            <a:chOff x="1413250" y="2680675"/>
            <a:chExt cx="297750" cy="297525"/>
          </a:xfrm>
        </p:grpSpPr>
        <p:sp>
          <p:nvSpPr>
            <p:cNvPr id="9718" name="Google Shape;9718;p78"/>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8"/>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8"/>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8"/>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2" name="Google Shape;9722;p78"/>
          <p:cNvSpPr/>
          <p:nvPr/>
        </p:nvSpPr>
        <p:spPr>
          <a:xfrm>
            <a:off x="8012357" y="15319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8"/>
          <p:cNvSpPr/>
          <p:nvPr/>
        </p:nvSpPr>
        <p:spPr>
          <a:xfrm>
            <a:off x="7964498" y="19841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8"/>
          <p:cNvSpPr/>
          <p:nvPr/>
        </p:nvSpPr>
        <p:spPr>
          <a:xfrm>
            <a:off x="7971931" y="24252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5" name="Google Shape;9725;p78"/>
          <p:cNvGrpSpPr/>
          <p:nvPr/>
        </p:nvGrpSpPr>
        <p:grpSpPr>
          <a:xfrm>
            <a:off x="6630407" y="2898111"/>
            <a:ext cx="350371" cy="348247"/>
            <a:chOff x="5045775" y="1946400"/>
            <a:chExt cx="296950" cy="295150"/>
          </a:xfrm>
        </p:grpSpPr>
        <p:sp>
          <p:nvSpPr>
            <p:cNvPr id="9726" name="Google Shape;9726;p78"/>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8"/>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8" name="Google Shape;9728;p78"/>
          <p:cNvGrpSpPr/>
          <p:nvPr/>
        </p:nvGrpSpPr>
        <p:grpSpPr>
          <a:xfrm>
            <a:off x="6629006" y="3406938"/>
            <a:ext cx="353174" cy="308573"/>
            <a:chOff x="5046550" y="2327025"/>
            <a:chExt cx="299325" cy="261525"/>
          </a:xfrm>
        </p:grpSpPr>
        <p:sp>
          <p:nvSpPr>
            <p:cNvPr id="9729" name="Google Shape;9729;p78"/>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8"/>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8"/>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2" name="Google Shape;9732;p78"/>
          <p:cNvSpPr/>
          <p:nvPr/>
        </p:nvSpPr>
        <p:spPr>
          <a:xfrm>
            <a:off x="6707866" y="38352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3" name="Google Shape;9733;p78"/>
          <p:cNvGrpSpPr/>
          <p:nvPr/>
        </p:nvGrpSpPr>
        <p:grpSpPr>
          <a:xfrm>
            <a:off x="7956604" y="3836276"/>
            <a:ext cx="351315" cy="348513"/>
            <a:chOff x="6167350" y="2672800"/>
            <a:chExt cx="297750" cy="295375"/>
          </a:xfrm>
        </p:grpSpPr>
        <p:sp>
          <p:nvSpPr>
            <p:cNvPr id="9734" name="Google Shape;9734;p78"/>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8"/>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8"/>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8"/>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8"/>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78"/>
          <p:cNvGrpSpPr/>
          <p:nvPr/>
        </p:nvGrpSpPr>
        <p:grpSpPr>
          <a:xfrm>
            <a:off x="6197601" y="1531509"/>
            <a:ext cx="347599" cy="350371"/>
            <a:chOff x="1777925" y="1953700"/>
            <a:chExt cx="294600" cy="296950"/>
          </a:xfrm>
        </p:grpSpPr>
        <p:sp>
          <p:nvSpPr>
            <p:cNvPr id="9740" name="Google Shape;9740;p78"/>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8"/>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8"/>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8"/>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78"/>
          <p:cNvGrpSpPr/>
          <p:nvPr/>
        </p:nvGrpSpPr>
        <p:grpSpPr>
          <a:xfrm>
            <a:off x="6213411" y="1984397"/>
            <a:ext cx="315977" cy="347599"/>
            <a:chOff x="1790525" y="2319150"/>
            <a:chExt cx="267800" cy="294600"/>
          </a:xfrm>
        </p:grpSpPr>
        <p:sp>
          <p:nvSpPr>
            <p:cNvPr id="9745" name="Google Shape;9745;p78"/>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8"/>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7" name="Google Shape;9747;p78"/>
          <p:cNvSpPr/>
          <p:nvPr/>
        </p:nvSpPr>
        <p:spPr>
          <a:xfrm>
            <a:off x="6196153" y="24247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8" name="Google Shape;9748;p78"/>
          <p:cNvGrpSpPr/>
          <p:nvPr/>
        </p:nvGrpSpPr>
        <p:grpSpPr>
          <a:xfrm>
            <a:off x="4866386" y="2897963"/>
            <a:ext cx="349457" cy="348542"/>
            <a:chOff x="3599700" y="1954475"/>
            <a:chExt cx="296175" cy="295400"/>
          </a:xfrm>
        </p:grpSpPr>
        <p:sp>
          <p:nvSpPr>
            <p:cNvPr id="9749" name="Google Shape;9749;p78"/>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8"/>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8"/>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78"/>
          <p:cNvGrpSpPr/>
          <p:nvPr/>
        </p:nvGrpSpPr>
        <p:grpSpPr>
          <a:xfrm>
            <a:off x="4867316" y="3387426"/>
            <a:ext cx="347599" cy="347599"/>
            <a:chOff x="3601275" y="2319150"/>
            <a:chExt cx="294600" cy="294600"/>
          </a:xfrm>
        </p:grpSpPr>
        <p:sp>
          <p:nvSpPr>
            <p:cNvPr id="9753" name="Google Shape;9753;p78"/>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8"/>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5" name="Google Shape;9755;p78"/>
          <p:cNvSpPr/>
          <p:nvPr/>
        </p:nvSpPr>
        <p:spPr>
          <a:xfrm>
            <a:off x="4866749" y="38362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6" name="Google Shape;9756;p78"/>
          <p:cNvGrpSpPr/>
          <p:nvPr/>
        </p:nvGrpSpPr>
        <p:grpSpPr>
          <a:xfrm>
            <a:off x="7087019" y="2897521"/>
            <a:ext cx="328071" cy="349427"/>
            <a:chOff x="5421475" y="1945825"/>
            <a:chExt cx="278050" cy="296150"/>
          </a:xfrm>
        </p:grpSpPr>
        <p:sp>
          <p:nvSpPr>
            <p:cNvPr id="9757" name="Google Shape;9757;p78"/>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8"/>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8"/>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8"/>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8"/>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8"/>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8"/>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8"/>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5" name="Google Shape;9765;p78"/>
          <p:cNvSpPr/>
          <p:nvPr/>
        </p:nvSpPr>
        <p:spPr>
          <a:xfrm>
            <a:off x="7074326" y="33855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6" name="Google Shape;9766;p78"/>
          <p:cNvGrpSpPr/>
          <p:nvPr/>
        </p:nvGrpSpPr>
        <p:grpSpPr>
          <a:xfrm>
            <a:off x="7075869" y="3898073"/>
            <a:ext cx="350371" cy="224918"/>
            <a:chOff x="5411225" y="2726350"/>
            <a:chExt cx="296950" cy="190625"/>
          </a:xfrm>
        </p:grpSpPr>
        <p:sp>
          <p:nvSpPr>
            <p:cNvPr id="9767" name="Google Shape;9767;p78"/>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8"/>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78"/>
          <p:cNvGrpSpPr/>
          <p:nvPr/>
        </p:nvGrpSpPr>
        <p:grpSpPr>
          <a:xfrm>
            <a:off x="6185904" y="4287346"/>
            <a:ext cx="351286" cy="326390"/>
            <a:chOff x="6524150" y="1938725"/>
            <a:chExt cx="297725" cy="276625"/>
          </a:xfrm>
        </p:grpSpPr>
        <p:sp>
          <p:nvSpPr>
            <p:cNvPr id="9770" name="Google Shape;9770;p78"/>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8"/>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8"/>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8"/>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4" name="Google Shape;9774;p78"/>
          <p:cNvGrpSpPr/>
          <p:nvPr/>
        </p:nvGrpSpPr>
        <p:grpSpPr>
          <a:xfrm>
            <a:off x="6637536" y="1531966"/>
            <a:ext cx="350401" cy="349457"/>
            <a:chOff x="2141000" y="1954475"/>
            <a:chExt cx="296975" cy="296175"/>
          </a:xfrm>
        </p:grpSpPr>
        <p:sp>
          <p:nvSpPr>
            <p:cNvPr id="9775" name="Google Shape;9775;p78"/>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8"/>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8"/>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8"/>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78"/>
          <p:cNvGrpSpPr/>
          <p:nvPr/>
        </p:nvGrpSpPr>
        <p:grpSpPr>
          <a:xfrm>
            <a:off x="6631047" y="1983807"/>
            <a:ext cx="363380" cy="348778"/>
            <a:chOff x="2140225" y="2318650"/>
            <a:chExt cx="307975" cy="295600"/>
          </a:xfrm>
        </p:grpSpPr>
        <p:sp>
          <p:nvSpPr>
            <p:cNvPr id="9780" name="Google Shape;9780;p78"/>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8"/>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78"/>
          <p:cNvGrpSpPr/>
          <p:nvPr/>
        </p:nvGrpSpPr>
        <p:grpSpPr>
          <a:xfrm>
            <a:off x="6636607" y="2425305"/>
            <a:ext cx="352259" cy="349427"/>
            <a:chOff x="2139425" y="2682250"/>
            <a:chExt cx="298550" cy="296150"/>
          </a:xfrm>
        </p:grpSpPr>
        <p:sp>
          <p:nvSpPr>
            <p:cNvPr id="9783" name="Google Shape;9783;p78"/>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8"/>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8"/>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8"/>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78"/>
          <p:cNvGrpSpPr/>
          <p:nvPr/>
        </p:nvGrpSpPr>
        <p:grpSpPr>
          <a:xfrm>
            <a:off x="5301219" y="2939791"/>
            <a:ext cx="350401" cy="264888"/>
            <a:chOff x="3962775" y="1990700"/>
            <a:chExt cx="296975" cy="224500"/>
          </a:xfrm>
        </p:grpSpPr>
        <p:sp>
          <p:nvSpPr>
            <p:cNvPr id="9788" name="Google Shape;9788;p78"/>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8"/>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8"/>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8"/>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78"/>
          <p:cNvGrpSpPr/>
          <p:nvPr/>
        </p:nvGrpSpPr>
        <p:grpSpPr>
          <a:xfrm>
            <a:off x="5301691" y="3386497"/>
            <a:ext cx="349457" cy="349457"/>
            <a:chOff x="3963575" y="2317575"/>
            <a:chExt cx="296175" cy="296175"/>
          </a:xfrm>
        </p:grpSpPr>
        <p:sp>
          <p:nvSpPr>
            <p:cNvPr id="9793" name="Google Shape;9793;p78"/>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8"/>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8"/>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8"/>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8"/>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8"/>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8"/>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8"/>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8"/>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8"/>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8"/>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8"/>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8"/>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8"/>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8"/>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8"/>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9" name="Google Shape;9809;p78"/>
          <p:cNvGrpSpPr/>
          <p:nvPr/>
        </p:nvGrpSpPr>
        <p:grpSpPr>
          <a:xfrm>
            <a:off x="5301691" y="3836276"/>
            <a:ext cx="349457" cy="348513"/>
            <a:chOff x="3962775" y="2683025"/>
            <a:chExt cx="296175" cy="295375"/>
          </a:xfrm>
        </p:grpSpPr>
        <p:sp>
          <p:nvSpPr>
            <p:cNvPr id="9810" name="Google Shape;9810;p78"/>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8"/>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8"/>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3" name="Google Shape;9813;p78"/>
          <p:cNvSpPr/>
          <p:nvPr/>
        </p:nvSpPr>
        <p:spPr>
          <a:xfrm>
            <a:off x="7513275" y="28979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4" name="Google Shape;9814;p78"/>
          <p:cNvGrpSpPr/>
          <p:nvPr/>
        </p:nvGrpSpPr>
        <p:grpSpPr>
          <a:xfrm>
            <a:off x="7516228" y="3386968"/>
            <a:ext cx="348513" cy="348513"/>
            <a:chOff x="5775900" y="2308125"/>
            <a:chExt cx="295375" cy="295375"/>
          </a:xfrm>
        </p:grpSpPr>
        <p:sp>
          <p:nvSpPr>
            <p:cNvPr id="9815" name="Google Shape;9815;p78"/>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8"/>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8"/>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8"/>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8"/>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78"/>
          <p:cNvGrpSpPr/>
          <p:nvPr/>
        </p:nvGrpSpPr>
        <p:grpSpPr>
          <a:xfrm>
            <a:off x="7537142" y="3835804"/>
            <a:ext cx="306686" cy="349457"/>
            <a:chOff x="5794025" y="2673575"/>
            <a:chExt cx="259925" cy="296175"/>
          </a:xfrm>
        </p:grpSpPr>
        <p:sp>
          <p:nvSpPr>
            <p:cNvPr id="9821" name="Google Shape;9821;p78"/>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8"/>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3" name="Google Shape;9823;p78"/>
          <p:cNvSpPr/>
          <p:nvPr/>
        </p:nvSpPr>
        <p:spPr>
          <a:xfrm>
            <a:off x="6637977" y="43068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27" name="Shape 9827"/>
        <p:cNvGrpSpPr/>
        <p:nvPr/>
      </p:nvGrpSpPr>
      <p:grpSpPr>
        <a:xfrm>
          <a:off x="0" y="0"/>
          <a:ext cx="0" cy="0"/>
          <a:chOff x="0" y="0"/>
          <a:chExt cx="0" cy="0"/>
        </a:xfrm>
      </p:grpSpPr>
      <p:sp>
        <p:nvSpPr>
          <p:cNvPr id="9828" name="Google Shape;9828;p7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829" name="Google Shape;9829;p7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9830" name="Google Shape;9830;p79"/>
          <p:cNvGrpSpPr/>
          <p:nvPr/>
        </p:nvGrpSpPr>
        <p:grpSpPr>
          <a:xfrm>
            <a:off x="882957" y="1534450"/>
            <a:ext cx="292442" cy="355741"/>
            <a:chOff x="-35830350" y="1912725"/>
            <a:chExt cx="241050" cy="293225"/>
          </a:xfrm>
        </p:grpSpPr>
        <p:sp>
          <p:nvSpPr>
            <p:cNvPr id="9831" name="Google Shape;9831;p79"/>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9"/>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79"/>
          <p:cNvGrpSpPr/>
          <p:nvPr/>
        </p:nvGrpSpPr>
        <p:grpSpPr>
          <a:xfrm>
            <a:off x="851444" y="1994048"/>
            <a:ext cx="355468" cy="353587"/>
            <a:chOff x="-35854750" y="2272675"/>
            <a:chExt cx="293000" cy="291450"/>
          </a:xfrm>
        </p:grpSpPr>
        <p:sp>
          <p:nvSpPr>
            <p:cNvPr id="9834" name="Google Shape;9834;p79"/>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9"/>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9"/>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79"/>
          <p:cNvGrpSpPr/>
          <p:nvPr/>
        </p:nvGrpSpPr>
        <p:grpSpPr>
          <a:xfrm>
            <a:off x="850958" y="2448634"/>
            <a:ext cx="356438" cy="354558"/>
            <a:chOff x="-35853975" y="2631825"/>
            <a:chExt cx="293800" cy="292250"/>
          </a:xfrm>
        </p:grpSpPr>
        <p:sp>
          <p:nvSpPr>
            <p:cNvPr id="9838" name="Google Shape;9838;p79"/>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9"/>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9"/>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9"/>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9"/>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79"/>
          <p:cNvGrpSpPr/>
          <p:nvPr/>
        </p:nvGrpSpPr>
        <p:grpSpPr>
          <a:xfrm>
            <a:off x="3089562" y="1535527"/>
            <a:ext cx="353587" cy="353587"/>
            <a:chOff x="-34032200" y="1916675"/>
            <a:chExt cx="291450" cy="291450"/>
          </a:xfrm>
        </p:grpSpPr>
        <p:sp>
          <p:nvSpPr>
            <p:cNvPr id="9844" name="Google Shape;9844;p79"/>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9"/>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9"/>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9"/>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8" name="Google Shape;9848;p79"/>
          <p:cNvSpPr/>
          <p:nvPr/>
        </p:nvSpPr>
        <p:spPr>
          <a:xfrm>
            <a:off x="3086014" y="1992728"/>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9" name="Google Shape;9849;p79"/>
          <p:cNvGrpSpPr/>
          <p:nvPr/>
        </p:nvGrpSpPr>
        <p:grpSpPr>
          <a:xfrm>
            <a:off x="3089092" y="2448634"/>
            <a:ext cx="354527" cy="354558"/>
            <a:chOff x="-34032200" y="2634975"/>
            <a:chExt cx="292225" cy="292250"/>
          </a:xfrm>
        </p:grpSpPr>
        <p:sp>
          <p:nvSpPr>
            <p:cNvPr id="9850" name="Google Shape;9850;p79"/>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9"/>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9"/>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79"/>
          <p:cNvGrpSpPr/>
          <p:nvPr/>
        </p:nvGrpSpPr>
        <p:grpSpPr>
          <a:xfrm>
            <a:off x="1739487" y="2914882"/>
            <a:ext cx="358379" cy="354527"/>
            <a:chOff x="-32245875" y="1938725"/>
            <a:chExt cx="295400" cy="292225"/>
          </a:xfrm>
        </p:grpSpPr>
        <p:sp>
          <p:nvSpPr>
            <p:cNvPr id="9854" name="Google Shape;9854;p79"/>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9"/>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9"/>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79"/>
          <p:cNvGrpSpPr/>
          <p:nvPr/>
        </p:nvGrpSpPr>
        <p:grpSpPr>
          <a:xfrm>
            <a:off x="1736150" y="3384280"/>
            <a:ext cx="365052" cy="352162"/>
            <a:chOff x="-32243500" y="2299850"/>
            <a:chExt cx="300900" cy="290275"/>
          </a:xfrm>
        </p:grpSpPr>
        <p:sp>
          <p:nvSpPr>
            <p:cNvPr id="9858" name="Google Shape;9858;p79"/>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9"/>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0" name="Google Shape;9860;p79"/>
          <p:cNvSpPr/>
          <p:nvPr/>
        </p:nvSpPr>
        <p:spPr>
          <a:xfrm>
            <a:off x="1737541" y="3844649"/>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1" name="Google Shape;9861;p79"/>
          <p:cNvGrpSpPr/>
          <p:nvPr/>
        </p:nvGrpSpPr>
        <p:grpSpPr>
          <a:xfrm>
            <a:off x="1299432" y="1534571"/>
            <a:ext cx="354527" cy="355498"/>
            <a:chOff x="-35495600" y="1912725"/>
            <a:chExt cx="292225" cy="293025"/>
          </a:xfrm>
        </p:grpSpPr>
        <p:sp>
          <p:nvSpPr>
            <p:cNvPr id="9862" name="Google Shape;9862;p79"/>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9"/>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9"/>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5" name="Google Shape;9865;p79"/>
          <p:cNvSpPr/>
          <p:nvPr/>
        </p:nvSpPr>
        <p:spPr>
          <a:xfrm>
            <a:off x="1295266" y="1993775"/>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6" name="Google Shape;9866;p79"/>
          <p:cNvGrpSpPr/>
          <p:nvPr/>
        </p:nvGrpSpPr>
        <p:grpSpPr>
          <a:xfrm>
            <a:off x="1299432" y="2449119"/>
            <a:ext cx="354527" cy="353587"/>
            <a:chOff x="-35495600" y="2631825"/>
            <a:chExt cx="292225" cy="291450"/>
          </a:xfrm>
        </p:grpSpPr>
        <p:sp>
          <p:nvSpPr>
            <p:cNvPr id="9867" name="Google Shape;9867;p79"/>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9"/>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9"/>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9"/>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79"/>
          <p:cNvGrpSpPr/>
          <p:nvPr/>
        </p:nvGrpSpPr>
        <p:grpSpPr>
          <a:xfrm>
            <a:off x="3537081" y="1535527"/>
            <a:ext cx="353587" cy="353587"/>
            <a:chOff x="-33673825" y="1916675"/>
            <a:chExt cx="291450" cy="291450"/>
          </a:xfrm>
        </p:grpSpPr>
        <p:sp>
          <p:nvSpPr>
            <p:cNvPr id="9872" name="Google Shape;9872;p79"/>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9"/>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9"/>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9"/>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79"/>
          <p:cNvGrpSpPr/>
          <p:nvPr/>
        </p:nvGrpSpPr>
        <p:grpSpPr>
          <a:xfrm>
            <a:off x="3534700" y="1993107"/>
            <a:ext cx="358349" cy="355468"/>
            <a:chOff x="-33676975" y="2275050"/>
            <a:chExt cx="295375" cy="293000"/>
          </a:xfrm>
        </p:grpSpPr>
        <p:sp>
          <p:nvSpPr>
            <p:cNvPr id="9877" name="Google Shape;9877;p79"/>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9"/>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9"/>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79"/>
          <p:cNvGrpSpPr/>
          <p:nvPr/>
        </p:nvGrpSpPr>
        <p:grpSpPr>
          <a:xfrm>
            <a:off x="3537081" y="2448406"/>
            <a:ext cx="353587" cy="355013"/>
            <a:chOff x="-33673825" y="2634975"/>
            <a:chExt cx="291450" cy="292625"/>
          </a:xfrm>
        </p:grpSpPr>
        <p:sp>
          <p:nvSpPr>
            <p:cNvPr id="9881" name="Google Shape;9881;p79"/>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9"/>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79"/>
          <p:cNvGrpSpPr/>
          <p:nvPr/>
        </p:nvGrpSpPr>
        <p:grpSpPr>
          <a:xfrm>
            <a:off x="2205089" y="2915322"/>
            <a:ext cx="329687" cy="353648"/>
            <a:chOff x="-31874100" y="1939525"/>
            <a:chExt cx="271750" cy="291500"/>
          </a:xfrm>
        </p:grpSpPr>
        <p:sp>
          <p:nvSpPr>
            <p:cNvPr id="9884" name="Google Shape;9884;p79"/>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9"/>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6" name="Google Shape;9886;p79"/>
          <p:cNvSpPr/>
          <p:nvPr/>
        </p:nvSpPr>
        <p:spPr>
          <a:xfrm>
            <a:off x="2211275" y="3383767"/>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7" name="Google Shape;9887;p79"/>
          <p:cNvGrpSpPr/>
          <p:nvPr/>
        </p:nvGrpSpPr>
        <p:grpSpPr>
          <a:xfrm>
            <a:off x="2186451" y="3844343"/>
            <a:ext cx="366963" cy="352768"/>
            <a:chOff x="-31889075" y="2658950"/>
            <a:chExt cx="302475" cy="290775"/>
          </a:xfrm>
        </p:grpSpPr>
        <p:sp>
          <p:nvSpPr>
            <p:cNvPr id="9888" name="Google Shape;9888;p79"/>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9"/>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0" name="Google Shape;9890;p79"/>
          <p:cNvSpPr/>
          <p:nvPr/>
        </p:nvSpPr>
        <p:spPr>
          <a:xfrm>
            <a:off x="3974577" y="3383282"/>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1" name="Google Shape;9891;p79"/>
          <p:cNvGrpSpPr/>
          <p:nvPr/>
        </p:nvGrpSpPr>
        <p:grpSpPr>
          <a:xfrm>
            <a:off x="1747421" y="1534571"/>
            <a:ext cx="354527" cy="355498"/>
            <a:chOff x="-35136450" y="1912725"/>
            <a:chExt cx="292225" cy="293025"/>
          </a:xfrm>
        </p:grpSpPr>
        <p:sp>
          <p:nvSpPr>
            <p:cNvPr id="9892" name="Google Shape;9892;p79"/>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9"/>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9"/>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79"/>
          <p:cNvGrpSpPr/>
          <p:nvPr/>
        </p:nvGrpSpPr>
        <p:grpSpPr>
          <a:xfrm>
            <a:off x="1747891" y="1993790"/>
            <a:ext cx="353587" cy="354103"/>
            <a:chOff x="-35134875" y="2272675"/>
            <a:chExt cx="291450" cy="291875"/>
          </a:xfrm>
        </p:grpSpPr>
        <p:sp>
          <p:nvSpPr>
            <p:cNvPr id="9896" name="Google Shape;9896;p79"/>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9"/>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9"/>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9"/>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9"/>
          <p:cNvGrpSpPr/>
          <p:nvPr/>
        </p:nvGrpSpPr>
        <p:grpSpPr>
          <a:xfrm>
            <a:off x="1789458" y="2449119"/>
            <a:ext cx="270453" cy="353587"/>
            <a:chOff x="-35101800" y="2631050"/>
            <a:chExt cx="222925" cy="291450"/>
          </a:xfrm>
        </p:grpSpPr>
        <p:sp>
          <p:nvSpPr>
            <p:cNvPr id="9901" name="Google Shape;9901;p79"/>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9"/>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9"/>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9"/>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5" name="Google Shape;9905;p79"/>
          <p:cNvSpPr/>
          <p:nvPr/>
        </p:nvSpPr>
        <p:spPr>
          <a:xfrm>
            <a:off x="3982155" y="1534859"/>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6" name="Google Shape;9906;p79"/>
          <p:cNvGrpSpPr/>
          <p:nvPr/>
        </p:nvGrpSpPr>
        <p:grpSpPr>
          <a:xfrm>
            <a:off x="3977510" y="1993107"/>
            <a:ext cx="353587" cy="355468"/>
            <a:chOff x="-33314675" y="2275050"/>
            <a:chExt cx="291450" cy="293000"/>
          </a:xfrm>
        </p:grpSpPr>
        <p:sp>
          <p:nvSpPr>
            <p:cNvPr id="9907" name="Google Shape;9907;p79"/>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9"/>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9"/>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0" name="Google Shape;9910;p79"/>
          <p:cNvSpPr/>
          <p:nvPr/>
        </p:nvSpPr>
        <p:spPr>
          <a:xfrm>
            <a:off x="3973071" y="2447907"/>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1" name="Google Shape;9911;p79"/>
          <p:cNvGrpSpPr/>
          <p:nvPr/>
        </p:nvGrpSpPr>
        <p:grpSpPr>
          <a:xfrm>
            <a:off x="2639701" y="2915367"/>
            <a:ext cx="353587" cy="353557"/>
            <a:chOff x="-31523625" y="1939525"/>
            <a:chExt cx="291450" cy="291425"/>
          </a:xfrm>
        </p:grpSpPr>
        <p:sp>
          <p:nvSpPr>
            <p:cNvPr id="9912" name="Google Shape;9912;p79"/>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9"/>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9"/>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9"/>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9"/>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9"/>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9"/>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9"/>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9"/>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9"/>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9"/>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79"/>
          <p:cNvGrpSpPr/>
          <p:nvPr/>
        </p:nvGrpSpPr>
        <p:grpSpPr>
          <a:xfrm>
            <a:off x="2638746" y="3383568"/>
            <a:ext cx="355498" cy="353587"/>
            <a:chOff x="-31523625" y="2298675"/>
            <a:chExt cx="293025" cy="291450"/>
          </a:xfrm>
        </p:grpSpPr>
        <p:sp>
          <p:nvSpPr>
            <p:cNvPr id="9924" name="Google Shape;9924;p79"/>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9"/>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9"/>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7" name="Google Shape;9927;p79"/>
          <p:cNvSpPr/>
          <p:nvPr/>
        </p:nvSpPr>
        <p:spPr>
          <a:xfrm>
            <a:off x="2633984" y="3842739"/>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9"/>
          <p:cNvSpPr/>
          <p:nvPr/>
        </p:nvSpPr>
        <p:spPr>
          <a:xfrm>
            <a:off x="3975533" y="3844164"/>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9" name="Google Shape;9929;p79"/>
          <p:cNvGrpSpPr/>
          <p:nvPr/>
        </p:nvGrpSpPr>
        <p:grpSpPr>
          <a:xfrm>
            <a:off x="2205934" y="1535542"/>
            <a:ext cx="331598" cy="353557"/>
            <a:chOff x="-34767825" y="1914325"/>
            <a:chExt cx="273325" cy="291425"/>
          </a:xfrm>
        </p:grpSpPr>
        <p:sp>
          <p:nvSpPr>
            <p:cNvPr id="9930" name="Google Shape;9930;p79"/>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9"/>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9"/>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79"/>
          <p:cNvGrpSpPr/>
          <p:nvPr/>
        </p:nvGrpSpPr>
        <p:grpSpPr>
          <a:xfrm>
            <a:off x="2193513" y="1993092"/>
            <a:ext cx="356438" cy="355498"/>
            <a:chOff x="-34778075" y="2272675"/>
            <a:chExt cx="293800" cy="293025"/>
          </a:xfrm>
        </p:grpSpPr>
        <p:sp>
          <p:nvSpPr>
            <p:cNvPr id="9934" name="Google Shape;9934;p79"/>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9"/>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9"/>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79"/>
          <p:cNvGrpSpPr/>
          <p:nvPr/>
        </p:nvGrpSpPr>
        <p:grpSpPr>
          <a:xfrm>
            <a:off x="2194939" y="2449119"/>
            <a:ext cx="353587" cy="353587"/>
            <a:chOff x="-34776500" y="2631825"/>
            <a:chExt cx="291450" cy="291450"/>
          </a:xfrm>
        </p:grpSpPr>
        <p:sp>
          <p:nvSpPr>
            <p:cNvPr id="9938" name="Google Shape;9938;p79"/>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9"/>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9"/>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79"/>
          <p:cNvGrpSpPr/>
          <p:nvPr/>
        </p:nvGrpSpPr>
        <p:grpSpPr>
          <a:xfrm>
            <a:off x="853628" y="2912973"/>
            <a:ext cx="354527" cy="358349"/>
            <a:chOff x="-32956300" y="1915900"/>
            <a:chExt cx="292225" cy="295375"/>
          </a:xfrm>
        </p:grpSpPr>
        <p:sp>
          <p:nvSpPr>
            <p:cNvPr id="9942" name="Google Shape;9942;p79"/>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9"/>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4" name="Google Shape;9944;p79"/>
          <p:cNvSpPr/>
          <p:nvPr/>
        </p:nvSpPr>
        <p:spPr>
          <a:xfrm>
            <a:off x="850648" y="3383782"/>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9"/>
          <p:cNvSpPr/>
          <p:nvPr/>
        </p:nvSpPr>
        <p:spPr>
          <a:xfrm>
            <a:off x="850162" y="3843679"/>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6" name="Google Shape;9946;p79"/>
          <p:cNvGrpSpPr/>
          <p:nvPr/>
        </p:nvGrpSpPr>
        <p:grpSpPr>
          <a:xfrm>
            <a:off x="3081101" y="2915367"/>
            <a:ext cx="356438" cy="353557"/>
            <a:chOff x="-31166825" y="1939525"/>
            <a:chExt cx="293800" cy="291425"/>
          </a:xfrm>
        </p:grpSpPr>
        <p:sp>
          <p:nvSpPr>
            <p:cNvPr id="9947" name="Google Shape;9947;p79"/>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9"/>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9"/>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9"/>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9"/>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9"/>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9"/>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9"/>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9"/>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9"/>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9"/>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79"/>
          <p:cNvGrpSpPr/>
          <p:nvPr/>
        </p:nvGrpSpPr>
        <p:grpSpPr>
          <a:xfrm>
            <a:off x="3082057" y="3383295"/>
            <a:ext cx="354527" cy="354133"/>
            <a:chOff x="-31165250" y="2298675"/>
            <a:chExt cx="292225" cy="291900"/>
          </a:xfrm>
        </p:grpSpPr>
        <p:sp>
          <p:nvSpPr>
            <p:cNvPr id="9959" name="Google Shape;9959;p79"/>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9"/>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9"/>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79"/>
          <p:cNvGrpSpPr/>
          <p:nvPr/>
        </p:nvGrpSpPr>
        <p:grpSpPr>
          <a:xfrm>
            <a:off x="3082542" y="3843949"/>
            <a:ext cx="353557" cy="353557"/>
            <a:chOff x="-31164450" y="2657050"/>
            <a:chExt cx="291425" cy="291425"/>
          </a:xfrm>
        </p:grpSpPr>
        <p:sp>
          <p:nvSpPr>
            <p:cNvPr id="9963" name="Google Shape;9963;p79"/>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9"/>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9"/>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9"/>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7" name="Google Shape;9967;p79"/>
          <p:cNvSpPr/>
          <p:nvPr/>
        </p:nvSpPr>
        <p:spPr>
          <a:xfrm>
            <a:off x="2188967" y="4264670"/>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8" name="Google Shape;9968;p79"/>
          <p:cNvGrpSpPr/>
          <p:nvPr/>
        </p:nvGrpSpPr>
        <p:grpSpPr>
          <a:xfrm>
            <a:off x="2632987" y="1535178"/>
            <a:ext cx="358349" cy="354285"/>
            <a:chOff x="-34421275" y="1912725"/>
            <a:chExt cx="295375" cy="292025"/>
          </a:xfrm>
        </p:grpSpPr>
        <p:sp>
          <p:nvSpPr>
            <p:cNvPr id="9969" name="Google Shape;9969;p79"/>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9"/>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79"/>
          <p:cNvGrpSpPr/>
          <p:nvPr/>
        </p:nvGrpSpPr>
        <p:grpSpPr>
          <a:xfrm>
            <a:off x="2632032" y="1993093"/>
            <a:ext cx="360260" cy="355498"/>
            <a:chOff x="-34418125" y="2271100"/>
            <a:chExt cx="296950" cy="293025"/>
          </a:xfrm>
        </p:grpSpPr>
        <p:sp>
          <p:nvSpPr>
            <p:cNvPr id="9972" name="Google Shape;9972;p79"/>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9"/>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9"/>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9"/>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9"/>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79"/>
          <p:cNvGrpSpPr/>
          <p:nvPr/>
        </p:nvGrpSpPr>
        <p:grpSpPr>
          <a:xfrm>
            <a:off x="2632987" y="2449119"/>
            <a:ext cx="358349" cy="353587"/>
            <a:chOff x="-34421275" y="2631050"/>
            <a:chExt cx="295375" cy="291450"/>
          </a:xfrm>
        </p:grpSpPr>
        <p:sp>
          <p:nvSpPr>
            <p:cNvPr id="9978" name="Google Shape;9978;p79"/>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9"/>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9"/>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9"/>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2" name="Google Shape;9982;p79"/>
          <p:cNvSpPr/>
          <p:nvPr/>
        </p:nvSpPr>
        <p:spPr>
          <a:xfrm>
            <a:off x="1299154" y="2915050"/>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9"/>
          <p:cNvSpPr/>
          <p:nvPr/>
        </p:nvSpPr>
        <p:spPr>
          <a:xfrm>
            <a:off x="1299154" y="3383782"/>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9"/>
          <p:cNvSpPr/>
          <p:nvPr/>
        </p:nvSpPr>
        <p:spPr>
          <a:xfrm>
            <a:off x="1290085" y="3843815"/>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5" name="Google Shape;9985;p79"/>
          <p:cNvGrpSpPr/>
          <p:nvPr/>
        </p:nvGrpSpPr>
        <p:grpSpPr>
          <a:xfrm>
            <a:off x="3537620" y="2915837"/>
            <a:ext cx="353587" cy="352617"/>
            <a:chOff x="-30805300" y="1938725"/>
            <a:chExt cx="291450" cy="290650"/>
          </a:xfrm>
        </p:grpSpPr>
        <p:sp>
          <p:nvSpPr>
            <p:cNvPr id="9986" name="Google Shape;9986;p79"/>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9"/>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79"/>
          <p:cNvGrpSpPr/>
          <p:nvPr/>
        </p:nvGrpSpPr>
        <p:grpSpPr>
          <a:xfrm>
            <a:off x="3538105" y="3383765"/>
            <a:ext cx="352617" cy="353193"/>
            <a:chOff x="-30805300" y="2298675"/>
            <a:chExt cx="290650" cy="291125"/>
          </a:xfrm>
        </p:grpSpPr>
        <p:sp>
          <p:nvSpPr>
            <p:cNvPr id="9989" name="Google Shape;9989;p79"/>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9"/>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9"/>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9"/>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79"/>
          <p:cNvGrpSpPr/>
          <p:nvPr/>
        </p:nvGrpSpPr>
        <p:grpSpPr>
          <a:xfrm>
            <a:off x="3537635" y="3843949"/>
            <a:ext cx="353557" cy="353557"/>
            <a:chOff x="-30806075" y="2657050"/>
            <a:chExt cx="291425" cy="291425"/>
          </a:xfrm>
        </p:grpSpPr>
        <p:sp>
          <p:nvSpPr>
            <p:cNvPr id="9994" name="Google Shape;9994;p79"/>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9"/>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9"/>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79"/>
          <p:cNvGrpSpPr/>
          <p:nvPr/>
        </p:nvGrpSpPr>
        <p:grpSpPr>
          <a:xfrm>
            <a:off x="2639681" y="4301756"/>
            <a:ext cx="353557" cy="353557"/>
            <a:chOff x="-30064925" y="2332550"/>
            <a:chExt cx="291425" cy="291425"/>
          </a:xfrm>
        </p:grpSpPr>
        <p:sp>
          <p:nvSpPr>
            <p:cNvPr id="9998" name="Google Shape;9998;p79"/>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9"/>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9"/>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79"/>
          <p:cNvGrpSpPr/>
          <p:nvPr/>
        </p:nvGrpSpPr>
        <p:grpSpPr>
          <a:xfrm>
            <a:off x="3983068" y="2911256"/>
            <a:ext cx="348855" cy="347879"/>
            <a:chOff x="2821450" y="2957850"/>
            <a:chExt cx="259275" cy="258550"/>
          </a:xfrm>
        </p:grpSpPr>
        <p:sp>
          <p:nvSpPr>
            <p:cNvPr id="10002" name="Google Shape;10002;p79"/>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9"/>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9"/>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0005" name="Google Shape;10005;p79"/>
          <p:cNvGrpSpPr/>
          <p:nvPr/>
        </p:nvGrpSpPr>
        <p:grpSpPr>
          <a:xfrm>
            <a:off x="4858100" y="1532274"/>
            <a:ext cx="361090" cy="361090"/>
            <a:chOff x="-57970450" y="1903275"/>
            <a:chExt cx="318225" cy="318225"/>
          </a:xfrm>
        </p:grpSpPr>
        <p:sp>
          <p:nvSpPr>
            <p:cNvPr id="10006" name="Google Shape;10006;p79"/>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9"/>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9"/>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9"/>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79"/>
          <p:cNvGrpSpPr/>
          <p:nvPr/>
        </p:nvGrpSpPr>
        <p:grpSpPr>
          <a:xfrm>
            <a:off x="4880000" y="2008231"/>
            <a:ext cx="317290" cy="359303"/>
            <a:chOff x="-57950750" y="2296300"/>
            <a:chExt cx="279625" cy="316650"/>
          </a:xfrm>
        </p:grpSpPr>
        <p:sp>
          <p:nvSpPr>
            <p:cNvPr id="10011" name="Google Shape;10011;p79"/>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9"/>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9"/>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9"/>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5" name="Google Shape;10015;p79"/>
          <p:cNvGrpSpPr/>
          <p:nvPr/>
        </p:nvGrpSpPr>
        <p:grpSpPr>
          <a:xfrm>
            <a:off x="4858214" y="2459907"/>
            <a:ext cx="360863" cy="360211"/>
            <a:chOff x="-57969675" y="2687750"/>
            <a:chExt cx="318025" cy="317450"/>
          </a:xfrm>
        </p:grpSpPr>
        <p:sp>
          <p:nvSpPr>
            <p:cNvPr id="10016" name="Google Shape;10016;p79"/>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9"/>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9"/>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9"/>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79"/>
          <p:cNvGrpSpPr/>
          <p:nvPr/>
        </p:nvGrpSpPr>
        <p:grpSpPr>
          <a:xfrm>
            <a:off x="7067397" y="1532274"/>
            <a:ext cx="363785" cy="361090"/>
            <a:chOff x="-56012425" y="1903275"/>
            <a:chExt cx="320600" cy="318225"/>
          </a:xfrm>
        </p:grpSpPr>
        <p:sp>
          <p:nvSpPr>
            <p:cNvPr id="10021" name="Google Shape;10021;p79"/>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9"/>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79"/>
          <p:cNvGrpSpPr/>
          <p:nvPr/>
        </p:nvGrpSpPr>
        <p:grpSpPr>
          <a:xfrm>
            <a:off x="7068290" y="2006443"/>
            <a:ext cx="361998" cy="361998"/>
            <a:chOff x="-56010850" y="2294725"/>
            <a:chExt cx="319025" cy="319025"/>
          </a:xfrm>
        </p:grpSpPr>
        <p:sp>
          <p:nvSpPr>
            <p:cNvPr id="10024" name="Google Shape;10024;p79"/>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9"/>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9"/>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9"/>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79"/>
          <p:cNvGrpSpPr/>
          <p:nvPr/>
        </p:nvGrpSpPr>
        <p:grpSpPr>
          <a:xfrm>
            <a:off x="7068305" y="2459027"/>
            <a:ext cx="361969" cy="361090"/>
            <a:chOff x="-56010050" y="2686975"/>
            <a:chExt cx="319000" cy="318225"/>
          </a:xfrm>
        </p:grpSpPr>
        <p:sp>
          <p:nvSpPr>
            <p:cNvPr id="10029" name="Google Shape;10029;p79"/>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9"/>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9"/>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9"/>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79"/>
          <p:cNvGrpSpPr/>
          <p:nvPr/>
        </p:nvGrpSpPr>
        <p:grpSpPr>
          <a:xfrm>
            <a:off x="5753801" y="2911936"/>
            <a:ext cx="361998" cy="361090"/>
            <a:chOff x="-54081175" y="1903275"/>
            <a:chExt cx="319025" cy="318225"/>
          </a:xfrm>
        </p:grpSpPr>
        <p:sp>
          <p:nvSpPr>
            <p:cNvPr id="10034" name="Google Shape;10034;p79"/>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9"/>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79"/>
          <p:cNvGrpSpPr/>
          <p:nvPr/>
        </p:nvGrpSpPr>
        <p:grpSpPr>
          <a:xfrm>
            <a:off x="5776154" y="3365399"/>
            <a:ext cx="317290" cy="360211"/>
            <a:chOff x="-54063050" y="2296300"/>
            <a:chExt cx="279625" cy="317450"/>
          </a:xfrm>
        </p:grpSpPr>
        <p:sp>
          <p:nvSpPr>
            <p:cNvPr id="10037" name="Google Shape;10037;p79"/>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9"/>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9"/>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9"/>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79"/>
          <p:cNvGrpSpPr/>
          <p:nvPr/>
        </p:nvGrpSpPr>
        <p:grpSpPr>
          <a:xfrm>
            <a:off x="5776154" y="3829461"/>
            <a:ext cx="317290" cy="361033"/>
            <a:chOff x="-54061475" y="2685450"/>
            <a:chExt cx="279625" cy="318175"/>
          </a:xfrm>
        </p:grpSpPr>
        <p:sp>
          <p:nvSpPr>
            <p:cNvPr id="10042" name="Google Shape;10042;p79"/>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9"/>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9"/>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9"/>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6" name="Google Shape;10046;p79"/>
          <p:cNvGrpSpPr/>
          <p:nvPr/>
        </p:nvGrpSpPr>
        <p:grpSpPr>
          <a:xfrm>
            <a:off x="8029690" y="2921780"/>
            <a:ext cx="275278" cy="361969"/>
            <a:chOff x="-52074300" y="1911950"/>
            <a:chExt cx="242600" cy="319000"/>
          </a:xfrm>
        </p:grpSpPr>
        <p:sp>
          <p:nvSpPr>
            <p:cNvPr id="10047" name="Google Shape;10047;p79"/>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9"/>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9"/>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9"/>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79"/>
          <p:cNvGrpSpPr/>
          <p:nvPr/>
        </p:nvGrpSpPr>
        <p:grpSpPr>
          <a:xfrm>
            <a:off x="5287689" y="1533182"/>
            <a:ext cx="361998" cy="361090"/>
            <a:chOff x="-57578225" y="1904075"/>
            <a:chExt cx="319025" cy="318225"/>
          </a:xfrm>
        </p:grpSpPr>
        <p:sp>
          <p:nvSpPr>
            <p:cNvPr id="10052" name="Google Shape;10052;p79"/>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9"/>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9"/>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9"/>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79"/>
          <p:cNvGrpSpPr/>
          <p:nvPr/>
        </p:nvGrpSpPr>
        <p:grpSpPr>
          <a:xfrm>
            <a:off x="5310042" y="2006443"/>
            <a:ext cx="317290" cy="361090"/>
            <a:chOff x="-57558525" y="2294725"/>
            <a:chExt cx="279625" cy="318225"/>
          </a:xfrm>
        </p:grpSpPr>
        <p:sp>
          <p:nvSpPr>
            <p:cNvPr id="10057" name="Google Shape;10057;p79"/>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9"/>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9"/>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9"/>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9"/>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79"/>
          <p:cNvGrpSpPr/>
          <p:nvPr/>
        </p:nvGrpSpPr>
        <p:grpSpPr>
          <a:xfrm>
            <a:off x="5285901" y="2459027"/>
            <a:ext cx="365572" cy="361969"/>
            <a:chOff x="-57579800" y="2686975"/>
            <a:chExt cx="322175" cy="319000"/>
          </a:xfrm>
        </p:grpSpPr>
        <p:sp>
          <p:nvSpPr>
            <p:cNvPr id="10063" name="Google Shape;10063;p79"/>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9"/>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79"/>
          <p:cNvGrpSpPr/>
          <p:nvPr/>
        </p:nvGrpSpPr>
        <p:grpSpPr>
          <a:xfrm>
            <a:off x="7510682" y="2006443"/>
            <a:ext cx="367359" cy="361090"/>
            <a:chOff x="-55620975" y="2294725"/>
            <a:chExt cx="323750" cy="318225"/>
          </a:xfrm>
        </p:grpSpPr>
        <p:sp>
          <p:nvSpPr>
            <p:cNvPr id="10066" name="Google Shape;10066;p79"/>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9"/>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9"/>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9"/>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9"/>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9"/>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79"/>
          <p:cNvGrpSpPr/>
          <p:nvPr/>
        </p:nvGrpSpPr>
        <p:grpSpPr>
          <a:xfrm>
            <a:off x="7512923" y="2458942"/>
            <a:ext cx="362877" cy="361175"/>
            <a:chOff x="-55620175" y="2686900"/>
            <a:chExt cx="319800" cy="318300"/>
          </a:xfrm>
        </p:grpSpPr>
        <p:sp>
          <p:nvSpPr>
            <p:cNvPr id="10073" name="Google Shape;10073;p79"/>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9"/>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9"/>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9"/>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79"/>
          <p:cNvGrpSpPr/>
          <p:nvPr/>
        </p:nvGrpSpPr>
        <p:grpSpPr>
          <a:xfrm>
            <a:off x="6198887" y="2911936"/>
            <a:ext cx="361969" cy="361090"/>
            <a:chOff x="-53690500" y="1903275"/>
            <a:chExt cx="319000" cy="318225"/>
          </a:xfrm>
        </p:grpSpPr>
        <p:sp>
          <p:nvSpPr>
            <p:cNvPr id="10078" name="Google Shape;10078;p79"/>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9"/>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9"/>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9"/>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79"/>
          <p:cNvGrpSpPr/>
          <p:nvPr/>
        </p:nvGrpSpPr>
        <p:grpSpPr>
          <a:xfrm>
            <a:off x="6221226" y="3365399"/>
            <a:ext cx="317290" cy="359303"/>
            <a:chOff x="-53670800" y="2296300"/>
            <a:chExt cx="279625" cy="316650"/>
          </a:xfrm>
        </p:grpSpPr>
        <p:sp>
          <p:nvSpPr>
            <p:cNvPr id="10083" name="Google Shape;10083;p79"/>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9"/>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9"/>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9"/>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79"/>
          <p:cNvGrpSpPr/>
          <p:nvPr/>
        </p:nvGrpSpPr>
        <p:grpSpPr>
          <a:xfrm>
            <a:off x="6198887" y="3830738"/>
            <a:ext cx="361969" cy="361544"/>
            <a:chOff x="-53690500" y="2686575"/>
            <a:chExt cx="319000" cy="318625"/>
          </a:xfrm>
        </p:grpSpPr>
        <p:sp>
          <p:nvSpPr>
            <p:cNvPr id="10088" name="Google Shape;10088;p79"/>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9"/>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9"/>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9"/>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79"/>
          <p:cNvGrpSpPr/>
          <p:nvPr/>
        </p:nvGrpSpPr>
        <p:grpSpPr>
          <a:xfrm>
            <a:off x="8008669" y="3373598"/>
            <a:ext cx="317319" cy="360948"/>
            <a:chOff x="-52092425" y="2303525"/>
            <a:chExt cx="279650" cy="318100"/>
          </a:xfrm>
        </p:grpSpPr>
        <p:sp>
          <p:nvSpPr>
            <p:cNvPr id="10093" name="Google Shape;10093;p79"/>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9"/>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9"/>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9"/>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9"/>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79"/>
          <p:cNvGrpSpPr/>
          <p:nvPr/>
        </p:nvGrpSpPr>
        <p:grpSpPr>
          <a:xfrm>
            <a:off x="5727728" y="1534061"/>
            <a:ext cx="363756" cy="361090"/>
            <a:chOff x="-57189125" y="1904850"/>
            <a:chExt cx="320575" cy="318225"/>
          </a:xfrm>
        </p:grpSpPr>
        <p:sp>
          <p:nvSpPr>
            <p:cNvPr id="10099" name="Google Shape;10099;p79"/>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9"/>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9"/>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9"/>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9"/>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79"/>
          <p:cNvGrpSpPr/>
          <p:nvPr/>
        </p:nvGrpSpPr>
        <p:grpSpPr>
          <a:xfrm>
            <a:off x="5728621" y="2028797"/>
            <a:ext cx="361969" cy="316411"/>
            <a:chOff x="-57187550" y="2314425"/>
            <a:chExt cx="319000" cy="278850"/>
          </a:xfrm>
        </p:grpSpPr>
        <p:sp>
          <p:nvSpPr>
            <p:cNvPr id="10105" name="Google Shape;10105;p79"/>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9"/>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9"/>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9"/>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79"/>
          <p:cNvGrpSpPr/>
          <p:nvPr/>
        </p:nvGrpSpPr>
        <p:grpSpPr>
          <a:xfrm>
            <a:off x="5745585" y="2458346"/>
            <a:ext cx="328042" cy="361771"/>
            <a:chOff x="-57172600" y="2686375"/>
            <a:chExt cx="289100" cy="318825"/>
          </a:xfrm>
        </p:grpSpPr>
        <p:sp>
          <p:nvSpPr>
            <p:cNvPr id="10110" name="Google Shape;10110;p79"/>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9"/>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79"/>
          <p:cNvGrpSpPr/>
          <p:nvPr/>
        </p:nvGrpSpPr>
        <p:grpSpPr>
          <a:xfrm>
            <a:off x="7958434" y="1532274"/>
            <a:ext cx="361090" cy="359303"/>
            <a:chOff x="-55225575" y="1903275"/>
            <a:chExt cx="318225" cy="316650"/>
          </a:xfrm>
        </p:grpSpPr>
        <p:sp>
          <p:nvSpPr>
            <p:cNvPr id="10113" name="Google Shape;10113;p79"/>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9"/>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9"/>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9"/>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9"/>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79"/>
          <p:cNvGrpSpPr/>
          <p:nvPr/>
        </p:nvGrpSpPr>
        <p:grpSpPr>
          <a:xfrm>
            <a:off x="7969611" y="2008231"/>
            <a:ext cx="338736" cy="359303"/>
            <a:chOff x="-55217700" y="2296300"/>
            <a:chExt cx="298525" cy="316650"/>
          </a:xfrm>
        </p:grpSpPr>
        <p:sp>
          <p:nvSpPr>
            <p:cNvPr id="10119" name="Google Shape;10119;p79"/>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9"/>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9"/>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9"/>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3" name="Google Shape;10123;p79"/>
          <p:cNvGrpSpPr/>
          <p:nvPr/>
        </p:nvGrpSpPr>
        <p:grpSpPr>
          <a:xfrm>
            <a:off x="7957541" y="2460814"/>
            <a:ext cx="362877" cy="359303"/>
            <a:chOff x="-55229525" y="2688550"/>
            <a:chExt cx="319800" cy="316650"/>
          </a:xfrm>
        </p:grpSpPr>
        <p:sp>
          <p:nvSpPr>
            <p:cNvPr id="10124" name="Google Shape;10124;p79"/>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9"/>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9"/>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9"/>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79"/>
          <p:cNvGrpSpPr/>
          <p:nvPr/>
        </p:nvGrpSpPr>
        <p:grpSpPr>
          <a:xfrm>
            <a:off x="6653760" y="2911936"/>
            <a:ext cx="338765" cy="361090"/>
            <a:chOff x="-53288825" y="1903275"/>
            <a:chExt cx="298550" cy="318225"/>
          </a:xfrm>
        </p:grpSpPr>
        <p:sp>
          <p:nvSpPr>
            <p:cNvPr id="10129" name="Google Shape;10129;p79"/>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9"/>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9"/>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79"/>
          <p:cNvGrpSpPr/>
          <p:nvPr/>
        </p:nvGrpSpPr>
        <p:grpSpPr>
          <a:xfrm>
            <a:off x="6642143" y="3363612"/>
            <a:ext cx="361998" cy="361090"/>
            <a:chOff x="-53299850" y="2294725"/>
            <a:chExt cx="319025" cy="318225"/>
          </a:xfrm>
        </p:grpSpPr>
        <p:sp>
          <p:nvSpPr>
            <p:cNvPr id="10133" name="Google Shape;10133;p79"/>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9"/>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79"/>
          <p:cNvGrpSpPr/>
          <p:nvPr/>
        </p:nvGrpSpPr>
        <p:grpSpPr>
          <a:xfrm>
            <a:off x="6664936" y="3832071"/>
            <a:ext cx="316411" cy="360211"/>
            <a:chOff x="-53278575" y="2687750"/>
            <a:chExt cx="278850" cy="317450"/>
          </a:xfrm>
        </p:grpSpPr>
        <p:sp>
          <p:nvSpPr>
            <p:cNvPr id="10136" name="Google Shape;10136;p79"/>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9"/>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9"/>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9"/>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79"/>
          <p:cNvGrpSpPr/>
          <p:nvPr/>
        </p:nvGrpSpPr>
        <p:grpSpPr>
          <a:xfrm>
            <a:off x="7986330" y="3831759"/>
            <a:ext cx="361998" cy="362310"/>
            <a:chOff x="-52101875" y="2687475"/>
            <a:chExt cx="319025" cy="319300"/>
          </a:xfrm>
        </p:grpSpPr>
        <p:sp>
          <p:nvSpPr>
            <p:cNvPr id="10141" name="Google Shape;10141;p79"/>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9"/>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9"/>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9"/>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79"/>
          <p:cNvGrpSpPr/>
          <p:nvPr/>
        </p:nvGrpSpPr>
        <p:grpSpPr>
          <a:xfrm>
            <a:off x="6201079" y="1533182"/>
            <a:ext cx="317290" cy="361090"/>
            <a:chOff x="-56774050" y="1904075"/>
            <a:chExt cx="279625" cy="318225"/>
          </a:xfrm>
        </p:grpSpPr>
        <p:sp>
          <p:nvSpPr>
            <p:cNvPr id="10146" name="Google Shape;10146;p79"/>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9"/>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79"/>
          <p:cNvGrpSpPr/>
          <p:nvPr/>
        </p:nvGrpSpPr>
        <p:grpSpPr>
          <a:xfrm>
            <a:off x="6201079" y="2006443"/>
            <a:ext cx="317290" cy="361090"/>
            <a:chOff x="-56774850" y="2294725"/>
            <a:chExt cx="279625" cy="318225"/>
          </a:xfrm>
        </p:grpSpPr>
        <p:sp>
          <p:nvSpPr>
            <p:cNvPr id="10149" name="Google Shape;10149;p79"/>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9"/>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9"/>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79"/>
          <p:cNvGrpSpPr/>
          <p:nvPr/>
        </p:nvGrpSpPr>
        <p:grpSpPr>
          <a:xfrm>
            <a:off x="6222086" y="2459027"/>
            <a:ext cx="275278" cy="360182"/>
            <a:chOff x="-56756725" y="2686975"/>
            <a:chExt cx="242600" cy="317425"/>
          </a:xfrm>
        </p:grpSpPr>
        <p:sp>
          <p:nvSpPr>
            <p:cNvPr id="10153" name="Google Shape;10153;p79"/>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9"/>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9"/>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79"/>
          <p:cNvGrpSpPr/>
          <p:nvPr/>
        </p:nvGrpSpPr>
        <p:grpSpPr>
          <a:xfrm>
            <a:off x="4870518" y="2911936"/>
            <a:ext cx="337346" cy="361998"/>
            <a:chOff x="-54826975" y="1903275"/>
            <a:chExt cx="297300" cy="319025"/>
          </a:xfrm>
        </p:grpSpPr>
        <p:sp>
          <p:nvSpPr>
            <p:cNvPr id="10157" name="Google Shape;10157;p79"/>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9"/>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9"/>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79"/>
          <p:cNvGrpSpPr/>
          <p:nvPr/>
        </p:nvGrpSpPr>
        <p:grpSpPr>
          <a:xfrm>
            <a:off x="4858206" y="3365399"/>
            <a:ext cx="361969" cy="359274"/>
            <a:chOff x="-54836500" y="2296300"/>
            <a:chExt cx="319000" cy="316625"/>
          </a:xfrm>
        </p:grpSpPr>
        <p:sp>
          <p:nvSpPr>
            <p:cNvPr id="10161" name="Google Shape;10161;p79"/>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9"/>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9"/>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9"/>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79"/>
          <p:cNvGrpSpPr/>
          <p:nvPr/>
        </p:nvGrpSpPr>
        <p:grpSpPr>
          <a:xfrm>
            <a:off x="4879652" y="3832071"/>
            <a:ext cx="319078" cy="361090"/>
            <a:chOff x="-54817600" y="2687750"/>
            <a:chExt cx="281200" cy="318225"/>
          </a:xfrm>
        </p:grpSpPr>
        <p:sp>
          <p:nvSpPr>
            <p:cNvPr id="10166" name="Google Shape;10166;p79"/>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9"/>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9"/>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9"/>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79"/>
          <p:cNvGrpSpPr/>
          <p:nvPr/>
        </p:nvGrpSpPr>
        <p:grpSpPr>
          <a:xfrm>
            <a:off x="7110476" y="2911936"/>
            <a:ext cx="317290" cy="359303"/>
            <a:chOff x="-52887125" y="1903275"/>
            <a:chExt cx="279625" cy="316650"/>
          </a:xfrm>
        </p:grpSpPr>
        <p:sp>
          <p:nvSpPr>
            <p:cNvPr id="10171" name="Google Shape;10171;p79"/>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9"/>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79"/>
          <p:cNvGrpSpPr/>
          <p:nvPr/>
        </p:nvGrpSpPr>
        <p:grpSpPr>
          <a:xfrm>
            <a:off x="7089030" y="3362733"/>
            <a:ext cx="360182" cy="361969"/>
            <a:chOff x="-52906025" y="2293950"/>
            <a:chExt cx="317425" cy="319000"/>
          </a:xfrm>
        </p:grpSpPr>
        <p:sp>
          <p:nvSpPr>
            <p:cNvPr id="10174" name="Google Shape;10174;p79"/>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9"/>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9"/>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79"/>
          <p:cNvGrpSpPr/>
          <p:nvPr/>
        </p:nvGrpSpPr>
        <p:grpSpPr>
          <a:xfrm>
            <a:off x="7110476" y="3831192"/>
            <a:ext cx="317290" cy="361090"/>
            <a:chOff x="-52887125" y="2686975"/>
            <a:chExt cx="279625" cy="318225"/>
          </a:xfrm>
        </p:grpSpPr>
        <p:sp>
          <p:nvSpPr>
            <p:cNvPr id="10178" name="Google Shape;10178;p79"/>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9"/>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9"/>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9"/>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79"/>
          <p:cNvGrpSpPr/>
          <p:nvPr/>
        </p:nvGrpSpPr>
        <p:grpSpPr>
          <a:xfrm>
            <a:off x="6220848" y="4290810"/>
            <a:ext cx="318170" cy="359303"/>
            <a:chOff x="-51722225" y="1915100"/>
            <a:chExt cx="280400" cy="316650"/>
          </a:xfrm>
        </p:grpSpPr>
        <p:sp>
          <p:nvSpPr>
            <p:cNvPr id="10183" name="Google Shape;10183;p79"/>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9"/>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9"/>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9"/>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79"/>
          <p:cNvGrpSpPr/>
          <p:nvPr/>
        </p:nvGrpSpPr>
        <p:grpSpPr>
          <a:xfrm>
            <a:off x="6616678" y="1531508"/>
            <a:ext cx="370905" cy="360976"/>
            <a:chOff x="-56407800" y="1902600"/>
            <a:chExt cx="326875" cy="318125"/>
          </a:xfrm>
        </p:grpSpPr>
        <p:sp>
          <p:nvSpPr>
            <p:cNvPr id="10188" name="Google Shape;10188;p79"/>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9"/>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9"/>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79"/>
          <p:cNvGrpSpPr/>
          <p:nvPr/>
        </p:nvGrpSpPr>
        <p:grpSpPr>
          <a:xfrm>
            <a:off x="6622479" y="2018074"/>
            <a:ext cx="359303" cy="338736"/>
            <a:chOff x="-56401500" y="2304975"/>
            <a:chExt cx="316650" cy="298525"/>
          </a:xfrm>
        </p:grpSpPr>
        <p:sp>
          <p:nvSpPr>
            <p:cNvPr id="10192" name="Google Shape;10192;p79"/>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9"/>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9"/>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9"/>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6" name="Google Shape;10196;p79"/>
          <p:cNvGrpSpPr/>
          <p:nvPr/>
        </p:nvGrpSpPr>
        <p:grpSpPr>
          <a:xfrm>
            <a:off x="5328863" y="2910149"/>
            <a:ext cx="319985" cy="361090"/>
            <a:chOff x="-54426150" y="1901700"/>
            <a:chExt cx="282000" cy="318225"/>
          </a:xfrm>
        </p:grpSpPr>
        <p:sp>
          <p:nvSpPr>
            <p:cNvPr id="10197" name="Google Shape;10197;p79"/>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9"/>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9"/>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9"/>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79"/>
          <p:cNvGrpSpPr/>
          <p:nvPr/>
        </p:nvGrpSpPr>
        <p:grpSpPr>
          <a:xfrm>
            <a:off x="5328863" y="3363612"/>
            <a:ext cx="319985" cy="361998"/>
            <a:chOff x="-54426150" y="2294725"/>
            <a:chExt cx="282000" cy="319025"/>
          </a:xfrm>
        </p:grpSpPr>
        <p:sp>
          <p:nvSpPr>
            <p:cNvPr id="10202" name="Google Shape;10202;p79"/>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9"/>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9"/>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9"/>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9"/>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79"/>
          <p:cNvGrpSpPr/>
          <p:nvPr/>
        </p:nvGrpSpPr>
        <p:grpSpPr>
          <a:xfrm>
            <a:off x="5327076" y="3831192"/>
            <a:ext cx="323560" cy="361969"/>
            <a:chOff x="-54427725" y="2686975"/>
            <a:chExt cx="285150" cy="319000"/>
          </a:xfrm>
        </p:grpSpPr>
        <p:sp>
          <p:nvSpPr>
            <p:cNvPr id="10208" name="Google Shape;10208;p79"/>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9"/>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9"/>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9"/>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9"/>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79"/>
          <p:cNvGrpSpPr/>
          <p:nvPr/>
        </p:nvGrpSpPr>
        <p:grpSpPr>
          <a:xfrm>
            <a:off x="7533634" y="2912163"/>
            <a:ext cx="359303" cy="359984"/>
            <a:chOff x="-52513800" y="1903475"/>
            <a:chExt cx="316650" cy="317250"/>
          </a:xfrm>
        </p:grpSpPr>
        <p:sp>
          <p:nvSpPr>
            <p:cNvPr id="10214" name="Google Shape;10214;p79"/>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9"/>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79"/>
          <p:cNvGrpSpPr/>
          <p:nvPr/>
        </p:nvGrpSpPr>
        <p:grpSpPr>
          <a:xfrm>
            <a:off x="7543464" y="3364520"/>
            <a:ext cx="339644" cy="360182"/>
            <a:chOff x="-52505925" y="2295525"/>
            <a:chExt cx="299325" cy="317425"/>
          </a:xfrm>
        </p:grpSpPr>
        <p:sp>
          <p:nvSpPr>
            <p:cNvPr id="10217" name="Google Shape;10217;p79"/>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9"/>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9"/>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9"/>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79"/>
          <p:cNvGrpSpPr/>
          <p:nvPr/>
        </p:nvGrpSpPr>
        <p:grpSpPr>
          <a:xfrm>
            <a:off x="7554641" y="3831192"/>
            <a:ext cx="317290" cy="361090"/>
            <a:chOff x="-52494100" y="2686975"/>
            <a:chExt cx="279625" cy="318225"/>
          </a:xfrm>
        </p:grpSpPr>
        <p:sp>
          <p:nvSpPr>
            <p:cNvPr id="10222" name="Google Shape;10222;p79"/>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9"/>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9"/>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9"/>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79"/>
          <p:cNvGrpSpPr/>
          <p:nvPr/>
        </p:nvGrpSpPr>
        <p:grpSpPr>
          <a:xfrm>
            <a:off x="6665412" y="4292135"/>
            <a:ext cx="315503" cy="361090"/>
            <a:chOff x="-51708850" y="2305750"/>
            <a:chExt cx="278050" cy="318225"/>
          </a:xfrm>
        </p:grpSpPr>
        <p:sp>
          <p:nvSpPr>
            <p:cNvPr id="10227" name="Google Shape;10227;p79"/>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9"/>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9"/>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79"/>
          <p:cNvGrpSpPr/>
          <p:nvPr/>
        </p:nvGrpSpPr>
        <p:grpSpPr>
          <a:xfrm>
            <a:off x="7536807" y="1533922"/>
            <a:ext cx="319089" cy="362073"/>
            <a:chOff x="1044400" y="2917425"/>
            <a:chExt cx="248125" cy="281550"/>
          </a:xfrm>
        </p:grpSpPr>
        <p:sp>
          <p:nvSpPr>
            <p:cNvPr id="10231" name="Google Shape;10231;p79"/>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9"/>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9"/>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9"/>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9"/>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0236" name="Google Shape;10236;p79"/>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0237" name="Google Shape;10237;p79"/>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0238" name="Google Shape;10238;p79"/>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9"/>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0" name="Google Shape;10240;p79"/>
          <p:cNvSpPr/>
          <p:nvPr/>
        </p:nvSpPr>
        <p:spPr>
          <a:xfrm>
            <a:off x="6633660" y="2459865"/>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44" name="Shape 10244"/>
        <p:cNvGrpSpPr/>
        <p:nvPr/>
      </p:nvGrpSpPr>
      <p:grpSpPr>
        <a:xfrm>
          <a:off x="0" y="0"/>
          <a:ext cx="0" cy="0"/>
          <a:chOff x="0" y="0"/>
          <a:chExt cx="0" cy="0"/>
        </a:xfrm>
      </p:grpSpPr>
      <p:sp>
        <p:nvSpPr>
          <p:cNvPr id="10245" name="Google Shape;10245;p8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46" name="Google Shape;10246;p8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247" name="Google Shape;10247;p80"/>
          <p:cNvGrpSpPr/>
          <p:nvPr/>
        </p:nvGrpSpPr>
        <p:grpSpPr>
          <a:xfrm>
            <a:off x="889109" y="1531603"/>
            <a:ext cx="278288" cy="357036"/>
            <a:chOff x="-50489600" y="1947400"/>
            <a:chExt cx="233150" cy="299125"/>
          </a:xfrm>
        </p:grpSpPr>
        <p:sp>
          <p:nvSpPr>
            <p:cNvPr id="10248" name="Google Shape;10248;p80"/>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0"/>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80"/>
          <p:cNvGrpSpPr/>
          <p:nvPr/>
        </p:nvGrpSpPr>
        <p:grpSpPr>
          <a:xfrm>
            <a:off x="849616" y="1986560"/>
            <a:ext cx="357274" cy="358199"/>
            <a:chOff x="-50523475" y="2316000"/>
            <a:chExt cx="299325" cy="300100"/>
          </a:xfrm>
        </p:grpSpPr>
        <p:sp>
          <p:nvSpPr>
            <p:cNvPr id="10251" name="Google Shape;10251;p80"/>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0"/>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80"/>
          <p:cNvGrpSpPr/>
          <p:nvPr/>
        </p:nvGrpSpPr>
        <p:grpSpPr>
          <a:xfrm>
            <a:off x="848213" y="2435869"/>
            <a:ext cx="360079" cy="357304"/>
            <a:chOff x="-50524250" y="2686150"/>
            <a:chExt cx="301675" cy="299350"/>
          </a:xfrm>
        </p:grpSpPr>
        <p:sp>
          <p:nvSpPr>
            <p:cNvPr id="10254" name="Google Shape;10254;p80"/>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0"/>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0"/>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0"/>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0"/>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0"/>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80"/>
          <p:cNvGrpSpPr/>
          <p:nvPr/>
        </p:nvGrpSpPr>
        <p:grpSpPr>
          <a:xfrm>
            <a:off x="3070976" y="1561682"/>
            <a:ext cx="358199" cy="359154"/>
            <a:chOff x="-48633950" y="1972600"/>
            <a:chExt cx="300100" cy="300900"/>
          </a:xfrm>
        </p:grpSpPr>
        <p:sp>
          <p:nvSpPr>
            <p:cNvPr id="10261" name="Google Shape;10261;p80"/>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0"/>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80"/>
          <p:cNvGrpSpPr/>
          <p:nvPr/>
        </p:nvGrpSpPr>
        <p:grpSpPr>
          <a:xfrm>
            <a:off x="3070499" y="2017593"/>
            <a:ext cx="359154" cy="361004"/>
            <a:chOff x="-48634750" y="2342000"/>
            <a:chExt cx="300900" cy="302450"/>
          </a:xfrm>
        </p:grpSpPr>
        <p:sp>
          <p:nvSpPr>
            <p:cNvPr id="10264" name="Google Shape;10264;p80"/>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0"/>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0"/>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0"/>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0"/>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0"/>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0"/>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0"/>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80"/>
          <p:cNvGrpSpPr/>
          <p:nvPr/>
        </p:nvGrpSpPr>
        <p:grpSpPr>
          <a:xfrm>
            <a:off x="3071439" y="2465977"/>
            <a:ext cx="357274" cy="357274"/>
            <a:chOff x="-48633175" y="2711375"/>
            <a:chExt cx="299325" cy="299325"/>
          </a:xfrm>
        </p:grpSpPr>
        <p:sp>
          <p:nvSpPr>
            <p:cNvPr id="10273" name="Google Shape;10273;p80"/>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0"/>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80"/>
          <p:cNvGrpSpPr/>
          <p:nvPr/>
        </p:nvGrpSpPr>
        <p:grpSpPr>
          <a:xfrm>
            <a:off x="1757928" y="2917929"/>
            <a:ext cx="314006" cy="358229"/>
            <a:chOff x="-46753100" y="1965500"/>
            <a:chExt cx="263075" cy="300125"/>
          </a:xfrm>
        </p:grpSpPr>
        <p:sp>
          <p:nvSpPr>
            <p:cNvPr id="10276" name="Google Shape;10276;p80"/>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0"/>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80"/>
          <p:cNvGrpSpPr/>
          <p:nvPr/>
        </p:nvGrpSpPr>
        <p:grpSpPr>
          <a:xfrm>
            <a:off x="1735354" y="3385142"/>
            <a:ext cx="359154" cy="315916"/>
            <a:chOff x="-46772025" y="2350650"/>
            <a:chExt cx="300900" cy="264675"/>
          </a:xfrm>
        </p:grpSpPr>
        <p:sp>
          <p:nvSpPr>
            <p:cNvPr id="10279" name="Google Shape;10279;p80"/>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0"/>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80"/>
          <p:cNvGrpSpPr/>
          <p:nvPr/>
        </p:nvGrpSpPr>
        <p:grpSpPr>
          <a:xfrm>
            <a:off x="1735354" y="3819420"/>
            <a:ext cx="359154" cy="359154"/>
            <a:chOff x="-46772025" y="2701925"/>
            <a:chExt cx="300900" cy="300900"/>
          </a:xfrm>
        </p:grpSpPr>
        <p:sp>
          <p:nvSpPr>
            <p:cNvPr id="10282" name="Google Shape;10282;p80"/>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0"/>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4" name="Google Shape;10284;p80"/>
          <p:cNvSpPr/>
          <p:nvPr/>
        </p:nvSpPr>
        <p:spPr>
          <a:xfrm>
            <a:off x="3964861" y="29601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5" name="Google Shape;10285;p80"/>
          <p:cNvGrpSpPr/>
          <p:nvPr/>
        </p:nvGrpSpPr>
        <p:grpSpPr>
          <a:xfrm>
            <a:off x="1293035" y="1532528"/>
            <a:ext cx="358199" cy="359154"/>
            <a:chOff x="-50154075" y="1948175"/>
            <a:chExt cx="300100" cy="300900"/>
          </a:xfrm>
        </p:grpSpPr>
        <p:sp>
          <p:nvSpPr>
            <p:cNvPr id="10286" name="Google Shape;10286;p80"/>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0"/>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80"/>
          <p:cNvGrpSpPr/>
          <p:nvPr/>
        </p:nvGrpSpPr>
        <p:grpSpPr>
          <a:xfrm>
            <a:off x="1293035" y="1987485"/>
            <a:ext cx="358199" cy="358229"/>
            <a:chOff x="-50154850" y="2316775"/>
            <a:chExt cx="300100" cy="300125"/>
          </a:xfrm>
        </p:grpSpPr>
        <p:sp>
          <p:nvSpPr>
            <p:cNvPr id="10289" name="Google Shape;10289;p80"/>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0"/>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80"/>
          <p:cNvGrpSpPr/>
          <p:nvPr/>
        </p:nvGrpSpPr>
        <p:grpSpPr>
          <a:xfrm>
            <a:off x="1288813" y="2434496"/>
            <a:ext cx="366644" cy="356558"/>
            <a:chOff x="-50158000" y="2685000"/>
            <a:chExt cx="307175" cy="298725"/>
          </a:xfrm>
        </p:grpSpPr>
        <p:sp>
          <p:nvSpPr>
            <p:cNvPr id="10292" name="Google Shape;10292;p80"/>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0"/>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80"/>
          <p:cNvGrpSpPr/>
          <p:nvPr/>
        </p:nvGrpSpPr>
        <p:grpSpPr>
          <a:xfrm>
            <a:off x="3521599" y="1562607"/>
            <a:ext cx="361004" cy="358229"/>
            <a:chOff x="-48266125" y="1973375"/>
            <a:chExt cx="302450" cy="300125"/>
          </a:xfrm>
        </p:grpSpPr>
        <p:sp>
          <p:nvSpPr>
            <p:cNvPr id="10295" name="Google Shape;10295;p80"/>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0"/>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0"/>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0"/>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0"/>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0"/>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80"/>
          <p:cNvGrpSpPr/>
          <p:nvPr/>
        </p:nvGrpSpPr>
        <p:grpSpPr>
          <a:xfrm>
            <a:off x="3548844" y="2018369"/>
            <a:ext cx="306516" cy="358349"/>
            <a:chOff x="-48237000" y="2342650"/>
            <a:chExt cx="256800" cy="300225"/>
          </a:xfrm>
        </p:grpSpPr>
        <p:sp>
          <p:nvSpPr>
            <p:cNvPr id="10302" name="Google Shape;10302;p80"/>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0"/>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0"/>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80"/>
          <p:cNvGrpSpPr/>
          <p:nvPr/>
        </p:nvGrpSpPr>
        <p:grpSpPr>
          <a:xfrm>
            <a:off x="2180338" y="2918646"/>
            <a:ext cx="361034" cy="355633"/>
            <a:chOff x="-46404975" y="1966100"/>
            <a:chExt cx="302475" cy="297950"/>
          </a:xfrm>
        </p:grpSpPr>
        <p:sp>
          <p:nvSpPr>
            <p:cNvPr id="10306" name="Google Shape;10306;p80"/>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0"/>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0"/>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0"/>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80"/>
          <p:cNvGrpSpPr/>
          <p:nvPr/>
        </p:nvGrpSpPr>
        <p:grpSpPr>
          <a:xfrm>
            <a:off x="2181740" y="3364463"/>
            <a:ext cx="358229" cy="358199"/>
            <a:chOff x="-46401050" y="2333325"/>
            <a:chExt cx="300125" cy="300100"/>
          </a:xfrm>
        </p:grpSpPr>
        <p:sp>
          <p:nvSpPr>
            <p:cNvPr id="10311" name="Google Shape;10311;p80"/>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0"/>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0"/>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0"/>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5" name="Google Shape;10315;p80"/>
          <p:cNvSpPr/>
          <p:nvPr/>
        </p:nvSpPr>
        <p:spPr>
          <a:xfrm>
            <a:off x="2183438" y="38201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6" name="Google Shape;10316;p80"/>
          <p:cNvGrpSpPr/>
          <p:nvPr/>
        </p:nvGrpSpPr>
        <p:grpSpPr>
          <a:xfrm>
            <a:off x="3961830" y="3374818"/>
            <a:ext cx="359154" cy="359124"/>
            <a:chOff x="-44914800" y="2342000"/>
            <a:chExt cx="300900" cy="300875"/>
          </a:xfrm>
        </p:grpSpPr>
        <p:sp>
          <p:nvSpPr>
            <p:cNvPr id="10317" name="Google Shape;10317;p80"/>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0"/>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0"/>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0" name="Google Shape;10320;p80"/>
          <p:cNvSpPr/>
          <p:nvPr/>
        </p:nvSpPr>
        <p:spPr>
          <a:xfrm>
            <a:off x="1739586" y="15317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1" name="Google Shape;10321;p80"/>
          <p:cNvGrpSpPr/>
          <p:nvPr/>
        </p:nvGrpSpPr>
        <p:grpSpPr>
          <a:xfrm>
            <a:off x="1735816" y="1987336"/>
            <a:ext cx="359154" cy="357424"/>
            <a:chOff x="-49786250" y="2316650"/>
            <a:chExt cx="300900" cy="299450"/>
          </a:xfrm>
        </p:grpSpPr>
        <p:sp>
          <p:nvSpPr>
            <p:cNvPr id="10322" name="Google Shape;10322;p80"/>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0"/>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0"/>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0"/>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0"/>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0"/>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0"/>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9" name="Google Shape;10329;p80"/>
          <p:cNvSpPr/>
          <p:nvPr/>
        </p:nvSpPr>
        <p:spPr>
          <a:xfrm>
            <a:off x="1731604" y="24338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0"/>
          <p:cNvSpPr/>
          <p:nvPr/>
        </p:nvSpPr>
        <p:spPr>
          <a:xfrm>
            <a:off x="3971472" y="15634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1" name="Google Shape;10331;p80"/>
          <p:cNvGrpSpPr/>
          <p:nvPr/>
        </p:nvGrpSpPr>
        <p:grpSpPr>
          <a:xfrm>
            <a:off x="4033144" y="2017593"/>
            <a:ext cx="230365" cy="359124"/>
            <a:chOff x="-47842400" y="2342000"/>
            <a:chExt cx="193000" cy="300875"/>
          </a:xfrm>
        </p:grpSpPr>
        <p:sp>
          <p:nvSpPr>
            <p:cNvPr id="10332" name="Google Shape;10332;p80"/>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0"/>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0"/>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80"/>
          <p:cNvGrpSpPr/>
          <p:nvPr/>
        </p:nvGrpSpPr>
        <p:grpSpPr>
          <a:xfrm>
            <a:off x="3969212" y="2465052"/>
            <a:ext cx="358229" cy="359154"/>
            <a:chOff x="-47896750" y="2710600"/>
            <a:chExt cx="300125" cy="300900"/>
          </a:xfrm>
        </p:grpSpPr>
        <p:sp>
          <p:nvSpPr>
            <p:cNvPr id="10336" name="Google Shape;10336;p80"/>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0"/>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0"/>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0"/>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80"/>
          <p:cNvGrpSpPr/>
          <p:nvPr/>
        </p:nvGrpSpPr>
        <p:grpSpPr>
          <a:xfrm>
            <a:off x="2624852" y="2938609"/>
            <a:ext cx="359154" cy="314991"/>
            <a:chOff x="-46033225" y="1982825"/>
            <a:chExt cx="300900" cy="263900"/>
          </a:xfrm>
        </p:grpSpPr>
        <p:sp>
          <p:nvSpPr>
            <p:cNvPr id="10341" name="Google Shape;10341;p80"/>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0"/>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0"/>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80"/>
          <p:cNvGrpSpPr/>
          <p:nvPr/>
        </p:nvGrpSpPr>
        <p:grpSpPr>
          <a:xfrm>
            <a:off x="2621569" y="3365866"/>
            <a:ext cx="365719" cy="326151"/>
            <a:chOff x="-46034000" y="2334500"/>
            <a:chExt cx="306400" cy="273250"/>
          </a:xfrm>
        </p:grpSpPr>
        <p:sp>
          <p:nvSpPr>
            <p:cNvPr id="10345" name="Google Shape;10345;p80"/>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0"/>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0"/>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80"/>
          <p:cNvGrpSpPr/>
          <p:nvPr/>
        </p:nvGrpSpPr>
        <p:grpSpPr>
          <a:xfrm>
            <a:off x="2667627" y="3820255"/>
            <a:ext cx="273603" cy="356439"/>
            <a:chOff x="-45998575" y="2702625"/>
            <a:chExt cx="229225" cy="298625"/>
          </a:xfrm>
        </p:grpSpPr>
        <p:sp>
          <p:nvSpPr>
            <p:cNvPr id="10349" name="Google Shape;10349;p80"/>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0"/>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0"/>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0"/>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0"/>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0"/>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0"/>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6" name="Google Shape;10356;p80"/>
          <p:cNvSpPr/>
          <p:nvPr/>
        </p:nvSpPr>
        <p:spPr>
          <a:xfrm>
            <a:off x="3986479" y="38413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0"/>
          <p:cNvSpPr/>
          <p:nvPr/>
        </p:nvSpPr>
        <p:spPr>
          <a:xfrm>
            <a:off x="2183447" y="15417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0"/>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0"/>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0"/>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1" name="Google Shape;10361;p80"/>
          <p:cNvGrpSpPr/>
          <p:nvPr/>
        </p:nvGrpSpPr>
        <p:grpSpPr>
          <a:xfrm>
            <a:off x="2203197" y="2434019"/>
            <a:ext cx="314961" cy="361034"/>
            <a:chOff x="-49398750" y="2684600"/>
            <a:chExt cx="263875" cy="302475"/>
          </a:xfrm>
        </p:grpSpPr>
        <p:sp>
          <p:nvSpPr>
            <p:cNvPr id="10362" name="Google Shape;10362;p80"/>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0"/>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0"/>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80"/>
          <p:cNvGrpSpPr/>
          <p:nvPr/>
        </p:nvGrpSpPr>
        <p:grpSpPr>
          <a:xfrm>
            <a:off x="873121" y="2928284"/>
            <a:ext cx="314006" cy="359154"/>
            <a:chOff x="-47509225" y="1974175"/>
            <a:chExt cx="263075" cy="300900"/>
          </a:xfrm>
        </p:grpSpPr>
        <p:sp>
          <p:nvSpPr>
            <p:cNvPr id="10366" name="Google Shape;10366;p80"/>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0"/>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0"/>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0"/>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0"/>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80"/>
          <p:cNvGrpSpPr/>
          <p:nvPr/>
        </p:nvGrpSpPr>
        <p:grpSpPr>
          <a:xfrm>
            <a:off x="849622" y="3374818"/>
            <a:ext cx="361004" cy="357961"/>
            <a:chOff x="-47529700" y="2342000"/>
            <a:chExt cx="302450" cy="299900"/>
          </a:xfrm>
        </p:grpSpPr>
        <p:sp>
          <p:nvSpPr>
            <p:cNvPr id="10372" name="Google Shape;10372;p80"/>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0"/>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80"/>
          <p:cNvGrpSpPr/>
          <p:nvPr/>
        </p:nvGrpSpPr>
        <p:grpSpPr>
          <a:xfrm>
            <a:off x="851025" y="3873967"/>
            <a:ext cx="358199" cy="272648"/>
            <a:chOff x="-47527350" y="2747625"/>
            <a:chExt cx="300100" cy="228425"/>
          </a:xfrm>
        </p:grpSpPr>
        <p:sp>
          <p:nvSpPr>
            <p:cNvPr id="10375" name="Google Shape;10375;p80"/>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0"/>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0"/>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0"/>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0"/>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0"/>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1" name="Google Shape;10381;p80"/>
          <p:cNvSpPr/>
          <p:nvPr/>
        </p:nvSpPr>
        <p:spPr>
          <a:xfrm>
            <a:off x="3077474" y="29156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2" name="Google Shape;10382;p80"/>
          <p:cNvGrpSpPr/>
          <p:nvPr/>
        </p:nvGrpSpPr>
        <p:grpSpPr>
          <a:xfrm>
            <a:off x="3073924" y="3387022"/>
            <a:ext cx="358229" cy="314961"/>
            <a:chOff x="-45664625" y="2352225"/>
            <a:chExt cx="300125" cy="263875"/>
          </a:xfrm>
        </p:grpSpPr>
        <p:sp>
          <p:nvSpPr>
            <p:cNvPr id="10383" name="Google Shape;10383;p80"/>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0"/>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0"/>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0"/>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0"/>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0"/>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0"/>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80"/>
          <p:cNvGrpSpPr/>
          <p:nvPr/>
        </p:nvGrpSpPr>
        <p:grpSpPr>
          <a:xfrm>
            <a:off x="3073103" y="3821001"/>
            <a:ext cx="359870" cy="357573"/>
            <a:chOff x="-45665400" y="2703250"/>
            <a:chExt cx="301500" cy="299575"/>
          </a:xfrm>
        </p:grpSpPr>
        <p:sp>
          <p:nvSpPr>
            <p:cNvPr id="10391" name="Google Shape;10391;p80"/>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0"/>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0"/>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0"/>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80"/>
          <p:cNvGrpSpPr/>
          <p:nvPr/>
        </p:nvGrpSpPr>
        <p:grpSpPr>
          <a:xfrm>
            <a:off x="2174760" y="4261937"/>
            <a:ext cx="359154" cy="360109"/>
            <a:chOff x="-44528075" y="1982825"/>
            <a:chExt cx="300900" cy="301700"/>
          </a:xfrm>
        </p:grpSpPr>
        <p:sp>
          <p:nvSpPr>
            <p:cNvPr id="10396" name="Google Shape;10396;p80"/>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0"/>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0"/>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0"/>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0"/>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0"/>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0"/>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3" name="Google Shape;10403;p80"/>
          <p:cNvSpPr/>
          <p:nvPr/>
        </p:nvSpPr>
        <p:spPr>
          <a:xfrm>
            <a:off x="2628711" y="15314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4" name="Google Shape;10404;p80"/>
          <p:cNvGrpSpPr/>
          <p:nvPr/>
        </p:nvGrpSpPr>
        <p:grpSpPr>
          <a:xfrm>
            <a:off x="2625923" y="1987485"/>
            <a:ext cx="358199" cy="358229"/>
            <a:chOff x="-49048250" y="2316775"/>
            <a:chExt cx="300100" cy="300125"/>
          </a:xfrm>
        </p:grpSpPr>
        <p:sp>
          <p:nvSpPr>
            <p:cNvPr id="10405" name="Google Shape;10405;p80"/>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0"/>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0"/>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0"/>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9" name="Google Shape;10409;p80"/>
          <p:cNvSpPr/>
          <p:nvPr/>
        </p:nvSpPr>
        <p:spPr>
          <a:xfrm>
            <a:off x="2627309" y="24351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0" name="Google Shape;10410;p80"/>
          <p:cNvGrpSpPr/>
          <p:nvPr/>
        </p:nvGrpSpPr>
        <p:grpSpPr>
          <a:xfrm>
            <a:off x="1290494" y="2928284"/>
            <a:ext cx="360109" cy="358199"/>
            <a:chOff x="-47160325" y="1974175"/>
            <a:chExt cx="301700" cy="300100"/>
          </a:xfrm>
        </p:grpSpPr>
        <p:sp>
          <p:nvSpPr>
            <p:cNvPr id="10411" name="Google Shape;10411;p80"/>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0"/>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80"/>
          <p:cNvGrpSpPr/>
          <p:nvPr/>
        </p:nvGrpSpPr>
        <p:grpSpPr>
          <a:xfrm>
            <a:off x="1290971" y="3374818"/>
            <a:ext cx="359154" cy="359124"/>
            <a:chOff x="-47159525" y="2342000"/>
            <a:chExt cx="300900" cy="300875"/>
          </a:xfrm>
        </p:grpSpPr>
        <p:sp>
          <p:nvSpPr>
            <p:cNvPr id="10414" name="Google Shape;10414;p80"/>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0"/>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0"/>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0"/>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0"/>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80"/>
          <p:cNvGrpSpPr/>
          <p:nvPr/>
        </p:nvGrpSpPr>
        <p:grpSpPr>
          <a:xfrm>
            <a:off x="1291448" y="3831654"/>
            <a:ext cx="358199" cy="359154"/>
            <a:chOff x="-47157950" y="2712175"/>
            <a:chExt cx="300100" cy="300900"/>
          </a:xfrm>
        </p:grpSpPr>
        <p:sp>
          <p:nvSpPr>
            <p:cNvPr id="10420" name="Google Shape;10420;p80"/>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0"/>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0"/>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0"/>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0"/>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0"/>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0"/>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7" name="Google Shape;10427;p80"/>
          <p:cNvSpPr/>
          <p:nvPr/>
        </p:nvSpPr>
        <p:spPr>
          <a:xfrm>
            <a:off x="3538211" y="29178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8" name="Google Shape;10428;p80"/>
          <p:cNvGrpSpPr/>
          <p:nvPr/>
        </p:nvGrpSpPr>
        <p:grpSpPr>
          <a:xfrm>
            <a:off x="3535175" y="3364463"/>
            <a:ext cx="315886" cy="358199"/>
            <a:chOff x="-45278675" y="2333325"/>
            <a:chExt cx="264650" cy="300100"/>
          </a:xfrm>
        </p:grpSpPr>
        <p:sp>
          <p:nvSpPr>
            <p:cNvPr id="10429" name="Google Shape;10429;p80"/>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0"/>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0"/>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0"/>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80"/>
          <p:cNvGrpSpPr/>
          <p:nvPr/>
        </p:nvGrpSpPr>
        <p:grpSpPr>
          <a:xfrm>
            <a:off x="3545500" y="3819420"/>
            <a:ext cx="295237" cy="358229"/>
            <a:chOff x="-45270025" y="2701925"/>
            <a:chExt cx="247350" cy="300125"/>
          </a:xfrm>
        </p:grpSpPr>
        <p:sp>
          <p:nvSpPr>
            <p:cNvPr id="10434" name="Google Shape;10434;p80"/>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0"/>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0"/>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0"/>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8" name="Google Shape;10438;p80"/>
          <p:cNvSpPr/>
          <p:nvPr/>
        </p:nvSpPr>
        <p:spPr>
          <a:xfrm>
            <a:off x="2628699" y="42899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9" name="Google Shape;10439;p80"/>
          <p:cNvGrpSpPr/>
          <p:nvPr/>
        </p:nvGrpSpPr>
        <p:grpSpPr>
          <a:xfrm>
            <a:off x="2209567" y="2078266"/>
            <a:ext cx="307444" cy="260626"/>
            <a:chOff x="1636184" y="2959225"/>
            <a:chExt cx="232666" cy="197250"/>
          </a:xfrm>
        </p:grpSpPr>
        <p:sp>
          <p:nvSpPr>
            <p:cNvPr id="10440" name="Google Shape;10440;p80"/>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0"/>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0"/>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0443" name="Google Shape;10443;p80"/>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10444" name="Google Shape;10444;p80"/>
          <p:cNvGrpSpPr/>
          <p:nvPr/>
        </p:nvGrpSpPr>
        <p:grpSpPr>
          <a:xfrm>
            <a:off x="3577265" y="2463611"/>
            <a:ext cx="258542" cy="365154"/>
            <a:chOff x="-47300587" y="123275"/>
            <a:chExt cx="190975" cy="269725"/>
          </a:xfrm>
        </p:grpSpPr>
        <p:sp>
          <p:nvSpPr>
            <p:cNvPr id="10445" name="Google Shape;10445;p80"/>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0"/>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0"/>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0"/>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0"/>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80"/>
          <p:cNvGrpSpPr/>
          <p:nvPr/>
        </p:nvGrpSpPr>
        <p:grpSpPr>
          <a:xfrm>
            <a:off x="4870788" y="1532801"/>
            <a:ext cx="342328" cy="339793"/>
            <a:chOff x="-13966675" y="1639700"/>
            <a:chExt cx="354450" cy="351825"/>
          </a:xfrm>
        </p:grpSpPr>
        <p:sp>
          <p:nvSpPr>
            <p:cNvPr id="10451" name="Google Shape;10451;p80"/>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0"/>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0"/>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0"/>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0"/>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6" name="Google Shape;10456;p80"/>
          <p:cNvSpPr/>
          <p:nvPr/>
        </p:nvSpPr>
        <p:spPr>
          <a:xfrm>
            <a:off x="4871549" y="19397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0"/>
          <p:cNvSpPr/>
          <p:nvPr/>
        </p:nvSpPr>
        <p:spPr>
          <a:xfrm>
            <a:off x="4932020" y="23494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8" name="Google Shape;10458;p80"/>
          <p:cNvGrpSpPr/>
          <p:nvPr/>
        </p:nvGrpSpPr>
        <p:grpSpPr>
          <a:xfrm>
            <a:off x="6667277" y="1532487"/>
            <a:ext cx="340034" cy="340420"/>
            <a:chOff x="-12199250" y="1662675"/>
            <a:chExt cx="352075" cy="352475"/>
          </a:xfrm>
        </p:grpSpPr>
        <p:sp>
          <p:nvSpPr>
            <p:cNvPr id="10459" name="Google Shape;10459;p80"/>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0"/>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0"/>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80"/>
          <p:cNvGrpSpPr/>
          <p:nvPr/>
        </p:nvGrpSpPr>
        <p:grpSpPr>
          <a:xfrm>
            <a:off x="6666130" y="1939354"/>
            <a:ext cx="342328" cy="342328"/>
            <a:chOff x="-12199250" y="2096250"/>
            <a:chExt cx="354450" cy="354450"/>
          </a:xfrm>
        </p:grpSpPr>
        <p:sp>
          <p:nvSpPr>
            <p:cNvPr id="10463" name="Google Shape;10463;p80"/>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0"/>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80"/>
          <p:cNvGrpSpPr/>
          <p:nvPr/>
        </p:nvGrpSpPr>
        <p:grpSpPr>
          <a:xfrm>
            <a:off x="6667277" y="2348308"/>
            <a:ext cx="340034" cy="341579"/>
            <a:chOff x="-12199250" y="2530225"/>
            <a:chExt cx="352075" cy="353675"/>
          </a:xfrm>
        </p:grpSpPr>
        <p:sp>
          <p:nvSpPr>
            <p:cNvPr id="10466" name="Google Shape;10466;p80"/>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0"/>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0"/>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0"/>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0" name="Google Shape;10470;p80"/>
          <p:cNvSpPr/>
          <p:nvPr/>
        </p:nvSpPr>
        <p:spPr>
          <a:xfrm>
            <a:off x="4871163" y="27790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1" name="Google Shape;10471;p80"/>
          <p:cNvGrpSpPr/>
          <p:nvPr/>
        </p:nvGrpSpPr>
        <p:grpSpPr>
          <a:xfrm>
            <a:off x="4870788" y="3188088"/>
            <a:ext cx="342328" cy="339310"/>
            <a:chOff x="-10462550" y="2057650"/>
            <a:chExt cx="354450" cy="351325"/>
          </a:xfrm>
        </p:grpSpPr>
        <p:sp>
          <p:nvSpPr>
            <p:cNvPr id="10472" name="Google Shape;10472;p80"/>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0"/>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4" name="Google Shape;10474;p80"/>
          <p:cNvSpPr/>
          <p:nvPr/>
        </p:nvSpPr>
        <p:spPr>
          <a:xfrm>
            <a:off x="7591624" y="28055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5" name="Google Shape;10475;p80"/>
          <p:cNvGrpSpPr/>
          <p:nvPr/>
        </p:nvGrpSpPr>
        <p:grpSpPr>
          <a:xfrm>
            <a:off x="6649772" y="2779651"/>
            <a:ext cx="375044" cy="340541"/>
            <a:chOff x="-8692750" y="1622100"/>
            <a:chExt cx="388325" cy="352600"/>
          </a:xfrm>
        </p:grpSpPr>
        <p:sp>
          <p:nvSpPr>
            <p:cNvPr id="10476" name="Google Shape;10476;p80"/>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0"/>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80"/>
          <p:cNvGrpSpPr/>
          <p:nvPr/>
        </p:nvGrpSpPr>
        <p:grpSpPr>
          <a:xfrm>
            <a:off x="5304253" y="1531907"/>
            <a:ext cx="341555" cy="341579"/>
            <a:chOff x="-13529550" y="1639425"/>
            <a:chExt cx="353650" cy="353675"/>
          </a:xfrm>
        </p:grpSpPr>
        <p:sp>
          <p:nvSpPr>
            <p:cNvPr id="10479" name="Google Shape;10479;p80"/>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0"/>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0"/>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0"/>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0"/>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0"/>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0"/>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0"/>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80"/>
          <p:cNvGrpSpPr/>
          <p:nvPr/>
        </p:nvGrpSpPr>
        <p:grpSpPr>
          <a:xfrm>
            <a:off x="5303106" y="1940489"/>
            <a:ext cx="343849" cy="340058"/>
            <a:chOff x="-13531925" y="2075775"/>
            <a:chExt cx="356025" cy="352100"/>
          </a:xfrm>
        </p:grpSpPr>
        <p:sp>
          <p:nvSpPr>
            <p:cNvPr id="10488" name="Google Shape;10488;p80"/>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0"/>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80"/>
          <p:cNvGrpSpPr/>
          <p:nvPr/>
        </p:nvGrpSpPr>
        <p:grpSpPr>
          <a:xfrm>
            <a:off x="5304627" y="2348694"/>
            <a:ext cx="340807" cy="340807"/>
            <a:chOff x="-13528775" y="2507400"/>
            <a:chExt cx="352875" cy="352875"/>
          </a:xfrm>
        </p:grpSpPr>
        <p:sp>
          <p:nvSpPr>
            <p:cNvPr id="10491" name="Google Shape;10491;p80"/>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0"/>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0"/>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4" name="Google Shape;10494;p80"/>
          <p:cNvSpPr/>
          <p:nvPr/>
        </p:nvSpPr>
        <p:spPr>
          <a:xfrm>
            <a:off x="7123388" y="15631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0"/>
          <p:cNvSpPr/>
          <p:nvPr/>
        </p:nvSpPr>
        <p:spPr>
          <a:xfrm>
            <a:off x="7123014" y="19402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6" name="Google Shape;10496;p80"/>
          <p:cNvGrpSpPr/>
          <p:nvPr/>
        </p:nvGrpSpPr>
        <p:grpSpPr>
          <a:xfrm>
            <a:off x="7140133" y="2348308"/>
            <a:ext cx="308090" cy="341579"/>
            <a:chOff x="-11747150" y="2530225"/>
            <a:chExt cx="319000" cy="353675"/>
          </a:xfrm>
        </p:grpSpPr>
        <p:sp>
          <p:nvSpPr>
            <p:cNvPr id="10497" name="Google Shape;10497;p80"/>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0"/>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80"/>
          <p:cNvGrpSpPr/>
          <p:nvPr/>
        </p:nvGrpSpPr>
        <p:grpSpPr>
          <a:xfrm>
            <a:off x="5304627" y="2779519"/>
            <a:ext cx="340807" cy="340807"/>
            <a:chOff x="-10027775" y="1622900"/>
            <a:chExt cx="352875" cy="352875"/>
          </a:xfrm>
        </p:grpSpPr>
        <p:sp>
          <p:nvSpPr>
            <p:cNvPr id="10500" name="Google Shape;10500;p80"/>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0"/>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0"/>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0"/>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0"/>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0"/>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6" name="Google Shape;10506;p80"/>
          <p:cNvSpPr/>
          <p:nvPr/>
        </p:nvSpPr>
        <p:spPr>
          <a:xfrm>
            <a:off x="5311472" y="31868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7" name="Google Shape;10507;p80"/>
          <p:cNvGrpSpPr/>
          <p:nvPr/>
        </p:nvGrpSpPr>
        <p:grpSpPr>
          <a:xfrm>
            <a:off x="8031595" y="2805183"/>
            <a:ext cx="322553" cy="342328"/>
            <a:chOff x="-10019125" y="2490075"/>
            <a:chExt cx="333975" cy="354450"/>
          </a:xfrm>
        </p:grpSpPr>
        <p:sp>
          <p:nvSpPr>
            <p:cNvPr id="10508" name="Google Shape;10508;p80"/>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0"/>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0"/>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0"/>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80"/>
          <p:cNvGrpSpPr/>
          <p:nvPr/>
        </p:nvGrpSpPr>
        <p:grpSpPr>
          <a:xfrm>
            <a:off x="6661180" y="3186193"/>
            <a:ext cx="352227" cy="343100"/>
            <a:chOff x="-8684100" y="2032450"/>
            <a:chExt cx="364700" cy="355250"/>
          </a:xfrm>
        </p:grpSpPr>
        <p:sp>
          <p:nvSpPr>
            <p:cNvPr id="10513" name="Google Shape;10513;p80"/>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0"/>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0"/>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6" name="Google Shape;10516;p80"/>
          <p:cNvSpPr/>
          <p:nvPr/>
        </p:nvSpPr>
        <p:spPr>
          <a:xfrm>
            <a:off x="5773709" y="15322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7" name="Google Shape;10517;p80"/>
          <p:cNvGrpSpPr/>
          <p:nvPr/>
        </p:nvGrpSpPr>
        <p:grpSpPr>
          <a:xfrm>
            <a:off x="5752039" y="1939656"/>
            <a:ext cx="343849" cy="341724"/>
            <a:chOff x="-13095575" y="2073400"/>
            <a:chExt cx="356025" cy="353825"/>
          </a:xfrm>
        </p:grpSpPr>
        <p:sp>
          <p:nvSpPr>
            <p:cNvPr id="10518" name="Google Shape;10518;p80"/>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0"/>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0"/>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0"/>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0"/>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0"/>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0"/>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0"/>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6" name="Google Shape;10526;p80"/>
          <p:cNvSpPr/>
          <p:nvPr/>
        </p:nvSpPr>
        <p:spPr>
          <a:xfrm>
            <a:off x="5753174" y="23486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7" name="Google Shape;10527;p80"/>
          <p:cNvGrpSpPr/>
          <p:nvPr/>
        </p:nvGrpSpPr>
        <p:grpSpPr>
          <a:xfrm>
            <a:off x="7576787" y="1531485"/>
            <a:ext cx="343100" cy="342424"/>
            <a:chOff x="-11332875" y="1660700"/>
            <a:chExt cx="355250" cy="354550"/>
          </a:xfrm>
        </p:grpSpPr>
        <p:sp>
          <p:nvSpPr>
            <p:cNvPr id="10528" name="Google Shape;10528;p80"/>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0"/>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0"/>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0"/>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2" name="Google Shape;10532;p80"/>
          <p:cNvSpPr/>
          <p:nvPr/>
        </p:nvSpPr>
        <p:spPr>
          <a:xfrm>
            <a:off x="7575652" y="19408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0"/>
          <p:cNvSpPr/>
          <p:nvPr/>
        </p:nvSpPr>
        <p:spPr>
          <a:xfrm>
            <a:off x="7576413" y="23696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4" name="Google Shape;10534;p80"/>
          <p:cNvGrpSpPr/>
          <p:nvPr/>
        </p:nvGrpSpPr>
        <p:grpSpPr>
          <a:xfrm>
            <a:off x="5774096" y="2777997"/>
            <a:ext cx="299736" cy="343849"/>
            <a:chOff x="-9570950" y="1622100"/>
            <a:chExt cx="310350" cy="356025"/>
          </a:xfrm>
        </p:grpSpPr>
        <p:sp>
          <p:nvSpPr>
            <p:cNvPr id="10535" name="Google Shape;10535;p80"/>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0"/>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80"/>
          <p:cNvGrpSpPr/>
          <p:nvPr/>
        </p:nvGrpSpPr>
        <p:grpSpPr>
          <a:xfrm>
            <a:off x="5752800" y="3186953"/>
            <a:ext cx="342328" cy="341579"/>
            <a:chOff x="-9594575" y="2056875"/>
            <a:chExt cx="354450" cy="353675"/>
          </a:xfrm>
        </p:grpSpPr>
        <p:sp>
          <p:nvSpPr>
            <p:cNvPr id="10538" name="Google Shape;10538;p80"/>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0"/>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0"/>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1" name="Google Shape;10541;p80"/>
          <p:cNvSpPr/>
          <p:nvPr/>
        </p:nvSpPr>
        <p:spPr>
          <a:xfrm>
            <a:off x="7123002" y="32173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2" name="Google Shape;10542;p80"/>
          <p:cNvGrpSpPr/>
          <p:nvPr/>
        </p:nvGrpSpPr>
        <p:grpSpPr>
          <a:xfrm>
            <a:off x="6208482" y="1532293"/>
            <a:ext cx="342328" cy="340807"/>
            <a:chOff x="-12661600" y="1640225"/>
            <a:chExt cx="354450" cy="352875"/>
          </a:xfrm>
        </p:grpSpPr>
        <p:sp>
          <p:nvSpPr>
            <p:cNvPr id="10543" name="Google Shape;10543;p80"/>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0"/>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0"/>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80"/>
          <p:cNvGrpSpPr/>
          <p:nvPr/>
        </p:nvGrpSpPr>
        <p:grpSpPr>
          <a:xfrm>
            <a:off x="6208857" y="1960831"/>
            <a:ext cx="341579" cy="299374"/>
            <a:chOff x="-12660025" y="2096250"/>
            <a:chExt cx="353675" cy="309975"/>
          </a:xfrm>
        </p:grpSpPr>
        <p:sp>
          <p:nvSpPr>
            <p:cNvPr id="10547" name="Google Shape;10547;p80"/>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0"/>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0"/>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0"/>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0"/>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0"/>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80"/>
          <p:cNvGrpSpPr/>
          <p:nvPr/>
        </p:nvGrpSpPr>
        <p:grpSpPr>
          <a:xfrm>
            <a:off x="6207335" y="2348127"/>
            <a:ext cx="344622" cy="341941"/>
            <a:chOff x="-12663175" y="2506800"/>
            <a:chExt cx="356825" cy="354050"/>
          </a:xfrm>
        </p:grpSpPr>
        <p:sp>
          <p:nvSpPr>
            <p:cNvPr id="10554" name="Google Shape;10554;p80"/>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0"/>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0"/>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0"/>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80"/>
          <p:cNvGrpSpPr/>
          <p:nvPr/>
        </p:nvGrpSpPr>
        <p:grpSpPr>
          <a:xfrm>
            <a:off x="8022468" y="1531907"/>
            <a:ext cx="340807" cy="341579"/>
            <a:chOff x="-10896525" y="1663050"/>
            <a:chExt cx="352875" cy="353675"/>
          </a:xfrm>
        </p:grpSpPr>
        <p:sp>
          <p:nvSpPr>
            <p:cNvPr id="10559" name="Google Shape;10559;p80"/>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0"/>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1" name="Google Shape;10561;p80"/>
          <p:cNvSpPr/>
          <p:nvPr/>
        </p:nvSpPr>
        <p:spPr>
          <a:xfrm>
            <a:off x="8061643" y="19396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2" name="Google Shape;10562;p80"/>
          <p:cNvGrpSpPr/>
          <p:nvPr/>
        </p:nvGrpSpPr>
        <p:grpSpPr>
          <a:xfrm>
            <a:off x="8022082" y="2359342"/>
            <a:ext cx="341579" cy="319511"/>
            <a:chOff x="-10898100" y="2542050"/>
            <a:chExt cx="353675" cy="330825"/>
          </a:xfrm>
        </p:grpSpPr>
        <p:sp>
          <p:nvSpPr>
            <p:cNvPr id="10563" name="Google Shape;10563;p80"/>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0"/>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0"/>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0"/>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0"/>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0"/>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80"/>
          <p:cNvGrpSpPr/>
          <p:nvPr/>
        </p:nvGrpSpPr>
        <p:grpSpPr>
          <a:xfrm>
            <a:off x="6209617" y="2780207"/>
            <a:ext cx="340058" cy="339430"/>
            <a:chOff x="-9157450" y="1622750"/>
            <a:chExt cx="352100" cy="351450"/>
          </a:xfrm>
        </p:grpSpPr>
        <p:sp>
          <p:nvSpPr>
            <p:cNvPr id="10570" name="Google Shape;10570;p80"/>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0"/>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80"/>
          <p:cNvGrpSpPr/>
          <p:nvPr/>
        </p:nvGrpSpPr>
        <p:grpSpPr>
          <a:xfrm>
            <a:off x="6247658" y="3188474"/>
            <a:ext cx="263977" cy="338537"/>
            <a:chOff x="-9119650" y="2056875"/>
            <a:chExt cx="273325" cy="350525"/>
          </a:xfrm>
        </p:grpSpPr>
        <p:sp>
          <p:nvSpPr>
            <p:cNvPr id="10573" name="Google Shape;10573;p80"/>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0"/>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5" name="Google Shape;10575;p80"/>
          <p:cNvSpPr/>
          <p:nvPr/>
        </p:nvSpPr>
        <p:spPr>
          <a:xfrm>
            <a:off x="8022842" y="32173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0"/>
          <p:cNvSpPr/>
          <p:nvPr/>
        </p:nvSpPr>
        <p:spPr>
          <a:xfrm>
            <a:off x="7143562" y="27791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7" name="Google Shape;10577;p80"/>
          <p:cNvGrpSpPr/>
          <p:nvPr/>
        </p:nvGrpSpPr>
        <p:grpSpPr>
          <a:xfrm>
            <a:off x="7576790" y="3217879"/>
            <a:ext cx="343094" cy="341569"/>
            <a:chOff x="6001575" y="3119050"/>
            <a:chExt cx="315025" cy="313625"/>
          </a:xfrm>
        </p:grpSpPr>
        <p:sp>
          <p:nvSpPr>
            <p:cNvPr id="10578" name="Google Shape;10578;p80"/>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0"/>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83" name="Shape 10583"/>
        <p:cNvGrpSpPr/>
        <p:nvPr/>
      </p:nvGrpSpPr>
      <p:grpSpPr>
        <a:xfrm>
          <a:off x="0" y="0"/>
          <a:ext cx="0" cy="0"/>
          <a:chOff x="0" y="0"/>
          <a:chExt cx="0" cy="0"/>
        </a:xfrm>
      </p:grpSpPr>
      <p:sp>
        <p:nvSpPr>
          <p:cNvPr id="10584" name="Google Shape;10584;p81"/>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5" name="Google Shape;10585;p81"/>
          <p:cNvGrpSpPr/>
          <p:nvPr/>
        </p:nvGrpSpPr>
        <p:grpSpPr>
          <a:xfrm>
            <a:off x="845233" y="2273195"/>
            <a:ext cx="476329" cy="476213"/>
            <a:chOff x="-21298675" y="2414425"/>
            <a:chExt cx="306400" cy="306325"/>
          </a:xfrm>
        </p:grpSpPr>
        <p:sp>
          <p:nvSpPr>
            <p:cNvPr id="10586" name="Google Shape;10586;p81"/>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1"/>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1"/>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81"/>
          <p:cNvGrpSpPr/>
          <p:nvPr/>
        </p:nvGrpSpPr>
        <p:grpSpPr>
          <a:xfrm>
            <a:off x="844611" y="2865128"/>
            <a:ext cx="477573" cy="445432"/>
            <a:chOff x="-21299475" y="2798025"/>
            <a:chExt cx="307200" cy="286525"/>
          </a:xfrm>
        </p:grpSpPr>
        <p:sp>
          <p:nvSpPr>
            <p:cNvPr id="10590" name="Google Shape;10590;p81"/>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1"/>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1"/>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1"/>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1"/>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1"/>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1"/>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1"/>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1"/>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1"/>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1"/>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1"/>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2" name="Google Shape;10602;p81"/>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1"/>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1"/>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5" name="Google Shape;10605;p81"/>
          <p:cNvGrpSpPr/>
          <p:nvPr/>
        </p:nvGrpSpPr>
        <p:grpSpPr>
          <a:xfrm>
            <a:off x="6713966" y="1688917"/>
            <a:ext cx="413912" cy="472676"/>
            <a:chOff x="-17545650" y="2051350"/>
            <a:chExt cx="266250" cy="304050"/>
          </a:xfrm>
        </p:grpSpPr>
        <p:sp>
          <p:nvSpPr>
            <p:cNvPr id="10606" name="Google Shape;10606;p81"/>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1"/>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1"/>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1"/>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0" name="Google Shape;10610;p81"/>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1" name="Google Shape;10611;p81"/>
          <p:cNvGrpSpPr/>
          <p:nvPr/>
        </p:nvGrpSpPr>
        <p:grpSpPr>
          <a:xfrm>
            <a:off x="6684584" y="2865574"/>
            <a:ext cx="472676" cy="444538"/>
            <a:chOff x="-17565350" y="2809825"/>
            <a:chExt cx="304050" cy="285950"/>
          </a:xfrm>
        </p:grpSpPr>
        <p:sp>
          <p:nvSpPr>
            <p:cNvPr id="10612" name="Google Shape;10612;p81"/>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1"/>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1"/>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1"/>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1"/>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7" name="Google Shape;10617;p81"/>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1"/>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1"/>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0" name="Google Shape;10620;p81"/>
          <p:cNvGrpSpPr/>
          <p:nvPr/>
        </p:nvGrpSpPr>
        <p:grpSpPr>
          <a:xfrm>
            <a:off x="1457493" y="2850904"/>
            <a:ext cx="416283" cy="473881"/>
            <a:chOff x="-20904875" y="2788575"/>
            <a:chExt cx="267775" cy="304825"/>
          </a:xfrm>
        </p:grpSpPr>
        <p:sp>
          <p:nvSpPr>
            <p:cNvPr id="10621" name="Google Shape;10621;p81"/>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1"/>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81"/>
          <p:cNvGrpSpPr/>
          <p:nvPr/>
        </p:nvGrpSpPr>
        <p:grpSpPr>
          <a:xfrm>
            <a:off x="4397908" y="2275564"/>
            <a:ext cx="360045" cy="471471"/>
            <a:chOff x="-19006700" y="2434925"/>
            <a:chExt cx="231600" cy="303275"/>
          </a:xfrm>
        </p:grpSpPr>
        <p:sp>
          <p:nvSpPr>
            <p:cNvPr id="10624" name="Google Shape;10624;p81"/>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1"/>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1"/>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1"/>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8" name="Google Shape;10628;p81"/>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1"/>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0" name="Google Shape;10630;p81"/>
          <p:cNvGrpSpPr/>
          <p:nvPr/>
        </p:nvGrpSpPr>
        <p:grpSpPr>
          <a:xfrm>
            <a:off x="7276507" y="2289051"/>
            <a:ext cx="473881" cy="444499"/>
            <a:chOff x="-17190425" y="2435725"/>
            <a:chExt cx="304825" cy="285925"/>
          </a:xfrm>
        </p:grpSpPr>
        <p:sp>
          <p:nvSpPr>
            <p:cNvPr id="10631" name="Google Shape;10631;p81"/>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1"/>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1"/>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4" name="Google Shape;10634;p81"/>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5" name="Google Shape;10635;p81"/>
          <p:cNvGrpSpPr/>
          <p:nvPr/>
        </p:nvGrpSpPr>
        <p:grpSpPr>
          <a:xfrm>
            <a:off x="4931233" y="3444650"/>
            <a:ext cx="476329" cy="475086"/>
            <a:chOff x="-15719925" y="2416825"/>
            <a:chExt cx="306400" cy="305600"/>
          </a:xfrm>
        </p:grpSpPr>
        <p:sp>
          <p:nvSpPr>
            <p:cNvPr id="10636" name="Google Shape;10636;p81"/>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1"/>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1"/>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9" name="Google Shape;10639;p81"/>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1"/>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1" name="Google Shape;10641;p81"/>
          <p:cNvGrpSpPr/>
          <p:nvPr/>
        </p:nvGrpSpPr>
        <p:grpSpPr>
          <a:xfrm>
            <a:off x="2017527" y="2851506"/>
            <a:ext cx="479983" cy="472676"/>
            <a:chOff x="-20550425" y="2789350"/>
            <a:chExt cx="308750" cy="304050"/>
          </a:xfrm>
        </p:grpSpPr>
        <p:sp>
          <p:nvSpPr>
            <p:cNvPr id="10642" name="Google Shape;10642;p81"/>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1"/>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81"/>
          <p:cNvGrpSpPr/>
          <p:nvPr/>
        </p:nvGrpSpPr>
        <p:grpSpPr>
          <a:xfrm>
            <a:off x="4932894" y="1688158"/>
            <a:ext cx="473920" cy="474192"/>
            <a:chOff x="-18666450" y="2059825"/>
            <a:chExt cx="304850" cy="305025"/>
          </a:xfrm>
        </p:grpSpPr>
        <p:sp>
          <p:nvSpPr>
            <p:cNvPr id="10645" name="Google Shape;10645;p81"/>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1"/>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81"/>
          <p:cNvGrpSpPr/>
          <p:nvPr/>
        </p:nvGrpSpPr>
        <p:grpSpPr>
          <a:xfrm>
            <a:off x="4932292" y="2275584"/>
            <a:ext cx="475125" cy="471432"/>
            <a:chOff x="-18668025" y="2435725"/>
            <a:chExt cx="305625" cy="303250"/>
          </a:xfrm>
        </p:grpSpPr>
        <p:sp>
          <p:nvSpPr>
            <p:cNvPr id="10648" name="Google Shape;10648;p81"/>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1"/>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81"/>
          <p:cNvGrpSpPr/>
          <p:nvPr/>
        </p:nvGrpSpPr>
        <p:grpSpPr>
          <a:xfrm>
            <a:off x="4931689" y="2850902"/>
            <a:ext cx="476329" cy="473881"/>
            <a:chOff x="-18668800" y="2807475"/>
            <a:chExt cx="306400" cy="304825"/>
          </a:xfrm>
        </p:grpSpPr>
        <p:sp>
          <p:nvSpPr>
            <p:cNvPr id="10651" name="Google Shape;10651;p81"/>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1"/>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1"/>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1"/>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1"/>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1"/>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1"/>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1"/>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1"/>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81"/>
          <p:cNvGrpSpPr/>
          <p:nvPr/>
        </p:nvGrpSpPr>
        <p:grpSpPr>
          <a:xfrm>
            <a:off x="7885658" y="1687693"/>
            <a:ext cx="416361" cy="475125"/>
            <a:chOff x="-16798200" y="2050575"/>
            <a:chExt cx="267825" cy="305625"/>
          </a:xfrm>
        </p:grpSpPr>
        <p:sp>
          <p:nvSpPr>
            <p:cNvPr id="10661" name="Google Shape;10661;p81"/>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1"/>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1"/>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81"/>
          <p:cNvGrpSpPr/>
          <p:nvPr/>
        </p:nvGrpSpPr>
        <p:grpSpPr>
          <a:xfrm>
            <a:off x="7856276" y="2852127"/>
            <a:ext cx="475125" cy="471432"/>
            <a:chOff x="-16817100" y="2801175"/>
            <a:chExt cx="305625" cy="303250"/>
          </a:xfrm>
        </p:grpSpPr>
        <p:sp>
          <p:nvSpPr>
            <p:cNvPr id="10665" name="Google Shape;10665;p81"/>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1"/>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1"/>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1"/>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1"/>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1"/>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1"/>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1"/>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81"/>
          <p:cNvGrpSpPr/>
          <p:nvPr/>
        </p:nvGrpSpPr>
        <p:grpSpPr>
          <a:xfrm>
            <a:off x="7263396" y="3444614"/>
            <a:ext cx="476329" cy="475125"/>
            <a:chOff x="-15717575" y="2786200"/>
            <a:chExt cx="306400" cy="305625"/>
          </a:xfrm>
        </p:grpSpPr>
        <p:sp>
          <p:nvSpPr>
            <p:cNvPr id="10674" name="Google Shape;10674;p81"/>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1"/>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1"/>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1"/>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1"/>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1"/>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1"/>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81"/>
          <p:cNvGrpSpPr/>
          <p:nvPr/>
        </p:nvGrpSpPr>
        <p:grpSpPr>
          <a:xfrm>
            <a:off x="2600969" y="1688296"/>
            <a:ext cx="475125" cy="473920"/>
            <a:chOff x="-20173175" y="2038750"/>
            <a:chExt cx="305625" cy="304850"/>
          </a:xfrm>
        </p:grpSpPr>
        <p:sp>
          <p:nvSpPr>
            <p:cNvPr id="10682" name="Google Shape;10682;p81"/>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1"/>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4" name="Google Shape;10684;p81"/>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5" name="Google Shape;10685;p81"/>
          <p:cNvGrpSpPr/>
          <p:nvPr/>
        </p:nvGrpSpPr>
        <p:grpSpPr>
          <a:xfrm>
            <a:off x="2602193" y="2850282"/>
            <a:ext cx="472676" cy="475125"/>
            <a:chOff x="-20173175" y="2787775"/>
            <a:chExt cx="304050" cy="305625"/>
          </a:xfrm>
        </p:grpSpPr>
        <p:sp>
          <p:nvSpPr>
            <p:cNvPr id="10686" name="Google Shape;10686;p81"/>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1"/>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1"/>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1"/>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1"/>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1"/>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1"/>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81"/>
          <p:cNvGrpSpPr/>
          <p:nvPr/>
        </p:nvGrpSpPr>
        <p:grpSpPr>
          <a:xfrm>
            <a:off x="5527177" y="2275564"/>
            <a:ext cx="473881" cy="471471"/>
            <a:chOff x="-18294675" y="2434925"/>
            <a:chExt cx="304825" cy="303275"/>
          </a:xfrm>
        </p:grpSpPr>
        <p:sp>
          <p:nvSpPr>
            <p:cNvPr id="10694" name="Google Shape;10694;p81"/>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1"/>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1"/>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81"/>
          <p:cNvGrpSpPr/>
          <p:nvPr/>
        </p:nvGrpSpPr>
        <p:grpSpPr>
          <a:xfrm>
            <a:off x="5583492" y="2852107"/>
            <a:ext cx="361250" cy="471471"/>
            <a:chOff x="-18258450" y="2809825"/>
            <a:chExt cx="232375" cy="303275"/>
          </a:xfrm>
        </p:grpSpPr>
        <p:sp>
          <p:nvSpPr>
            <p:cNvPr id="10698" name="Google Shape;10698;p81"/>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1"/>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1"/>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1" name="Google Shape;10701;p81"/>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2" name="Google Shape;10702;p81"/>
          <p:cNvGrpSpPr/>
          <p:nvPr/>
        </p:nvGrpSpPr>
        <p:grpSpPr>
          <a:xfrm>
            <a:off x="3793692" y="3445233"/>
            <a:ext cx="415117" cy="473920"/>
            <a:chOff x="-16422500" y="2425450"/>
            <a:chExt cx="267025" cy="304850"/>
          </a:xfrm>
        </p:grpSpPr>
        <p:sp>
          <p:nvSpPr>
            <p:cNvPr id="10703" name="Google Shape;10703;p81"/>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1"/>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1"/>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81"/>
          <p:cNvGrpSpPr/>
          <p:nvPr/>
        </p:nvGrpSpPr>
        <p:grpSpPr>
          <a:xfrm>
            <a:off x="6096453" y="3445838"/>
            <a:ext cx="473920" cy="472676"/>
            <a:chOff x="-16442200" y="2801175"/>
            <a:chExt cx="304850" cy="304050"/>
          </a:xfrm>
        </p:grpSpPr>
        <p:sp>
          <p:nvSpPr>
            <p:cNvPr id="10707" name="Google Shape;10707;p81"/>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1"/>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1"/>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0" name="Google Shape;10710;p81"/>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1"/>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2" name="Google Shape;10712;p81"/>
          <p:cNvGrpSpPr/>
          <p:nvPr/>
        </p:nvGrpSpPr>
        <p:grpSpPr>
          <a:xfrm>
            <a:off x="3172167" y="2276343"/>
            <a:ext cx="481265" cy="469917"/>
            <a:chOff x="-19802200" y="2416025"/>
            <a:chExt cx="309575" cy="302275"/>
          </a:xfrm>
        </p:grpSpPr>
        <p:sp>
          <p:nvSpPr>
            <p:cNvPr id="10713" name="Google Shape;10713;p81"/>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1"/>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1"/>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1"/>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1"/>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81"/>
          <p:cNvGrpSpPr/>
          <p:nvPr/>
        </p:nvGrpSpPr>
        <p:grpSpPr>
          <a:xfrm>
            <a:off x="3175238" y="2851506"/>
            <a:ext cx="475125" cy="472676"/>
            <a:chOff x="-19801400" y="2788575"/>
            <a:chExt cx="305625" cy="304050"/>
          </a:xfrm>
        </p:grpSpPr>
        <p:sp>
          <p:nvSpPr>
            <p:cNvPr id="10719" name="Google Shape;10719;p81"/>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1"/>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1"/>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1"/>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1"/>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1"/>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81"/>
          <p:cNvGrpSpPr/>
          <p:nvPr/>
        </p:nvGrpSpPr>
        <p:grpSpPr>
          <a:xfrm>
            <a:off x="6130314" y="1688916"/>
            <a:ext cx="422463" cy="472676"/>
            <a:chOff x="-17903225" y="2060800"/>
            <a:chExt cx="271750" cy="304050"/>
          </a:xfrm>
        </p:grpSpPr>
        <p:sp>
          <p:nvSpPr>
            <p:cNvPr id="10726" name="Google Shape;10726;p81"/>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1"/>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1"/>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81"/>
          <p:cNvGrpSpPr/>
          <p:nvPr/>
        </p:nvGrpSpPr>
        <p:grpSpPr>
          <a:xfrm>
            <a:off x="6104605" y="2274962"/>
            <a:ext cx="473881" cy="472676"/>
            <a:chOff x="-17918975" y="2435725"/>
            <a:chExt cx="304825" cy="304050"/>
          </a:xfrm>
        </p:grpSpPr>
        <p:sp>
          <p:nvSpPr>
            <p:cNvPr id="10730" name="Google Shape;10730;p81"/>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1"/>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81"/>
          <p:cNvGrpSpPr/>
          <p:nvPr/>
        </p:nvGrpSpPr>
        <p:grpSpPr>
          <a:xfrm>
            <a:off x="6133365" y="2852729"/>
            <a:ext cx="416361" cy="470228"/>
            <a:chOff x="-17899300" y="2810625"/>
            <a:chExt cx="267825" cy="302475"/>
          </a:xfrm>
        </p:grpSpPr>
        <p:sp>
          <p:nvSpPr>
            <p:cNvPr id="10733" name="Google Shape;10733;p81"/>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1"/>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1"/>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81"/>
          <p:cNvGrpSpPr/>
          <p:nvPr/>
        </p:nvGrpSpPr>
        <p:grpSpPr>
          <a:xfrm>
            <a:off x="2039218" y="3461166"/>
            <a:ext cx="472676" cy="442089"/>
            <a:chOff x="-16066500" y="2060800"/>
            <a:chExt cx="304050" cy="284375"/>
          </a:xfrm>
        </p:grpSpPr>
        <p:sp>
          <p:nvSpPr>
            <p:cNvPr id="10737" name="Google Shape;10737;p81"/>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1"/>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1"/>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1"/>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1"/>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2" name="Google Shape;10742;p81"/>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1"/>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1"/>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5" name="Google Shape;10745;p81"/>
          <p:cNvGrpSpPr/>
          <p:nvPr/>
        </p:nvGrpSpPr>
        <p:grpSpPr>
          <a:xfrm>
            <a:off x="7923925" y="2297751"/>
            <a:ext cx="368362" cy="419314"/>
            <a:chOff x="4995050" y="3245650"/>
            <a:chExt cx="236950" cy="269725"/>
          </a:xfrm>
        </p:grpSpPr>
        <p:sp>
          <p:nvSpPr>
            <p:cNvPr id="10746" name="Google Shape;10746;p81"/>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1"/>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1"/>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9" name="Google Shape;10749;p81"/>
            <p:cNvGrpSpPr/>
            <p:nvPr/>
          </p:nvGrpSpPr>
          <p:grpSpPr>
            <a:xfrm>
              <a:off x="4995050" y="3245650"/>
              <a:ext cx="236950" cy="269725"/>
              <a:chOff x="4995050" y="3245650"/>
              <a:chExt cx="236950" cy="269725"/>
            </a:xfrm>
          </p:grpSpPr>
          <p:sp>
            <p:nvSpPr>
              <p:cNvPr id="10750" name="Google Shape;10750;p81"/>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1"/>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52" name="Google Shape;10752;p81"/>
          <p:cNvGrpSpPr/>
          <p:nvPr/>
        </p:nvGrpSpPr>
        <p:grpSpPr>
          <a:xfrm>
            <a:off x="5523718" y="1689744"/>
            <a:ext cx="483749" cy="481292"/>
            <a:chOff x="4724650" y="2885700"/>
            <a:chExt cx="270750" cy="269375"/>
          </a:xfrm>
        </p:grpSpPr>
        <p:sp>
          <p:nvSpPr>
            <p:cNvPr id="10753" name="Google Shape;10753;p81"/>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1"/>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1"/>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1"/>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1"/>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1"/>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1"/>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81"/>
          <p:cNvGrpSpPr/>
          <p:nvPr/>
        </p:nvGrpSpPr>
        <p:grpSpPr>
          <a:xfrm>
            <a:off x="4390823" y="1683870"/>
            <a:ext cx="389425" cy="467822"/>
            <a:chOff x="4459350" y="2882125"/>
            <a:chExt cx="228375" cy="274350"/>
          </a:xfrm>
        </p:grpSpPr>
        <p:sp>
          <p:nvSpPr>
            <p:cNvPr id="10761" name="Google Shape;10761;p81"/>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1"/>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1"/>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1"/>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1"/>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0766" name="Google Shape;10766;p81"/>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0767" name="Google Shape;10767;p81"/>
          <p:cNvSpPr txBox="1"/>
          <p:nvPr/>
        </p:nvSpPr>
        <p:spPr>
          <a:xfrm>
            <a:off x="1220500" y="1085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71" name="Shape 10771"/>
        <p:cNvGrpSpPr/>
        <p:nvPr/>
      </p:nvGrpSpPr>
      <p:grpSpPr>
        <a:xfrm>
          <a:off x="0" y="0"/>
          <a:ext cx="0" cy="0"/>
          <a:chOff x="0" y="0"/>
          <a:chExt cx="0" cy="0"/>
        </a:xfrm>
      </p:grpSpPr>
      <p:sp>
        <p:nvSpPr>
          <p:cNvPr id="10772" name="Google Shape;10772;p8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773" name="Google Shape;10773;p82"/>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4" name="Google Shape;10774;p82"/>
          <p:cNvGrpSpPr/>
          <p:nvPr/>
        </p:nvGrpSpPr>
        <p:grpSpPr>
          <a:xfrm>
            <a:off x="847082" y="2140412"/>
            <a:ext cx="426462" cy="420796"/>
            <a:chOff x="-6713450" y="2397900"/>
            <a:chExt cx="295375" cy="291450"/>
          </a:xfrm>
        </p:grpSpPr>
        <p:sp>
          <p:nvSpPr>
            <p:cNvPr id="10775" name="Google Shape;10775;p82"/>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2"/>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7" name="Google Shape;10777;p82"/>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8" name="Google Shape;10778;p82"/>
          <p:cNvGrpSpPr/>
          <p:nvPr/>
        </p:nvGrpSpPr>
        <p:grpSpPr>
          <a:xfrm>
            <a:off x="3551844" y="1631401"/>
            <a:ext cx="423069" cy="420507"/>
            <a:chOff x="-4932650" y="2046625"/>
            <a:chExt cx="293025" cy="291250"/>
          </a:xfrm>
        </p:grpSpPr>
        <p:sp>
          <p:nvSpPr>
            <p:cNvPr id="10779" name="Google Shape;10779;p82"/>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2"/>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1" name="Google Shape;10781;p82"/>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2" name="Google Shape;10782;p82"/>
          <p:cNvGrpSpPr/>
          <p:nvPr/>
        </p:nvGrpSpPr>
        <p:grpSpPr>
          <a:xfrm>
            <a:off x="3563775" y="2660957"/>
            <a:ext cx="423069" cy="420796"/>
            <a:chOff x="-4931075" y="2765725"/>
            <a:chExt cx="293025" cy="291450"/>
          </a:xfrm>
        </p:grpSpPr>
        <p:sp>
          <p:nvSpPr>
            <p:cNvPr id="10783" name="Google Shape;10783;p82"/>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2"/>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82"/>
          <p:cNvGrpSpPr/>
          <p:nvPr/>
        </p:nvGrpSpPr>
        <p:grpSpPr>
          <a:xfrm>
            <a:off x="6269343" y="1656289"/>
            <a:ext cx="420796" cy="370732"/>
            <a:chOff x="-3137650" y="2067900"/>
            <a:chExt cx="291450" cy="256775"/>
          </a:xfrm>
        </p:grpSpPr>
        <p:sp>
          <p:nvSpPr>
            <p:cNvPr id="10786" name="Google Shape;10786;p82"/>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2"/>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2"/>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82"/>
          <p:cNvGrpSpPr/>
          <p:nvPr/>
        </p:nvGrpSpPr>
        <p:grpSpPr>
          <a:xfrm>
            <a:off x="6269343" y="2139926"/>
            <a:ext cx="420796" cy="421770"/>
            <a:chOff x="-3137650" y="2408950"/>
            <a:chExt cx="291450" cy="292125"/>
          </a:xfrm>
        </p:grpSpPr>
        <p:sp>
          <p:nvSpPr>
            <p:cNvPr id="10790" name="Google Shape;10790;p82"/>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2"/>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2"/>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2"/>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2"/>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82"/>
          <p:cNvGrpSpPr/>
          <p:nvPr/>
        </p:nvGrpSpPr>
        <p:grpSpPr>
          <a:xfrm>
            <a:off x="6281274" y="2685412"/>
            <a:ext cx="420796" cy="371887"/>
            <a:chOff x="-3137650" y="2787000"/>
            <a:chExt cx="291450" cy="257575"/>
          </a:xfrm>
        </p:grpSpPr>
        <p:sp>
          <p:nvSpPr>
            <p:cNvPr id="10796" name="Google Shape;10796;p82"/>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2"/>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2"/>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2"/>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2"/>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2"/>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2"/>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2"/>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4" name="Google Shape;10804;p82"/>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2"/>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2"/>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7" name="Google Shape;10807;p82"/>
          <p:cNvGrpSpPr/>
          <p:nvPr/>
        </p:nvGrpSpPr>
        <p:grpSpPr>
          <a:xfrm>
            <a:off x="1399451" y="2660397"/>
            <a:ext cx="421914" cy="421914"/>
            <a:chOff x="-6354300" y="2757075"/>
            <a:chExt cx="292225" cy="292225"/>
          </a:xfrm>
        </p:grpSpPr>
        <p:sp>
          <p:nvSpPr>
            <p:cNvPr id="10808" name="Google Shape;10808;p82"/>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2"/>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2"/>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2"/>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82"/>
          <p:cNvGrpSpPr/>
          <p:nvPr/>
        </p:nvGrpSpPr>
        <p:grpSpPr>
          <a:xfrm>
            <a:off x="4093454" y="1629560"/>
            <a:ext cx="424188" cy="424188"/>
            <a:chOff x="-4573475" y="2045850"/>
            <a:chExt cx="293800" cy="293800"/>
          </a:xfrm>
        </p:grpSpPr>
        <p:sp>
          <p:nvSpPr>
            <p:cNvPr id="10813" name="Google Shape;10813;p82"/>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2"/>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82"/>
          <p:cNvGrpSpPr/>
          <p:nvPr/>
        </p:nvGrpSpPr>
        <p:grpSpPr>
          <a:xfrm>
            <a:off x="4092877" y="2138699"/>
            <a:ext cx="425343" cy="424225"/>
            <a:chOff x="-4570325" y="2405775"/>
            <a:chExt cx="294600" cy="293825"/>
          </a:xfrm>
        </p:grpSpPr>
        <p:sp>
          <p:nvSpPr>
            <p:cNvPr id="10816" name="Google Shape;10816;p82"/>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2"/>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82"/>
          <p:cNvGrpSpPr/>
          <p:nvPr/>
        </p:nvGrpSpPr>
        <p:grpSpPr>
          <a:xfrm>
            <a:off x="4105945" y="2659838"/>
            <a:ext cx="423069" cy="423033"/>
            <a:chOff x="-4572700" y="2764950"/>
            <a:chExt cx="293025" cy="293000"/>
          </a:xfrm>
        </p:grpSpPr>
        <p:sp>
          <p:nvSpPr>
            <p:cNvPr id="10819" name="Google Shape;10819;p82"/>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2"/>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2"/>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2"/>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2"/>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82"/>
          <p:cNvGrpSpPr/>
          <p:nvPr/>
        </p:nvGrpSpPr>
        <p:grpSpPr>
          <a:xfrm>
            <a:off x="6824707" y="1631239"/>
            <a:ext cx="414840" cy="420832"/>
            <a:chOff x="-2777700" y="2049775"/>
            <a:chExt cx="287325" cy="291475"/>
          </a:xfrm>
        </p:grpSpPr>
        <p:sp>
          <p:nvSpPr>
            <p:cNvPr id="10825" name="Google Shape;10825;p82"/>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2"/>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2"/>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82"/>
          <p:cNvGrpSpPr/>
          <p:nvPr/>
        </p:nvGrpSpPr>
        <p:grpSpPr>
          <a:xfrm>
            <a:off x="6821170" y="2140431"/>
            <a:ext cx="421914" cy="420759"/>
            <a:chOff x="-2571737" y="2403625"/>
            <a:chExt cx="292225" cy="291425"/>
          </a:xfrm>
        </p:grpSpPr>
        <p:sp>
          <p:nvSpPr>
            <p:cNvPr id="10829" name="Google Shape;10829;p82"/>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2"/>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2"/>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2"/>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2"/>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2"/>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2"/>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82"/>
          <p:cNvGrpSpPr/>
          <p:nvPr/>
        </p:nvGrpSpPr>
        <p:grpSpPr>
          <a:xfrm>
            <a:off x="6821170" y="2661534"/>
            <a:ext cx="421914" cy="419640"/>
            <a:chOff x="-2571737" y="2764550"/>
            <a:chExt cx="292225" cy="290650"/>
          </a:xfrm>
        </p:grpSpPr>
        <p:sp>
          <p:nvSpPr>
            <p:cNvPr id="10837" name="Google Shape;10837;p82"/>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2"/>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2"/>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82"/>
          <p:cNvGrpSpPr/>
          <p:nvPr/>
        </p:nvGrpSpPr>
        <p:grpSpPr>
          <a:xfrm>
            <a:off x="3020671" y="3230538"/>
            <a:ext cx="421914" cy="423864"/>
            <a:chOff x="-1333975" y="2365850"/>
            <a:chExt cx="292225" cy="293575"/>
          </a:xfrm>
        </p:grpSpPr>
        <p:sp>
          <p:nvSpPr>
            <p:cNvPr id="10841" name="Google Shape;10841;p82"/>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2"/>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2"/>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2"/>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2"/>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2"/>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2"/>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2"/>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82"/>
          <p:cNvGrpSpPr/>
          <p:nvPr/>
        </p:nvGrpSpPr>
        <p:grpSpPr>
          <a:xfrm>
            <a:off x="1954146" y="2660397"/>
            <a:ext cx="398020" cy="421914"/>
            <a:chOff x="-5995925" y="2757850"/>
            <a:chExt cx="275675" cy="292225"/>
          </a:xfrm>
        </p:grpSpPr>
        <p:sp>
          <p:nvSpPr>
            <p:cNvPr id="10850" name="Google Shape;10850;p82"/>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2"/>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2"/>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2"/>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2"/>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2"/>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2"/>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2"/>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2"/>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82"/>
          <p:cNvGrpSpPr/>
          <p:nvPr/>
        </p:nvGrpSpPr>
        <p:grpSpPr>
          <a:xfrm>
            <a:off x="4634433" y="1631816"/>
            <a:ext cx="421951" cy="419677"/>
            <a:chOff x="-4211975" y="2046625"/>
            <a:chExt cx="292250" cy="290675"/>
          </a:xfrm>
        </p:grpSpPr>
        <p:sp>
          <p:nvSpPr>
            <p:cNvPr id="10860" name="Google Shape;10860;p82"/>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2"/>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82"/>
          <p:cNvGrpSpPr/>
          <p:nvPr/>
        </p:nvGrpSpPr>
        <p:grpSpPr>
          <a:xfrm>
            <a:off x="4684479" y="2138699"/>
            <a:ext cx="321859" cy="424225"/>
            <a:chOff x="-4178875" y="2405775"/>
            <a:chExt cx="222925" cy="293825"/>
          </a:xfrm>
        </p:grpSpPr>
        <p:sp>
          <p:nvSpPr>
            <p:cNvPr id="10863" name="Google Shape;10863;p82"/>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2"/>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2"/>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82"/>
          <p:cNvGrpSpPr/>
          <p:nvPr/>
        </p:nvGrpSpPr>
        <p:grpSpPr>
          <a:xfrm>
            <a:off x="4646942" y="2673483"/>
            <a:ext cx="420796" cy="395746"/>
            <a:chOff x="-4211975" y="2783850"/>
            <a:chExt cx="291450" cy="274100"/>
          </a:xfrm>
        </p:grpSpPr>
        <p:sp>
          <p:nvSpPr>
            <p:cNvPr id="10867" name="Google Shape;10867;p82"/>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2"/>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2"/>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0" name="Google Shape;10870;p82"/>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1" name="Google Shape;10871;p82"/>
          <p:cNvGrpSpPr/>
          <p:nvPr/>
        </p:nvGrpSpPr>
        <p:grpSpPr>
          <a:xfrm>
            <a:off x="7351871" y="2140413"/>
            <a:ext cx="420796" cy="420796"/>
            <a:chOff x="-2419325" y="2408150"/>
            <a:chExt cx="291450" cy="291450"/>
          </a:xfrm>
        </p:grpSpPr>
        <p:sp>
          <p:nvSpPr>
            <p:cNvPr id="10872" name="Google Shape;10872;p82"/>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2"/>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2"/>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2"/>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2"/>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2"/>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2"/>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9" name="Google Shape;10879;p82"/>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0" name="Google Shape;10880;p82"/>
          <p:cNvGrpSpPr/>
          <p:nvPr/>
        </p:nvGrpSpPr>
        <p:grpSpPr>
          <a:xfrm>
            <a:off x="4673396" y="3231514"/>
            <a:ext cx="420796" cy="421914"/>
            <a:chOff x="-1333200" y="2770450"/>
            <a:chExt cx="291450" cy="292225"/>
          </a:xfrm>
        </p:grpSpPr>
        <p:sp>
          <p:nvSpPr>
            <p:cNvPr id="10881" name="Google Shape;10881;p82"/>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2"/>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82"/>
          <p:cNvGrpSpPr/>
          <p:nvPr/>
        </p:nvGrpSpPr>
        <p:grpSpPr>
          <a:xfrm>
            <a:off x="2470009" y="1631256"/>
            <a:ext cx="423069" cy="420796"/>
            <a:chOff x="-5635200" y="2037975"/>
            <a:chExt cx="293025" cy="291450"/>
          </a:xfrm>
        </p:grpSpPr>
        <p:sp>
          <p:nvSpPr>
            <p:cNvPr id="10884" name="Google Shape;10884;p82"/>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2"/>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82"/>
          <p:cNvGrpSpPr/>
          <p:nvPr/>
        </p:nvGrpSpPr>
        <p:grpSpPr>
          <a:xfrm>
            <a:off x="2468295" y="2140412"/>
            <a:ext cx="426499" cy="420796"/>
            <a:chOff x="-5637575" y="2397900"/>
            <a:chExt cx="295400" cy="291450"/>
          </a:xfrm>
        </p:grpSpPr>
        <p:sp>
          <p:nvSpPr>
            <p:cNvPr id="10887" name="Google Shape;10887;p82"/>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2"/>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2"/>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2"/>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82"/>
          <p:cNvGrpSpPr/>
          <p:nvPr/>
        </p:nvGrpSpPr>
        <p:grpSpPr>
          <a:xfrm>
            <a:off x="2481958" y="2660397"/>
            <a:ext cx="423033" cy="421914"/>
            <a:chOff x="-5635975" y="2757075"/>
            <a:chExt cx="293000" cy="292225"/>
          </a:xfrm>
        </p:grpSpPr>
        <p:sp>
          <p:nvSpPr>
            <p:cNvPr id="10892" name="Google Shape;10892;p82"/>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2"/>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82"/>
          <p:cNvGrpSpPr/>
          <p:nvPr/>
        </p:nvGrpSpPr>
        <p:grpSpPr>
          <a:xfrm>
            <a:off x="5165893" y="1631256"/>
            <a:ext cx="423069" cy="420796"/>
            <a:chOff x="-3854375" y="2046625"/>
            <a:chExt cx="293025" cy="291450"/>
          </a:xfrm>
        </p:grpSpPr>
        <p:sp>
          <p:nvSpPr>
            <p:cNvPr id="10895" name="Google Shape;10895;p82"/>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2"/>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7" name="Google Shape;10897;p82"/>
          <p:cNvGrpSpPr/>
          <p:nvPr/>
        </p:nvGrpSpPr>
        <p:grpSpPr>
          <a:xfrm>
            <a:off x="5164756" y="2138717"/>
            <a:ext cx="425343" cy="424188"/>
            <a:chOff x="-3854375" y="2405000"/>
            <a:chExt cx="294600" cy="293800"/>
          </a:xfrm>
        </p:grpSpPr>
        <p:sp>
          <p:nvSpPr>
            <p:cNvPr id="10898" name="Google Shape;10898;p82"/>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2"/>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82"/>
          <p:cNvGrpSpPr/>
          <p:nvPr/>
        </p:nvGrpSpPr>
        <p:grpSpPr>
          <a:xfrm>
            <a:off x="5178961" y="2659838"/>
            <a:ext cx="420796" cy="423033"/>
            <a:chOff x="-3852025" y="2764950"/>
            <a:chExt cx="291450" cy="293000"/>
          </a:xfrm>
        </p:grpSpPr>
        <p:sp>
          <p:nvSpPr>
            <p:cNvPr id="10901" name="Google Shape;10901;p82"/>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2"/>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3" name="Google Shape;10903;p82"/>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2"/>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5" name="Google Shape;10905;p82"/>
          <p:cNvGrpSpPr/>
          <p:nvPr/>
        </p:nvGrpSpPr>
        <p:grpSpPr>
          <a:xfrm>
            <a:off x="7901550" y="2660398"/>
            <a:ext cx="420796" cy="421914"/>
            <a:chOff x="-2060175" y="2768875"/>
            <a:chExt cx="291450" cy="292225"/>
          </a:xfrm>
        </p:grpSpPr>
        <p:sp>
          <p:nvSpPr>
            <p:cNvPr id="10906" name="Google Shape;10906;p82"/>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2"/>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82"/>
          <p:cNvGrpSpPr/>
          <p:nvPr/>
        </p:nvGrpSpPr>
        <p:grpSpPr>
          <a:xfrm>
            <a:off x="1915160" y="3232071"/>
            <a:ext cx="421914" cy="420796"/>
            <a:chOff x="-937025" y="2064750"/>
            <a:chExt cx="292225" cy="291450"/>
          </a:xfrm>
        </p:grpSpPr>
        <p:sp>
          <p:nvSpPr>
            <p:cNvPr id="10909" name="Google Shape;10909;p82"/>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2"/>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2"/>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82"/>
          <p:cNvGrpSpPr/>
          <p:nvPr/>
        </p:nvGrpSpPr>
        <p:grpSpPr>
          <a:xfrm>
            <a:off x="3018323" y="1630697"/>
            <a:ext cx="421951" cy="421914"/>
            <a:chOff x="-5276050" y="2037975"/>
            <a:chExt cx="292250" cy="292225"/>
          </a:xfrm>
        </p:grpSpPr>
        <p:sp>
          <p:nvSpPr>
            <p:cNvPr id="10913" name="Google Shape;10913;p82"/>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2"/>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2"/>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6" name="Google Shape;10916;p82"/>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2"/>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8" name="Google Shape;10918;p82"/>
          <p:cNvGrpSpPr/>
          <p:nvPr/>
        </p:nvGrpSpPr>
        <p:grpSpPr>
          <a:xfrm>
            <a:off x="5777136" y="1631256"/>
            <a:ext cx="324133" cy="420796"/>
            <a:chOff x="-3462150" y="2046625"/>
            <a:chExt cx="224500" cy="291450"/>
          </a:xfrm>
        </p:grpSpPr>
        <p:sp>
          <p:nvSpPr>
            <p:cNvPr id="10919" name="Google Shape;10919;p82"/>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2"/>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2"/>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2"/>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2"/>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2"/>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2"/>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82"/>
          <p:cNvGrpSpPr/>
          <p:nvPr/>
        </p:nvGrpSpPr>
        <p:grpSpPr>
          <a:xfrm>
            <a:off x="5752700" y="2139276"/>
            <a:ext cx="373006" cy="423069"/>
            <a:chOff x="-3478675" y="2405775"/>
            <a:chExt cx="258350" cy="293025"/>
          </a:xfrm>
        </p:grpSpPr>
        <p:sp>
          <p:nvSpPr>
            <p:cNvPr id="10927" name="Google Shape;10927;p82"/>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2"/>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2"/>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2"/>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82"/>
          <p:cNvGrpSpPr/>
          <p:nvPr/>
        </p:nvGrpSpPr>
        <p:grpSpPr>
          <a:xfrm>
            <a:off x="5815218" y="2660398"/>
            <a:ext cx="271831" cy="421914"/>
            <a:chOff x="-3443250" y="2765725"/>
            <a:chExt cx="188275" cy="292225"/>
          </a:xfrm>
        </p:grpSpPr>
        <p:sp>
          <p:nvSpPr>
            <p:cNvPr id="10932" name="Google Shape;10932;p82"/>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2"/>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2"/>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2"/>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82"/>
          <p:cNvGrpSpPr/>
          <p:nvPr/>
        </p:nvGrpSpPr>
        <p:grpSpPr>
          <a:xfrm>
            <a:off x="844114" y="3230934"/>
            <a:ext cx="371887" cy="423069"/>
            <a:chOff x="-1684475" y="2049000"/>
            <a:chExt cx="257575" cy="293025"/>
          </a:xfrm>
        </p:grpSpPr>
        <p:sp>
          <p:nvSpPr>
            <p:cNvPr id="10937" name="Google Shape;10937;p82"/>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2"/>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2"/>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2"/>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1" name="Google Shape;10941;p82"/>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2" name="Google Shape;10942;p82"/>
          <p:cNvGrpSpPr/>
          <p:nvPr/>
        </p:nvGrpSpPr>
        <p:grpSpPr>
          <a:xfrm>
            <a:off x="4134007" y="3231514"/>
            <a:ext cx="420796" cy="421914"/>
            <a:chOff x="-1700225" y="2768875"/>
            <a:chExt cx="291450" cy="292225"/>
          </a:xfrm>
        </p:grpSpPr>
        <p:sp>
          <p:nvSpPr>
            <p:cNvPr id="10943" name="Google Shape;10943;p82"/>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2"/>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2"/>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2"/>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2"/>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2"/>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82"/>
          <p:cNvGrpSpPr/>
          <p:nvPr/>
        </p:nvGrpSpPr>
        <p:grpSpPr>
          <a:xfrm>
            <a:off x="3602355" y="3230935"/>
            <a:ext cx="371887" cy="423069"/>
            <a:chOff x="-919700" y="2420750"/>
            <a:chExt cx="257575" cy="293025"/>
          </a:xfrm>
        </p:grpSpPr>
        <p:sp>
          <p:nvSpPr>
            <p:cNvPr id="10950" name="Google Shape;10950;p82"/>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2"/>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2"/>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82"/>
          <p:cNvGrpSpPr/>
          <p:nvPr/>
        </p:nvGrpSpPr>
        <p:grpSpPr>
          <a:xfrm>
            <a:off x="1937547" y="1645950"/>
            <a:ext cx="409531" cy="410617"/>
            <a:chOff x="6679825" y="2693700"/>
            <a:chExt cx="257875" cy="258575"/>
          </a:xfrm>
        </p:grpSpPr>
        <p:sp>
          <p:nvSpPr>
            <p:cNvPr id="10954" name="Google Shape;10954;p82"/>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2"/>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82"/>
          <p:cNvGrpSpPr/>
          <p:nvPr/>
        </p:nvGrpSpPr>
        <p:grpSpPr>
          <a:xfrm>
            <a:off x="1927121" y="2142110"/>
            <a:ext cx="420531" cy="417262"/>
            <a:chOff x="6790450" y="3119050"/>
            <a:chExt cx="262750" cy="260675"/>
          </a:xfrm>
        </p:grpSpPr>
        <p:sp>
          <p:nvSpPr>
            <p:cNvPr id="10957" name="Google Shape;10957;p82"/>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2"/>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82"/>
          <p:cNvGrpSpPr/>
          <p:nvPr/>
        </p:nvGrpSpPr>
        <p:grpSpPr>
          <a:xfrm>
            <a:off x="6853082" y="3755436"/>
            <a:ext cx="358093" cy="407391"/>
            <a:chOff x="7660859" y="2571753"/>
            <a:chExt cx="366561" cy="417024"/>
          </a:xfrm>
        </p:grpSpPr>
        <p:sp>
          <p:nvSpPr>
            <p:cNvPr id="10960" name="Google Shape;10960;p82"/>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2"/>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2"/>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82"/>
          <p:cNvGrpSpPr/>
          <p:nvPr/>
        </p:nvGrpSpPr>
        <p:grpSpPr>
          <a:xfrm>
            <a:off x="4387763" y="3755436"/>
            <a:ext cx="407391" cy="407391"/>
            <a:chOff x="5566722" y="2571753"/>
            <a:chExt cx="417024" cy="417024"/>
          </a:xfrm>
        </p:grpSpPr>
        <p:sp>
          <p:nvSpPr>
            <p:cNvPr id="10964" name="Google Shape;10964;p82"/>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2"/>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82"/>
          <p:cNvGrpSpPr/>
          <p:nvPr/>
        </p:nvGrpSpPr>
        <p:grpSpPr>
          <a:xfrm>
            <a:off x="5004096" y="3857692"/>
            <a:ext cx="407381" cy="202880"/>
            <a:chOff x="6090251" y="2676413"/>
            <a:chExt cx="417014" cy="207677"/>
          </a:xfrm>
        </p:grpSpPr>
        <p:sp>
          <p:nvSpPr>
            <p:cNvPr id="10967" name="Google Shape;10967;p82"/>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2"/>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2"/>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2"/>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82"/>
          <p:cNvGrpSpPr/>
          <p:nvPr/>
        </p:nvGrpSpPr>
        <p:grpSpPr>
          <a:xfrm>
            <a:off x="6236750" y="3755436"/>
            <a:ext cx="407391" cy="407391"/>
            <a:chOff x="7137330" y="2571753"/>
            <a:chExt cx="417024" cy="417024"/>
          </a:xfrm>
        </p:grpSpPr>
        <p:sp>
          <p:nvSpPr>
            <p:cNvPr id="10972" name="Google Shape;10972;p82"/>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2"/>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2"/>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82"/>
          <p:cNvGrpSpPr/>
          <p:nvPr/>
        </p:nvGrpSpPr>
        <p:grpSpPr>
          <a:xfrm>
            <a:off x="5620418" y="3755436"/>
            <a:ext cx="407391" cy="407391"/>
            <a:chOff x="6613801" y="2571753"/>
            <a:chExt cx="417024" cy="417024"/>
          </a:xfrm>
        </p:grpSpPr>
        <p:sp>
          <p:nvSpPr>
            <p:cNvPr id="10976" name="Google Shape;10976;p82"/>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2"/>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2"/>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2"/>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2"/>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1" name="Google Shape;10981;p82"/>
          <p:cNvGrpSpPr/>
          <p:nvPr/>
        </p:nvGrpSpPr>
        <p:grpSpPr>
          <a:xfrm>
            <a:off x="7908242" y="3238780"/>
            <a:ext cx="407411" cy="407411"/>
            <a:chOff x="2964567" y="2571753"/>
            <a:chExt cx="417045" cy="417045"/>
          </a:xfrm>
        </p:grpSpPr>
        <p:sp>
          <p:nvSpPr>
            <p:cNvPr id="10982" name="Google Shape;10982;p82"/>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2"/>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82"/>
          <p:cNvGrpSpPr/>
          <p:nvPr/>
        </p:nvGrpSpPr>
        <p:grpSpPr>
          <a:xfrm>
            <a:off x="1922414" y="3815897"/>
            <a:ext cx="407391" cy="286470"/>
            <a:chOff x="3476576" y="2633631"/>
            <a:chExt cx="417024" cy="293244"/>
          </a:xfrm>
        </p:grpSpPr>
        <p:sp>
          <p:nvSpPr>
            <p:cNvPr id="10985" name="Google Shape;10985;p82"/>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2"/>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82"/>
          <p:cNvGrpSpPr/>
          <p:nvPr/>
        </p:nvGrpSpPr>
        <p:grpSpPr>
          <a:xfrm>
            <a:off x="2538746" y="3755508"/>
            <a:ext cx="407411" cy="407248"/>
            <a:chOff x="3988564" y="2571836"/>
            <a:chExt cx="417045" cy="416878"/>
          </a:xfrm>
        </p:grpSpPr>
        <p:sp>
          <p:nvSpPr>
            <p:cNvPr id="10988" name="Google Shape;10988;p82"/>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2"/>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82"/>
          <p:cNvGrpSpPr/>
          <p:nvPr/>
        </p:nvGrpSpPr>
        <p:grpSpPr>
          <a:xfrm>
            <a:off x="3155099" y="3755436"/>
            <a:ext cx="407391" cy="407391"/>
            <a:chOff x="4500573" y="2571753"/>
            <a:chExt cx="417024" cy="417024"/>
          </a:xfrm>
        </p:grpSpPr>
        <p:sp>
          <p:nvSpPr>
            <p:cNvPr id="10991" name="Google Shape;10991;p82"/>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2"/>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82"/>
          <p:cNvGrpSpPr/>
          <p:nvPr/>
        </p:nvGrpSpPr>
        <p:grpSpPr>
          <a:xfrm>
            <a:off x="3771431" y="3755436"/>
            <a:ext cx="407391" cy="407391"/>
            <a:chOff x="5012603" y="2571753"/>
            <a:chExt cx="417024" cy="417024"/>
          </a:xfrm>
        </p:grpSpPr>
        <p:sp>
          <p:nvSpPr>
            <p:cNvPr id="10994" name="Google Shape;10994;p82"/>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2"/>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6" name="Google Shape;10996;p82"/>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7" name="Google Shape;10997;p82"/>
          <p:cNvGrpSpPr/>
          <p:nvPr/>
        </p:nvGrpSpPr>
        <p:grpSpPr>
          <a:xfrm>
            <a:off x="5733329" y="3238790"/>
            <a:ext cx="407432" cy="407391"/>
            <a:chOff x="812101" y="2571761"/>
            <a:chExt cx="417066" cy="417024"/>
          </a:xfrm>
        </p:grpSpPr>
        <p:sp>
          <p:nvSpPr>
            <p:cNvPr id="10998" name="Google Shape;10998;p82"/>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2"/>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2"/>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2"/>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82"/>
          <p:cNvGrpSpPr/>
          <p:nvPr/>
        </p:nvGrpSpPr>
        <p:grpSpPr>
          <a:xfrm>
            <a:off x="6253923" y="3238790"/>
            <a:ext cx="407391" cy="407391"/>
            <a:chOff x="1323129" y="2571761"/>
            <a:chExt cx="417024" cy="417024"/>
          </a:xfrm>
        </p:grpSpPr>
        <p:sp>
          <p:nvSpPr>
            <p:cNvPr id="11003" name="Google Shape;11003;p82"/>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2"/>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2"/>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2"/>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7" name="Google Shape;11007;p82"/>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8" name="Google Shape;11008;p82"/>
          <p:cNvGrpSpPr/>
          <p:nvPr/>
        </p:nvGrpSpPr>
        <p:grpSpPr>
          <a:xfrm>
            <a:off x="7390398" y="3238843"/>
            <a:ext cx="408023" cy="407411"/>
            <a:chOff x="2344476" y="2571761"/>
            <a:chExt cx="417671" cy="417045"/>
          </a:xfrm>
        </p:grpSpPr>
        <p:sp>
          <p:nvSpPr>
            <p:cNvPr id="11009" name="Google Shape;11009;p82"/>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2"/>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14" name="Shape 11014"/>
        <p:cNvGrpSpPr/>
        <p:nvPr/>
      </p:nvGrpSpPr>
      <p:grpSpPr>
        <a:xfrm>
          <a:off x="0" y="0"/>
          <a:ext cx="0" cy="0"/>
          <a:chOff x="0" y="0"/>
          <a:chExt cx="0" cy="0"/>
        </a:xfrm>
      </p:grpSpPr>
      <p:pic>
        <p:nvPicPr>
          <p:cNvPr id="11015" name="Google Shape;11015;p8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rush Background by Slidesgo">
  <a:themeElements>
    <a:clrScheme name="Simple Light">
      <a:dk1>
        <a:srgbClr val="000000"/>
      </a:dk1>
      <a:lt1>
        <a:srgbClr val="FFFFFF"/>
      </a:lt1>
      <a:dk2>
        <a:srgbClr val="595959"/>
      </a:dk2>
      <a:lt2>
        <a:srgbClr val="EEEEEE"/>
      </a:lt2>
      <a:accent1>
        <a:srgbClr val="6EE1EB"/>
      </a:accent1>
      <a:accent2>
        <a:srgbClr val="32BBCA"/>
      </a:accent2>
      <a:accent3>
        <a:srgbClr val="298DBF"/>
      </a:accent3>
      <a:accent4>
        <a:srgbClr val="1E5F7F"/>
      </a:accent4>
      <a:accent5>
        <a:srgbClr val="6EE1EB"/>
      </a:accent5>
      <a:accent6>
        <a:srgbClr val="32BBCA"/>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EB19E37A61AF954A92546B7EA577A930" ma:contentTypeVersion="7" ma:contentTypeDescription="Create a new document." ma:contentTypeScope="" ma:versionID="34d7926f1dc66f9d970bbaf38171237c">
  <xsd:schema xmlns:xsd="http://www.w3.org/2001/XMLSchema" xmlns:xs="http://www.w3.org/2001/XMLSchema" xmlns:p="http://schemas.microsoft.com/office/2006/metadata/properties" xmlns:ns2="c117099f-3274-47d3-a331-57749d93a4ca" targetNamespace="http://schemas.microsoft.com/office/2006/metadata/properties" ma:root="true" ma:fieldsID="86dfcc33178ba28dd3ebbeb2c633f112" ns2:_="">
    <xsd:import namespace="c117099f-3274-47d3-a331-57749d93a4ca"/>
    <xsd:element name="properties">
      <xsd:complexType>
        <xsd:sequence>
          <xsd:element name="documentManagement">
            <xsd:complexType>
              <xsd:all>
                <xsd:element ref="ns2:MediaServiceMetadata" minOccurs="0"/>
                <xsd:element ref="ns2:MediaServiceFastMetadata" minOccurs="0"/>
                <xsd:element ref="ns2:MediaServiceDateTaken" minOccurs="0"/>
                <xsd:element ref="ns2:MediaLengthInSeconds" minOccurs="0"/>
                <xsd:element ref="ns2:MediaServiceObjectDetectorVersions"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c117099f-3274-47d3-a331-57749d93a4ca"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DateTaken" ma:index="10" nillable="true" ma:displayName="MediaServiceDateTaken" ma:hidden="true" ma:indexed="true" ma:internalName="MediaServiceDateTaken" ma:readOnly="true">
      <xsd:simpleType>
        <xsd:restriction base="dms:Text"/>
      </xsd:simpleType>
    </xsd:element>
    <xsd:element name="MediaLengthInSeconds" ma:index="11" nillable="true" ma:displayName="MediaLengthInSeconds" ma:hidden="true" ma:internalName="MediaLengthInSeconds" ma:readOnly="true">
      <xsd:simpleType>
        <xsd:restriction base="dms:Unknown"/>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D584E7AB-AF55-4C22-AF30-B05049D38C54}"/>
</file>

<file path=customXml/itemProps2.xml><?xml version="1.0" encoding="utf-8"?>
<ds:datastoreItem xmlns:ds="http://schemas.openxmlformats.org/officeDocument/2006/customXml" ds:itemID="{90068DB0-A96E-4F3D-94ED-1CD6C66D91B7}"/>
</file>

<file path=customXml/itemProps3.xml><?xml version="1.0" encoding="utf-8"?>
<ds:datastoreItem xmlns:ds="http://schemas.openxmlformats.org/officeDocument/2006/customXml" ds:itemID="{6E9D8AED-0706-4DC4-BBC0-2844179DA916}"/>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0x010100EB19E37A61AF954A92546B7EA577A930</vt:lpwstr>
  </property>
</Properties>
</file>